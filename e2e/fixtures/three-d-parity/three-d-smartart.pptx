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ppt/diagrams/data97.xml" ContentType="application/vnd.openxmlformats-officedocument.drawingml.diagramData+xml"/>
  <Override PartName="/ppt/diagrams/layout97.xml" ContentType="application/vnd.openxmlformats-officedocument.drawingml.diagramLayout+xml"/>
  <Override PartName="/ppt/diagrams/quickStyle97.xml" ContentType="application/vnd.openxmlformats-officedocument.drawingml.diagramStyle+xml"/>
  <Override PartName="/ppt/diagrams/colors97.xml" ContentType="application/vnd.openxmlformats-officedocument.drawingml.diagramColors+xml"/>
  <Override PartName="/ppt/diagrams/drawing97.xml" ContentType="application/vnd.ms-office.drawingml.diagramDrawing+xml"/>
  <Override PartName="/ppt/diagrams/data98.xml" ContentType="application/vnd.openxmlformats-officedocument.drawingml.diagramData+xml"/>
  <Override PartName="/ppt/diagrams/layout98.xml" ContentType="application/vnd.openxmlformats-officedocument.drawingml.diagramLayout+xml"/>
  <Override PartName="/ppt/diagrams/quickStyle98.xml" ContentType="application/vnd.openxmlformats-officedocument.drawingml.diagramStyle+xml"/>
  <Override PartName="/ppt/diagrams/colors98.xml" ContentType="application/vnd.openxmlformats-officedocument.drawingml.diagramColors+xml"/>
  <Override PartName="/ppt/diagrams/drawing98.xml" ContentType="application/vnd.ms-office.drawingml.diagramDrawing+xml"/>
  <Override PartName="/ppt/diagrams/data99.xml" ContentType="application/vnd.openxmlformats-officedocument.drawingml.diagramData+xml"/>
  <Override PartName="/ppt/diagrams/layout99.xml" ContentType="application/vnd.openxmlformats-officedocument.drawingml.diagramLayout+xml"/>
  <Override PartName="/ppt/diagrams/quickStyle99.xml" ContentType="application/vnd.openxmlformats-officedocument.drawingml.diagramStyle+xml"/>
  <Override PartName="/ppt/diagrams/colors99.xml" ContentType="application/vnd.openxmlformats-officedocument.drawingml.diagramColors+xml"/>
  <Override PartName="/ppt/diagrams/drawing99.xml" ContentType="application/vnd.ms-office.drawingml.diagramDrawing+xml"/>
  <Override PartName="/ppt/diagrams/data100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rawing100.xml" ContentType="application/vnd.ms-office.drawingml.diagramDrawing+xml"/>
  <Override PartName="/ppt/diagrams/data101.xml" ContentType="application/vnd.openxmlformats-officedocument.drawingml.diagramData+xml"/>
  <Override PartName="/ppt/diagrams/layout101.xml" ContentType="application/vnd.openxmlformats-officedocument.drawingml.diagramLayout+xml"/>
  <Override PartName="/ppt/diagrams/quickStyle101.xml" ContentType="application/vnd.openxmlformats-officedocument.drawingml.diagramStyle+xml"/>
  <Override PartName="/ppt/diagrams/colors101.xml" ContentType="application/vnd.openxmlformats-officedocument.drawingml.diagramColors+xml"/>
  <Override PartName="/ppt/diagrams/drawing101.xml" ContentType="application/vnd.ms-office.drawingml.diagramDrawing+xml"/>
  <Override PartName="/ppt/diagrams/data102.xml" ContentType="application/vnd.openxmlformats-officedocument.drawingml.diagramData+xml"/>
  <Override PartName="/ppt/diagrams/layout102.xml" ContentType="application/vnd.openxmlformats-officedocument.drawingml.diagramLayout+xml"/>
  <Override PartName="/ppt/diagrams/quickStyle102.xml" ContentType="application/vnd.openxmlformats-officedocument.drawingml.diagramStyle+xml"/>
  <Override PartName="/ppt/diagrams/colors102.xml" ContentType="application/vnd.openxmlformats-officedocument.drawingml.diagramColors+xml"/>
  <Override PartName="/ppt/diagrams/drawing102.xml" ContentType="application/vnd.ms-office.drawingml.diagramDrawing+xml"/>
  <Override PartName="/ppt/diagrams/data103.xml" ContentType="application/vnd.openxmlformats-officedocument.drawingml.diagramData+xml"/>
  <Override PartName="/ppt/diagrams/layout103.xml" ContentType="application/vnd.openxmlformats-officedocument.drawingml.diagramLayout+xml"/>
  <Override PartName="/ppt/diagrams/quickStyle103.xml" ContentType="application/vnd.openxmlformats-officedocument.drawingml.diagramStyle+xml"/>
  <Override PartName="/ppt/diagrams/colors103.xml" ContentType="application/vnd.openxmlformats-officedocument.drawingml.diagramColors+xml"/>
  <Override PartName="/ppt/diagrams/drawing103.xml" ContentType="application/vnd.ms-office.drawingml.diagramDrawing+xml"/>
  <Override PartName="/ppt/diagrams/data104.xml" ContentType="application/vnd.openxmlformats-officedocument.drawingml.diagramData+xml"/>
  <Override PartName="/ppt/diagrams/layout104.xml" ContentType="application/vnd.openxmlformats-officedocument.drawingml.diagramLayout+xml"/>
  <Override PartName="/ppt/diagrams/quickStyle104.xml" ContentType="application/vnd.openxmlformats-officedocument.drawingml.diagramStyle+xml"/>
  <Override PartName="/ppt/diagrams/colors104.xml" ContentType="application/vnd.openxmlformats-officedocument.drawingml.diagramColors+xml"/>
  <Override PartName="/ppt/diagrams/drawing104.xml" ContentType="application/vnd.ms-office.drawingml.diagramDrawing+xml"/>
  <Override PartName="/ppt/diagrams/data105.xml" ContentType="application/vnd.openxmlformats-officedocument.drawingml.diagramData+xml"/>
  <Override PartName="/ppt/diagrams/layout105.xml" ContentType="application/vnd.openxmlformats-officedocument.drawingml.diagramLayout+xml"/>
  <Override PartName="/ppt/diagrams/quickStyle105.xml" ContentType="application/vnd.openxmlformats-officedocument.drawingml.diagramStyle+xml"/>
  <Override PartName="/ppt/diagrams/colors105.xml" ContentType="application/vnd.openxmlformats-officedocument.drawingml.diagramColors+xml"/>
  <Override PartName="/ppt/diagrams/drawing105.xml" ContentType="application/vnd.ms-office.drawingml.diagramDrawing+xml"/>
  <Override PartName="/ppt/diagrams/data106.xml" ContentType="application/vnd.openxmlformats-officedocument.drawingml.diagramData+xml"/>
  <Override PartName="/ppt/diagrams/layout106.xml" ContentType="application/vnd.openxmlformats-officedocument.drawingml.diagramLayout+xml"/>
  <Override PartName="/ppt/diagrams/quickStyle106.xml" ContentType="application/vnd.openxmlformats-officedocument.drawingml.diagramStyle+xml"/>
  <Override PartName="/ppt/diagrams/colors106.xml" ContentType="application/vnd.openxmlformats-officedocument.drawingml.diagramColors+xml"/>
  <Override PartName="/ppt/diagrams/drawing106.xml" ContentType="application/vnd.ms-office.drawingml.diagramDrawing+xml"/>
  <Override PartName="/ppt/diagrams/data107.xml" ContentType="application/vnd.openxmlformats-officedocument.drawingml.diagramData+xml"/>
  <Override PartName="/ppt/diagrams/layout107.xml" ContentType="application/vnd.openxmlformats-officedocument.drawingml.diagramLayout+xml"/>
  <Override PartName="/ppt/diagrams/quickStyle107.xml" ContentType="application/vnd.openxmlformats-officedocument.drawingml.diagramStyle+xml"/>
  <Override PartName="/ppt/diagrams/colors107.xml" ContentType="application/vnd.openxmlformats-officedocument.drawingml.diagramColors+xml"/>
  <Override PartName="/ppt/diagrams/drawing107.xml" ContentType="application/vnd.ms-office.drawingml.diagramDrawing+xml"/>
  <Override PartName="/ppt/diagrams/data108.xml" ContentType="application/vnd.openxmlformats-officedocument.drawingml.diagramData+xml"/>
  <Override PartName="/ppt/diagrams/layout108.xml" ContentType="application/vnd.openxmlformats-officedocument.drawingml.diagramLayout+xml"/>
  <Override PartName="/ppt/diagrams/quickStyle108.xml" ContentType="application/vnd.openxmlformats-officedocument.drawingml.diagramStyle+xml"/>
  <Override PartName="/ppt/diagrams/colors108.xml" ContentType="application/vnd.openxmlformats-officedocument.drawingml.diagramColors+xml"/>
  <Override PartName="/ppt/diagrams/drawing108.xml" ContentType="application/vnd.ms-office.drawingml.diagramDrawing+xml"/>
  <Override PartName="/ppt/diagrams/data109.xml" ContentType="application/vnd.openxmlformats-officedocument.drawingml.diagramData+xml"/>
  <Override PartName="/ppt/diagrams/layout109.xml" ContentType="application/vnd.openxmlformats-officedocument.drawingml.diagramLayout+xml"/>
  <Override PartName="/ppt/diagrams/quickStyle109.xml" ContentType="application/vnd.openxmlformats-officedocument.drawingml.diagramStyle+xml"/>
  <Override PartName="/ppt/diagrams/colors109.xml" ContentType="application/vnd.openxmlformats-officedocument.drawingml.diagramColors+xml"/>
  <Override PartName="/ppt/diagrams/drawing109.xml" ContentType="application/vnd.ms-office.drawingml.diagramDrawing+xml"/>
  <Override PartName="/ppt/diagrams/data110.xml" ContentType="application/vnd.openxmlformats-officedocument.drawingml.diagramData+xml"/>
  <Override PartName="/ppt/diagrams/layout110.xml" ContentType="application/vnd.openxmlformats-officedocument.drawingml.diagramLayout+xml"/>
  <Override PartName="/ppt/diagrams/quickStyle110.xml" ContentType="application/vnd.openxmlformats-officedocument.drawingml.diagramStyle+xml"/>
  <Override PartName="/ppt/diagrams/colors110.xml" ContentType="application/vnd.openxmlformats-officedocument.drawingml.diagramColors+xml"/>
  <Override PartName="/ppt/diagrams/drawing110.xml" ContentType="application/vnd.ms-office.drawingml.diagramDrawing+xml"/>
  <Override PartName="/ppt/diagrams/data111.xml" ContentType="application/vnd.openxmlformats-officedocument.drawingml.diagramData+xml"/>
  <Override PartName="/ppt/diagrams/layout111.xml" ContentType="application/vnd.openxmlformats-officedocument.drawingml.diagramLayout+xml"/>
  <Override PartName="/ppt/diagrams/quickStyle111.xml" ContentType="application/vnd.openxmlformats-officedocument.drawingml.diagramStyle+xml"/>
  <Override PartName="/ppt/diagrams/colors111.xml" ContentType="application/vnd.openxmlformats-officedocument.drawingml.diagramColors+xml"/>
  <Override PartName="/ppt/diagrams/drawing111.xml" ContentType="application/vnd.ms-office.drawingml.diagramDrawing+xml"/>
  <Override PartName="/ppt/diagrams/data112.xml" ContentType="application/vnd.openxmlformats-officedocument.drawingml.diagramData+xml"/>
  <Override PartName="/ppt/diagrams/layout112.xml" ContentType="application/vnd.openxmlformats-officedocument.drawingml.diagramLayout+xml"/>
  <Override PartName="/ppt/diagrams/quickStyle112.xml" ContentType="application/vnd.openxmlformats-officedocument.drawingml.diagramStyle+xml"/>
  <Override PartName="/ppt/diagrams/colors112.xml" ContentType="application/vnd.openxmlformats-officedocument.drawingml.diagramColors+xml"/>
  <Override PartName="/ppt/diagrams/drawing1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F44F6-6C71-457C-AA5A-4950D5363F2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83DC20-2D09-4D1D-9AE1-01C29FDF043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1415E60-88F0-4927-85C9-CAE6DB121B32}" type="parTrans" cxnId="{99B32463-8984-4A20-9E72-DD922BA5D03F}">
      <dgm:prSet/>
      <dgm:spPr/>
    </dgm:pt>
    <dgm:pt modelId="{584CED9F-72DE-4484-92FA-D7481E89F316}" type="sibTrans" cxnId="{99B32463-8984-4A20-9E72-DD922BA5D03F}">
      <dgm:prSet/>
      <dgm:spPr/>
    </dgm:pt>
    <dgm:pt modelId="{59F1BD72-C085-4918-AE4F-77D7BE87B7F0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D3EA200B-0E51-4073-860D-D9D6F915EF43}" type="parTrans" cxnId="{FA6F21C5-880E-4D82-840A-BF10293FA3D4}">
      <dgm:prSet/>
      <dgm:spPr/>
    </dgm:pt>
    <dgm:pt modelId="{89B4CC8B-1D20-42F1-9A93-43C363536669}" type="sibTrans" cxnId="{FA6F21C5-880E-4D82-840A-BF10293FA3D4}">
      <dgm:prSet/>
      <dgm:spPr/>
    </dgm:pt>
    <dgm:pt modelId="{F92721E2-E7AC-436C-A6BC-D2D3ED41519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D4A2075-FBBC-438D-8237-65DE92D8343D}" type="parTrans" cxnId="{3EB93050-96D9-4192-9A50-0FB45750D10C}">
      <dgm:prSet/>
      <dgm:spPr/>
    </dgm:pt>
    <dgm:pt modelId="{CB0EE4E5-2018-4380-A2FC-13123B869435}" type="sibTrans" cxnId="{3EB93050-96D9-4192-9A50-0FB45750D10C}">
      <dgm:prSet/>
      <dgm:spPr/>
    </dgm:pt>
    <dgm:pt modelId="{49B6C032-6738-4988-A504-C24F1611ED75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9EBF7CC0-D1F7-43E8-B915-7BBBB0803D6A}" type="parTrans" cxnId="{BDC15E83-08D4-46EC-BA06-A0B815C105C9}">
      <dgm:prSet/>
      <dgm:spPr/>
    </dgm:pt>
    <dgm:pt modelId="{F7426BEE-1CDB-4521-98E6-1658CBBD0561}" type="sibTrans" cxnId="{BDC15E83-08D4-46EC-BA06-A0B815C105C9}">
      <dgm:prSet/>
      <dgm:spPr/>
    </dgm:pt>
    <dgm:pt modelId="{4C1B2150-E710-40A0-9D3F-1A26491D304B}" type="pres">
      <dgm:prSet presAssocID="{40CF44F6-6C71-457C-AA5A-4950D5363F24}" presName="diagram" presStyleCnt="0">
        <dgm:presLayoutVars>
          <dgm:dir/>
          <dgm:resizeHandles val="exact"/>
        </dgm:presLayoutVars>
      </dgm:prSet>
      <dgm:spPr/>
    </dgm:pt>
    <dgm:pt modelId="{44399765-8D55-474A-8485-E3878D939C23}" type="pres">
      <dgm:prSet presAssocID="{C683DC20-2D09-4D1D-9AE1-01C29FDF0439}" presName="node" presStyleLbl="node1" presStyleIdx="0" presStyleCnt="4">
        <dgm:presLayoutVars>
          <dgm:bulletEnabled val="1"/>
        </dgm:presLayoutVars>
      </dgm:prSet>
      <dgm:spPr/>
    </dgm:pt>
    <dgm:pt modelId="{622929AC-36A4-4CDB-982E-3411BB833AFC}" type="pres">
      <dgm:prSet presAssocID="{584CED9F-72DE-4484-92FA-D7481E89F316}" presName="sibTrans" presStyleCnt="0"/>
      <dgm:spPr/>
    </dgm:pt>
    <dgm:pt modelId="{689F88D7-FF2F-4594-90C1-10FDDFD02F33}" type="pres">
      <dgm:prSet presAssocID="{59F1BD72-C085-4918-AE4F-77D7BE87B7F0}" presName="node" presStyleLbl="node1" presStyleIdx="1" presStyleCnt="4">
        <dgm:presLayoutVars>
          <dgm:bulletEnabled val="1"/>
        </dgm:presLayoutVars>
      </dgm:prSet>
      <dgm:spPr/>
    </dgm:pt>
    <dgm:pt modelId="{50C3439B-C006-4B99-8472-0EA928C4792D}" type="pres">
      <dgm:prSet presAssocID="{89B4CC8B-1D20-42F1-9A93-43C363536669}" presName="sibTrans" presStyleCnt="0"/>
      <dgm:spPr/>
    </dgm:pt>
    <dgm:pt modelId="{F63776E2-7FAA-4D32-B798-43E1F423A1BF}" type="pres">
      <dgm:prSet presAssocID="{F92721E2-E7AC-436C-A6BC-D2D3ED415190}" presName="node" presStyleLbl="node1" presStyleIdx="2" presStyleCnt="4">
        <dgm:presLayoutVars>
          <dgm:bulletEnabled val="1"/>
        </dgm:presLayoutVars>
      </dgm:prSet>
      <dgm:spPr/>
    </dgm:pt>
    <dgm:pt modelId="{07BDBF72-88E3-4519-A139-A09BED2F2D20}" type="pres">
      <dgm:prSet presAssocID="{CB0EE4E5-2018-4380-A2FC-13123B869435}" presName="sibTrans" presStyleCnt="0"/>
      <dgm:spPr/>
    </dgm:pt>
    <dgm:pt modelId="{51D351FD-B97A-4F4E-9261-8F550AC41AD9}" type="pres">
      <dgm:prSet presAssocID="{49B6C032-6738-4988-A504-C24F1611ED75}" presName="node" presStyleLbl="node1" presStyleIdx="3" presStyleCnt="4">
        <dgm:presLayoutVars>
          <dgm:bulletEnabled val="1"/>
        </dgm:presLayoutVars>
      </dgm:prSet>
      <dgm:spPr/>
    </dgm:pt>
  </dgm:ptLst>
  <dgm:cxnLst>
    <dgm:cxn modelId="{F59C8E13-3DCA-4309-9636-77EB5F623600}" type="presOf" srcId="{49B6C032-6738-4988-A504-C24F1611ED75}" destId="{51D351FD-B97A-4F4E-9261-8F550AC41AD9}" srcOrd="0" destOrd="0" presId="urn:microsoft.com/office/officeart/2005/8/layout/default"/>
    <dgm:cxn modelId="{99B32463-8984-4A20-9E72-DD922BA5D03F}" srcId="{40CF44F6-6C71-457C-AA5A-4950D5363F24}" destId="{C683DC20-2D09-4D1D-9AE1-01C29FDF0439}" srcOrd="0" destOrd="0" parTransId="{61415E60-88F0-4927-85C9-CAE6DB121B32}" sibTransId="{584CED9F-72DE-4484-92FA-D7481E89F316}"/>
    <dgm:cxn modelId="{FCAEC364-6F8C-41BD-836E-EA6E0D519346}" type="presOf" srcId="{40CF44F6-6C71-457C-AA5A-4950D5363F24}" destId="{4C1B2150-E710-40A0-9D3F-1A26491D304B}" srcOrd="0" destOrd="0" presId="urn:microsoft.com/office/officeart/2005/8/layout/default"/>
    <dgm:cxn modelId="{6C686F66-327B-4F35-8718-52630860767A}" type="presOf" srcId="{C683DC20-2D09-4D1D-9AE1-01C29FDF0439}" destId="{44399765-8D55-474A-8485-E3878D939C23}" srcOrd="0" destOrd="0" presId="urn:microsoft.com/office/officeart/2005/8/layout/default"/>
    <dgm:cxn modelId="{3EB93050-96D9-4192-9A50-0FB45750D10C}" srcId="{40CF44F6-6C71-457C-AA5A-4950D5363F24}" destId="{F92721E2-E7AC-436C-A6BC-D2D3ED415190}" srcOrd="2" destOrd="0" parTransId="{7D4A2075-FBBC-438D-8237-65DE92D8343D}" sibTransId="{CB0EE4E5-2018-4380-A2FC-13123B869435}"/>
    <dgm:cxn modelId="{BDC15E83-08D4-46EC-BA06-A0B815C105C9}" srcId="{40CF44F6-6C71-457C-AA5A-4950D5363F24}" destId="{49B6C032-6738-4988-A504-C24F1611ED75}" srcOrd="3" destOrd="0" parTransId="{9EBF7CC0-D1F7-43E8-B915-7BBBB0803D6A}" sibTransId="{F7426BEE-1CDB-4521-98E6-1658CBBD0561}"/>
    <dgm:cxn modelId="{71DD34A5-0D75-4F68-A85A-5353A3A37BA9}" type="presOf" srcId="{59F1BD72-C085-4918-AE4F-77D7BE87B7F0}" destId="{689F88D7-FF2F-4594-90C1-10FDDFD02F33}" srcOrd="0" destOrd="0" presId="urn:microsoft.com/office/officeart/2005/8/layout/default"/>
    <dgm:cxn modelId="{FA6F21C5-880E-4D82-840A-BF10293FA3D4}" srcId="{40CF44F6-6C71-457C-AA5A-4950D5363F24}" destId="{59F1BD72-C085-4918-AE4F-77D7BE87B7F0}" srcOrd="1" destOrd="0" parTransId="{D3EA200B-0E51-4073-860D-D9D6F915EF43}" sibTransId="{89B4CC8B-1D20-42F1-9A93-43C363536669}"/>
    <dgm:cxn modelId="{D1FE4ADD-0DC4-4C6C-9D8A-10678C4681E9}" type="presOf" srcId="{F92721E2-E7AC-436C-A6BC-D2D3ED415190}" destId="{F63776E2-7FAA-4D32-B798-43E1F423A1BF}" srcOrd="0" destOrd="0" presId="urn:microsoft.com/office/officeart/2005/8/layout/default"/>
    <dgm:cxn modelId="{31FC6F79-426F-4DB3-896B-BAB741015D51}" type="presParOf" srcId="{4C1B2150-E710-40A0-9D3F-1A26491D304B}" destId="{44399765-8D55-474A-8485-E3878D939C23}" srcOrd="0" destOrd="0" presId="urn:microsoft.com/office/officeart/2005/8/layout/default"/>
    <dgm:cxn modelId="{F01E123E-0DDF-476F-9B56-91454C11B21D}" type="presParOf" srcId="{4C1B2150-E710-40A0-9D3F-1A26491D304B}" destId="{622929AC-36A4-4CDB-982E-3411BB833AFC}" srcOrd="1" destOrd="0" presId="urn:microsoft.com/office/officeart/2005/8/layout/default"/>
    <dgm:cxn modelId="{30ECF54C-C866-4709-9E4A-5742E9AB70F8}" type="presParOf" srcId="{4C1B2150-E710-40A0-9D3F-1A26491D304B}" destId="{689F88D7-FF2F-4594-90C1-10FDDFD02F33}" srcOrd="2" destOrd="0" presId="urn:microsoft.com/office/officeart/2005/8/layout/default"/>
    <dgm:cxn modelId="{E4FA7DE8-1677-4A88-B1D3-94E00C400059}" type="presParOf" srcId="{4C1B2150-E710-40A0-9D3F-1A26491D304B}" destId="{50C3439B-C006-4B99-8472-0EA928C4792D}" srcOrd="3" destOrd="0" presId="urn:microsoft.com/office/officeart/2005/8/layout/default"/>
    <dgm:cxn modelId="{ED80E40A-92A6-4032-90DA-A8319D1BED47}" type="presParOf" srcId="{4C1B2150-E710-40A0-9D3F-1A26491D304B}" destId="{F63776E2-7FAA-4D32-B798-43E1F423A1BF}" srcOrd="4" destOrd="0" presId="urn:microsoft.com/office/officeart/2005/8/layout/default"/>
    <dgm:cxn modelId="{559CD730-1B49-4179-A6C0-F2277ED3C586}" type="presParOf" srcId="{4C1B2150-E710-40A0-9D3F-1A26491D304B}" destId="{07BDBF72-88E3-4519-A139-A09BED2F2D20}" srcOrd="5" destOrd="0" presId="urn:microsoft.com/office/officeart/2005/8/layout/default"/>
    <dgm:cxn modelId="{33B38974-2E44-49BB-9C21-167B66AB4F41}" type="presParOf" srcId="{4C1B2150-E710-40A0-9D3F-1A26491D304B}" destId="{51D351FD-B97A-4F4E-9261-8F550AC41AD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1A4A64-3885-47F7-96E7-413210E240D0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88B77F-D9DF-49FE-A2F9-48733987039B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3688049-7C80-4511-ACC3-938330FD7868}" type="parTrans" cxnId="{4C175B73-AE60-4788-84D0-1943FDE428B0}">
      <dgm:prSet/>
      <dgm:spPr/>
    </dgm:pt>
    <dgm:pt modelId="{FEB38ED2-0A7C-4382-8FBD-FE900253681D}" type="sibTrans" cxnId="{4C175B73-AE60-4788-84D0-1943FDE428B0}">
      <dgm:prSet/>
      <dgm:spPr/>
    </dgm:pt>
    <dgm:pt modelId="{BF614760-B226-4910-8A0B-53B99A5C96F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655682F7-6996-41A1-A6D8-8E2950EB311F}" type="parTrans" cxnId="{0FA4298B-AE98-4DF8-B802-4A1916510AC9}">
      <dgm:prSet/>
      <dgm:spPr/>
    </dgm:pt>
    <dgm:pt modelId="{7DDF07AE-7907-4BBA-899D-D9555BCFC856}" type="sibTrans" cxnId="{0FA4298B-AE98-4DF8-B802-4A1916510AC9}">
      <dgm:prSet/>
      <dgm:spPr/>
    </dgm:pt>
    <dgm:pt modelId="{F220936B-A420-42EE-A1BA-7D3EE0859778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375E4C5B-C6D1-4F20-AEBC-82214D6A2913}" type="parTrans" cxnId="{1B9E21AF-FBE7-408F-AD07-A8F37B4D94D5}">
      <dgm:prSet/>
      <dgm:spPr/>
    </dgm:pt>
    <dgm:pt modelId="{F12F5B17-24E3-443F-9447-8519BC151356}" type="sibTrans" cxnId="{1B9E21AF-FBE7-408F-AD07-A8F37B4D94D5}">
      <dgm:prSet/>
      <dgm:spPr/>
    </dgm:pt>
    <dgm:pt modelId="{244DA16C-4DE1-4351-8D06-1A7E1C0CF2EB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7830A852-9F73-4582-B42E-8931595A6B5A}" type="parTrans" cxnId="{0586FB8F-D98E-42DA-BD38-D7E0B5887E19}">
      <dgm:prSet/>
      <dgm:spPr/>
    </dgm:pt>
    <dgm:pt modelId="{04A5F5CF-D365-4638-AABC-40E2B96DB018}" type="sibTrans" cxnId="{0586FB8F-D98E-42DA-BD38-D7E0B5887E19}">
      <dgm:prSet/>
      <dgm:spPr/>
    </dgm:pt>
    <dgm:pt modelId="{0B1E743E-CBBE-4D32-980A-9BCBB42AFBAC}" type="pres">
      <dgm:prSet presAssocID="{171A4A64-3885-47F7-96E7-413210E240D0}" presName="diagram" presStyleCnt="0">
        <dgm:presLayoutVars>
          <dgm:dir/>
          <dgm:resizeHandles val="exact"/>
        </dgm:presLayoutVars>
      </dgm:prSet>
      <dgm:spPr/>
    </dgm:pt>
    <dgm:pt modelId="{5D1A9337-F800-47B3-829E-2CC60F5614D2}" type="pres">
      <dgm:prSet presAssocID="{1F88B77F-D9DF-49FE-A2F9-48733987039B}" presName="node" presStyleLbl="node1" presStyleIdx="0" presStyleCnt="4">
        <dgm:presLayoutVars>
          <dgm:bulletEnabled val="1"/>
        </dgm:presLayoutVars>
      </dgm:prSet>
      <dgm:spPr/>
    </dgm:pt>
    <dgm:pt modelId="{6CBE5791-DFC8-4F2D-A20A-9027E7CAF45A}" type="pres">
      <dgm:prSet presAssocID="{FEB38ED2-0A7C-4382-8FBD-FE900253681D}" presName="sibTrans" presStyleCnt="0"/>
      <dgm:spPr/>
    </dgm:pt>
    <dgm:pt modelId="{277BFEEC-EBA3-42B4-B261-9B16466F43A9}" type="pres">
      <dgm:prSet presAssocID="{BF614760-B226-4910-8A0B-53B99A5C96F6}" presName="node" presStyleLbl="node1" presStyleIdx="1" presStyleCnt="4">
        <dgm:presLayoutVars>
          <dgm:bulletEnabled val="1"/>
        </dgm:presLayoutVars>
      </dgm:prSet>
      <dgm:spPr/>
    </dgm:pt>
    <dgm:pt modelId="{89223D5C-DBAC-44A5-ADCE-9ACA24880339}" type="pres">
      <dgm:prSet presAssocID="{7DDF07AE-7907-4BBA-899D-D9555BCFC856}" presName="sibTrans" presStyleCnt="0"/>
      <dgm:spPr/>
    </dgm:pt>
    <dgm:pt modelId="{255B143F-DD73-495B-A79D-CE4A21037F00}" type="pres">
      <dgm:prSet presAssocID="{F220936B-A420-42EE-A1BA-7D3EE0859778}" presName="node" presStyleLbl="node1" presStyleIdx="2" presStyleCnt="4">
        <dgm:presLayoutVars>
          <dgm:bulletEnabled val="1"/>
        </dgm:presLayoutVars>
      </dgm:prSet>
      <dgm:spPr/>
    </dgm:pt>
    <dgm:pt modelId="{E1735600-DBC6-4B18-B72A-3E597C2D29A0}" type="pres">
      <dgm:prSet presAssocID="{F12F5B17-24E3-443F-9447-8519BC151356}" presName="sibTrans" presStyleCnt="0"/>
      <dgm:spPr/>
    </dgm:pt>
    <dgm:pt modelId="{2FC98D2B-864F-4C48-9801-E9BDC1D338B0}" type="pres">
      <dgm:prSet presAssocID="{244DA16C-4DE1-4351-8D06-1A7E1C0CF2EB}" presName="node" presStyleLbl="node1" presStyleIdx="3" presStyleCnt="4">
        <dgm:presLayoutVars>
          <dgm:bulletEnabled val="1"/>
        </dgm:presLayoutVars>
      </dgm:prSet>
      <dgm:spPr/>
    </dgm:pt>
  </dgm:ptLst>
  <dgm:cxnLst>
    <dgm:cxn modelId="{A742070A-3A0E-4030-806F-CBF173D2B559}" type="presOf" srcId="{1F88B77F-D9DF-49FE-A2F9-48733987039B}" destId="{5D1A9337-F800-47B3-829E-2CC60F5614D2}" srcOrd="0" destOrd="0" presId="urn:microsoft.com/office/officeart/2005/8/layout/default"/>
    <dgm:cxn modelId="{498F9734-7C20-496E-BE47-B354E6B2396C}" type="presOf" srcId="{BF614760-B226-4910-8A0B-53B99A5C96F6}" destId="{277BFEEC-EBA3-42B4-B261-9B16466F43A9}" srcOrd="0" destOrd="0" presId="urn:microsoft.com/office/officeart/2005/8/layout/default"/>
    <dgm:cxn modelId="{4C175B73-AE60-4788-84D0-1943FDE428B0}" srcId="{171A4A64-3885-47F7-96E7-413210E240D0}" destId="{1F88B77F-D9DF-49FE-A2F9-48733987039B}" srcOrd="0" destOrd="0" parTransId="{F3688049-7C80-4511-ACC3-938330FD7868}" sibTransId="{FEB38ED2-0A7C-4382-8FBD-FE900253681D}"/>
    <dgm:cxn modelId="{0FA4298B-AE98-4DF8-B802-4A1916510AC9}" srcId="{171A4A64-3885-47F7-96E7-413210E240D0}" destId="{BF614760-B226-4910-8A0B-53B99A5C96F6}" srcOrd="1" destOrd="0" parTransId="{655682F7-6996-41A1-A6D8-8E2950EB311F}" sibTransId="{7DDF07AE-7907-4BBA-899D-D9555BCFC856}"/>
    <dgm:cxn modelId="{0586FB8F-D98E-42DA-BD38-D7E0B5887E19}" srcId="{171A4A64-3885-47F7-96E7-413210E240D0}" destId="{244DA16C-4DE1-4351-8D06-1A7E1C0CF2EB}" srcOrd="3" destOrd="0" parTransId="{7830A852-9F73-4582-B42E-8931595A6B5A}" sibTransId="{04A5F5CF-D365-4638-AABC-40E2B96DB018}"/>
    <dgm:cxn modelId="{1B9E21AF-FBE7-408F-AD07-A8F37B4D94D5}" srcId="{171A4A64-3885-47F7-96E7-413210E240D0}" destId="{F220936B-A420-42EE-A1BA-7D3EE0859778}" srcOrd="2" destOrd="0" parTransId="{375E4C5B-C6D1-4F20-AEBC-82214D6A2913}" sibTransId="{F12F5B17-24E3-443F-9447-8519BC151356}"/>
    <dgm:cxn modelId="{C67E37B8-8D2E-4820-A746-3E64808BCCBE}" type="presOf" srcId="{244DA16C-4DE1-4351-8D06-1A7E1C0CF2EB}" destId="{2FC98D2B-864F-4C48-9801-E9BDC1D338B0}" srcOrd="0" destOrd="0" presId="urn:microsoft.com/office/officeart/2005/8/layout/default"/>
    <dgm:cxn modelId="{E1E0E1C8-A945-43E3-8252-ADE6F6DF831B}" type="presOf" srcId="{F220936B-A420-42EE-A1BA-7D3EE0859778}" destId="{255B143F-DD73-495B-A79D-CE4A21037F00}" srcOrd="0" destOrd="0" presId="urn:microsoft.com/office/officeart/2005/8/layout/default"/>
    <dgm:cxn modelId="{FF575EFB-F7B4-4CA7-9256-79D4847D65FA}" type="presOf" srcId="{171A4A64-3885-47F7-96E7-413210E240D0}" destId="{0B1E743E-CBBE-4D32-980A-9BCBB42AFBAC}" srcOrd="0" destOrd="0" presId="urn:microsoft.com/office/officeart/2005/8/layout/default"/>
    <dgm:cxn modelId="{858FEE50-7DE0-40B9-BFE1-52B2F483E984}" type="presParOf" srcId="{0B1E743E-CBBE-4D32-980A-9BCBB42AFBAC}" destId="{5D1A9337-F800-47B3-829E-2CC60F5614D2}" srcOrd="0" destOrd="0" presId="urn:microsoft.com/office/officeart/2005/8/layout/default"/>
    <dgm:cxn modelId="{6B0D347C-D1B3-49DC-AF75-F50C41C3190C}" type="presParOf" srcId="{0B1E743E-CBBE-4D32-980A-9BCBB42AFBAC}" destId="{6CBE5791-DFC8-4F2D-A20A-9027E7CAF45A}" srcOrd="1" destOrd="0" presId="urn:microsoft.com/office/officeart/2005/8/layout/default"/>
    <dgm:cxn modelId="{CE2E189B-3D70-42DF-A6CB-3F267BA63A45}" type="presParOf" srcId="{0B1E743E-CBBE-4D32-980A-9BCBB42AFBAC}" destId="{277BFEEC-EBA3-42B4-B261-9B16466F43A9}" srcOrd="2" destOrd="0" presId="urn:microsoft.com/office/officeart/2005/8/layout/default"/>
    <dgm:cxn modelId="{11C64DD3-89E6-425D-A6E6-82EAB00B92F0}" type="presParOf" srcId="{0B1E743E-CBBE-4D32-980A-9BCBB42AFBAC}" destId="{89223D5C-DBAC-44A5-ADCE-9ACA24880339}" srcOrd="3" destOrd="0" presId="urn:microsoft.com/office/officeart/2005/8/layout/default"/>
    <dgm:cxn modelId="{51EB7EAC-9E6A-4374-8A64-FBB4AA7FEDAC}" type="presParOf" srcId="{0B1E743E-CBBE-4D32-980A-9BCBB42AFBAC}" destId="{255B143F-DD73-495B-A79D-CE4A21037F00}" srcOrd="4" destOrd="0" presId="urn:microsoft.com/office/officeart/2005/8/layout/default"/>
    <dgm:cxn modelId="{71DEEFBE-50E2-4FBE-8B6F-BC1A2A2623F8}" type="presParOf" srcId="{0B1E743E-CBBE-4D32-980A-9BCBB42AFBAC}" destId="{E1735600-DBC6-4B18-B72A-3E597C2D29A0}" srcOrd="5" destOrd="0" presId="urn:microsoft.com/office/officeart/2005/8/layout/default"/>
    <dgm:cxn modelId="{86CFB1C4-1AFC-446B-B02C-F74E45960FEB}" type="presParOf" srcId="{0B1E743E-CBBE-4D32-980A-9BCBB42AFBAC}" destId="{2FC98D2B-864F-4C48-9801-E9BDC1D338B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639EAA-35BF-4171-BADF-D6CBE52F960F}" type="doc">
      <dgm:prSet loTypeId="urn:microsoft.com/office/officeart/2005/8/layout/defaul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410FBA-FE06-484B-9AD7-6B5E53739F5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A45F8B8-7D68-4D6B-AA07-535E242BDF4D}" type="parTrans" cxnId="{9C4E6C2E-CF7A-4E90-B7D1-F1056D2D1D6D}">
      <dgm:prSet/>
      <dgm:spPr/>
    </dgm:pt>
    <dgm:pt modelId="{7A416B18-2FA0-437E-86D6-B527D07659F5}" type="sibTrans" cxnId="{9C4E6C2E-CF7A-4E90-B7D1-F1056D2D1D6D}">
      <dgm:prSet/>
      <dgm:spPr/>
    </dgm:pt>
    <dgm:pt modelId="{C537CDD7-7325-4029-B327-E8B488F6E298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2BBA7C5-3219-4E86-B15E-BDD54499B794}" type="parTrans" cxnId="{C5C060A0-E4A3-44E0-A7B4-7D3CAEB51659}">
      <dgm:prSet/>
      <dgm:spPr/>
    </dgm:pt>
    <dgm:pt modelId="{451EB8CC-5BC9-4ACA-B16C-0276FB454921}" type="sibTrans" cxnId="{C5C060A0-E4A3-44E0-A7B4-7D3CAEB51659}">
      <dgm:prSet/>
      <dgm:spPr/>
    </dgm:pt>
    <dgm:pt modelId="{B2AA2111-1B9C-4065-A61A-B7983C5DB259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CE395AE5-FDF8-4AB1-B277-0D93386530A5}" type="parTrans" cxnId="{1C22475C-DDCF-405D-89FA-F199269281EF}">
      <dgm:prSet/>
      <dgm:spPr/>
    </dgm:pt>
    <dgm:pt modelId="{9142F8B5-3470-4603-8764-0986A75CC21B}" type="sibTrans" cxnId="{1C22475C-DDCF-405D-89FA-F199269281EF}">
      <dgm:prSet/>
      <dgm:spPr/>
    </dgm:pt>
    <dgm:pt modelId="{78BD5807-4504-4991-B45B-496FEA502E11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CBD378B2-E3CB-405B-81B8-82B29A70FDE3}" type="parTrans" cxnId="{CEDC82FA-AA99-4A07-9D87-5EB1E2DE9B14}">
      <dgm:prSet/>
      <dgm:spPr/>
    </dgm:pt>
    <dgm:pt modelId="{62154908-FE51-4949-90F9-414A9BB606F8}" type="sibTrans" cxnId="{CEDC82FA-AA99-4A07-9D87-5EB1E2DE9B14}">
      <dgm:prSet/>
      <dgm:spPr/>
    </dgm:pt>
    <dgm:pt modelId="{D0C9C887-4464-4D8B-9D1A-34927048EAE3}" type="pres">
      <dgm:prSet presAssocID="{99639EAA-35BF-4171-BADF-D6CBE52F960F}" presName="diagram" presStyleCnt="0">
        <dgm:presLayoutVars>
          <dgm:dir/>
          <dgm:resizeHandles val="exact"/>
        </dgm:presLayoutVars>
      </dgm:prSet>
      <dgm:spPr/>
    </dgm:pt>
    <dgm:pt modelId="{CF21EB8A-B3B4-4F95-8A3B-EDD175BD1F6E}" type="pres">
      <dgm:prSet presAssocID="{94410FBA-FE06-484B-9AD7-6B5E53739F58}" presName="node" presStyleLbl="node1" presStyleIdx="0" presStyleCnt="4">
        <dgm:presLayoutVars>
          <dgm:bulletEnabled val="1"/>
        </dgm:presLayoutVars>
      </dgm:prSet>
      <dgm:spPr/>
    </dgm:pt>
    <dgm:pt modelId="{C16C2F50-DBEA-4316-9CBB-7ED16EBE6319}" type="pres">
      <dgm:prSet presAssocID="{7A416B18-2FA0-437E-86D6-B527D07659F5}" presName="sibTrans" presStyleCnt="0"/>
      <dgm:spPr/>
    </dgm:pt>
    <dgm:pt modelId="{CB46C25A-855C-4AD1-8DF5-477284601EC3}" type="pres">
      <dgm:prSet presAssocID="{C537CDD7-7325-4029-B327-E8B488F6E298}" presName="node" presStyleLbl="node1" presStyleIdx="1" presStyleCnt="4">
        <dgm:presLayoutVars>
          <dgm:bulletEnabled val="1"/>
        </dgm:presLayoutVars>
      </dgm:prSet>
      <dgm:spPr/>
    </dgm:pt>
    <dgm:pt modelId="{31F1EDB0-66F5-40ED-86AC-9E974B59F8E8}" type="pres">
      <dgm:prSet presAssocID="{451EB8CC-5BC9-4ACA-B16C-0276FB454921}" presName="sibTrans" presStyleCnt="0"/>
      <dgm:spPr/>
    </dgm:pt>
    <dgm:pt modelId="{BA120349-3E79-4703-A497-B2ADACD043AB}" type="pres">
      <dgm:prSet presAssocID="{B2AA2111-1B9C-4065-A61A-B7983C5DB259}" presName="node" presStyleLbl="node1" presStyleIdx="2" presStyleCnt="4">
        <dgm:presLayoutVars>
          <dgm:bulletEnabled val="1"/>
        </dgm:presLayoutVars>
      </dgm:prSet>
      <dgm:spPr/>
    </dgm:pt>
    <dgm:pt modelId="{094CCBD2-E86B-4778-BB76-945740A1B559}" type="pres">
      <dgm:prSet presAssocID="{9142F8B5-3470-4603-8764-0986A75CC21B}" presName="sibTrans" presStyleCnt="0"/>
      <dgm:spPr/>
    </dgm:pt>
    <dgm:pt modelId="{C3EE1827-4AAD-4696-892A-FD948A478E26}" type="pres">
      <dgm:prSet presAssocID="{78BD5807-4504-4991-B45B-496FEA502E11}" presName="node" presStyleLbl="node1" presStyleIdx="3" presStyleCnt="4">
        <dgm:presLayoutVars>
          <dgm:bulletEnabled val="1"/>
        </dgm:presLayoutVars>
      </dgm:prSet>
      <dgm:spPr/>
    </dgm:pt>
  </dgm:ptLst>
  <dgm:cxnLst>
    <dgm:cxn modelId="{9C4E6C2E-CF7A-4E90-B7D1-F1056D2D1D6D}" srcId="{99639EAA-35BF-4171-BADF-D6CBE52F960F}" destId="{94410FBA-FE06-484B-9AD7-6B5E53739F58}" srcOrd="0" destOrd="0" parTransId="{DA45F8B8-7D68-4D6B-AA07-535E242BDF4D}" sibTransId="{7A416B18-2FA0-437E-86D6-B527D07659F5}"/>
    <dgm:cxn modelId="{1C22475C-DDCF-405D-89FA-F199269281EF}" srcId="{99639EAA-35BF-4171-BADF-D6CBE52F960F}" destId="{B2AA2111-1B9C-4065-A61A-B7983C5DB259}" srcOrd="2" destOrd="0" parTransId="{CE395AE5-FDF8-4AB1-B277-0D93386530A5}" sibTransId="{9142F8B5-3470-4603-8764-0986A75CC21B}"/>
    <dgm:cxn modelId="{C9B96859-87CE-4259-BDBA-510D26DC99B1}" type="presOf" srcId="{94410FBA-FE06-484B-9AD7-6B5E53739F58}" destId="{CF21EB8A-B3B4-4F95-8A3B-EDD175BD1F6E}" srcOrd="0" destOrd="0" presId="urn:microsoft.com/office/officeart/2005/8/layout/default"/>
    <dgm:cxn modelId="{C5C060A0-E4A3-44E0-A7B4-7D3CAEB51659}" srcId="{99639EAA-35BF-4171-BADF-D6CBE52F960F}" destId="{C537CDD7-7325-4029-B327-E8B488F6E298}" srcOrd="1" destOrd="0" parTransId="{72BBA7C5-3219-4E86-B15E-BDD54499B794}" sibTransId="{451EB8CC-5BC9-4ACA-B16C-0276FB454921}"/>
    <dgm:cxn modelId="{380248A1-DF92-4754-BAFD-810E919D883A}" type="presOf" srcId="{B2AA2111-1B9C-4065-A61A-B7983C5DB259}" destId="{BA120349-3E79-4703-A497-B2ADACD043AB}" srcOrd="0" destOrd="0" presId="urn:microsoft.com/office/officeart/2005/8/layout/default"/>
    <dgm:cxn modelId="{6951EAAB-60AB-4EF1-9195-82F570F8805B}" type="presOf" srcId="{78BD5807-4504-4991-B45B-496FEA502E11}" destId="{C3EE1827-4AAD-4696-892A-FD948A478E26}" srcOrd="0" destOrd="0" presId="urn:microsoft.com/office/officeart/2005/8/layout/default"/>
    <dgm:cxn modelId="{E4ED4BEA-2CFF-4E0F-8F44-841D1CB042C4}" type="presOf" srcId="{99639EAA-35BF-4171-BADF-D6CBE52F960F}" destId="{D0C9C887-4464-4D8B-9D1A-34927048EAE3}" srcOrd="0" destOrd="0" presId="urn:microsoft.com/office/officeart/2005/8/layout/default"/>
    <dgm:cxn modelId="{398E04EF-FC48-420C-AF23-CA8D597E1C92}" type="presOf" srcId="{C537CDD7-7325-4029-B327-E8B488F6E298}" destId="{CB46C25A-855C-4AD1-8DF5-477284601EC3}" srcOrd="0" destOrd="0" presId="urn:microsoft.com/office/officeart/2005/8/layout/default"/>
    <dgm:cxn modelId="{CEDC82FA-AA99-4A07-9D87-5EB1E2DE9B14}" srcId="{99639EAA-35BF-4171-BADF-D6CBE52F960F}" destId="{78BD5807-4504-4991-B45B-496FEA502E11}" srcOrd="3" destOrd="0" parTransId="{CBD378B2-E3CB-405B-81B8-82B29A70FDE3}" sibTransId="{62154908-FE51-4949-90F9-414A9BB606F8}"/>
    <dgm:cxn modelId="{83894669-EB5E-4541-85D4-8077CFDE6BC3}" type="presParOf" srcId="{D0C9C887-4464-4D8B-9D1A-34927048EAE3}" destId="{CF21EB8A-B3B4-4F95-8A3B-EDD175BD1F6E}" srcOrd="0" destOrd="0" presId="urn:microsoft.com/office/officeart/2005/8/layout/default"/>
    <dgm:cxn modelId="{E73E1CBB-EDC1-4626-9FD1-63682935B71E}" type="presParOf" srcId="{D0C9C887-4464-4D8B-9D1A-34927048EAE3}" destId="{C16C2F50-DBEA-4316-9CBB-7ED16EBE6319}" srcOrd="1" destOrd="0" presId="urn:microsoft.com/office/officeart/2005/8/layout/default"/>
    <dgm:cxn modelId="{82B0AD34-8969-46BF-B9E7-C847B975A5E3}" type="presParOf" srcId="{D0C9C887-4464-4D8B-9D1A-34927048EAE3}" destId="{CB46C25A-855C-4AD1-8DF5-477284601EC3}" srcOrd="2" destOrd="0" presId="urn:microsoft.com/office/officeart/2005/8/layout/default"/>
    <dgm:cxn modelId="{CA61B185-7269-4FBE-BCEF-8EF1E1AA5CCD}" type="presParOf" srcId="{D0C9C887-4464-4D8B-9D1A-34927048EAE3}" destId="{31F1EDB0-66F5-40ED-86AC-9E974B59F8E8}" srcOrd="3" destOrd="0" presId="urn:microsoft.com/office/officeart/2005/8/layout/default"/>
    <dgm:cxn modelId="{8E550B01-4758-4DE7-ACE3-8CC33501FA9E}" type="presParOf" srcId="{D0C9C887-4464-4D8B-9D1A-34927048EAE3}" destId="{BA120349-3E79-4703-A497-B2ADACD043AB}" srcOrd="4" destOrd="0" presId="urn:microsoft.com/office/officeart/2005/8/layout/default"/>
    <dgm:cxn modelId="{0DCB50C2-742D-40CD-A6A6-A2FE21E4B844}" type="presParOf" srcId="{D0C9C887-4464-4D8B-9D1A-34927048EAE3}" destId="{094CCBD2-E86B-4778-BB76-945740A1B559}" srcOrd="5" destOrd="0" presId="urn:microsoft.com/office/officeart/2005/8/layout/default"/>
    <dgm:cxn modelId="{F67A8B79-8263-46E8-A0CC-1593ED84762E}" type="presParOf" srcId="{D0C9C887-4464-4D8B-9D1A-34927048EAE3}" destId="{C3EE1827-4AAD-4696-892A-FD948A478E2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ED8AD3-72F8-4C1C-851D-62FA676CB259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1F6291-2F71-4795-B967-1147A30CCFE1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A237EDE7-BCBE-4459-9515-4BA370761449}" type="parTrans" cxnId="{D76D6191-9658-41BD-A319-07429DF87092}">
      <dgm:prSet/>
      <dgm:spPr/>
    </dgm:pt>
    <dgm:pt modelId="{F9354EC9-27E0-42E8-9668-640715E34D94}" type="sibTrans" cxnId="{D76D6191-9658-41BD-A319-07429DF87092}">
      <dgm:prSet/>
      <dgm:spPr/>
    </dgm:pt>
    <dgm:pt modelId="{2A33414D-B2F5-441B-8185-27F51C1A3CC8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166591EF-2FE6-40B1-AE70-B2D7D5BFA8C3}" type="parTrans" cxnId="{F238CC02-830E-4CE8-A687-1B2AB71A9218}">
      <dgm:prSet/>
      <dgm:spPr/>
    </dgm:pt>
    <dgm:pt modelId="{F8F698CF-8F97-4CE3-8E77-B5990E742A0E}" type="sibTrans" cxnId="{F238CC02-830E-4CE8-A687-1B2AB71A9218}">
      <dgm:prSet/>
      <dgm:spPr/>
    </dgm:pt>
    <dgm:pt modelId="{5949998F-B620-4F58-BBD5-1D6177BE463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47CA04C8-C441-4293-8AAE-C04F947712FE}" type="parTrans" cxnId="{5174BAAE-0B94-4814-9719-76944BDF1252}">
      <dgm:prSet/>
      <dgm:spPr/>
    </dgm:pt>
    <dgm:pt modelId="{8B0503E8-F70C-4AE1-976C-7A612132A6E7}" type="sibTrans" cxnId="{5174BAAE-0B94-4814-9719-76944BDF1252}">
      <dgm:prSet/>
      <dgm:spPr/>
    </dgm:pt>
    <dgm:pt modelId="{9AF7BD76-3F8B-4AA8-83E5-A24E32EE0743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6A2786E1-82A6-4AE6-80C3-A8EE5BEC9DBC}" type="parTrans" cxnId="{0EF5019D-A195-4CCC-AAEF-DEB8CFA0C066}">
      <dgm:prSet/>
      <dgm:spPr/>
    </dgm:pt>
    <dgm:pt modelId="{D9E373A5-87FF-4A02-A594-A1515D1C38E8}" type="sibTrans" cxnId="{0EF5019D-A195-4CCC-AAEF-DEB8CFA0C066}">
      <dgm:prSet/>
      <dgm:spPr/>
    </dgm:pt>
    <dgm:pt modelId="{6EE9DE00-835E-4EA1-81E2-F7B6D671D6B7}" type="pres">
      <dgm:prSet presAssocID="{5DED8AD3-72F8-4C1C-851D-62FA676CB259}" presName="diagram" presStyleCnt="0">
        <dgm:presLayoutVars>
          <dgm:dir/>
          <dgm:resizeHandles val="exact"/>
        </dgm:presLayoutVars>
      </dgm:prSet>
      <dgm:spPr/>
    </dgm:pt>
    <dgm:pt modelId="{A3293401-1BD2-4C63-B150-907EE7CAC0C4}" type="pres">
      <dgm:prSet presAssocID="{E71F6291-2F71-4795-B967-1147A30CCFE1}" presName="node" presStyleLbl="node1" presStyleIdx="0" presStyleCnt="4">
        <dgm:presLayoutVars>
          <dgm:bulletEnabled val="1"/>
        </dgm:presLayoutVars>
      </dgm:prSet>
      <dgm:spPr/>
    </dgm:pt>
    <dgm:pt modelId="{6F6A82F2-E3EB-470D-A019-5DB9F297D180}" type="pres">
      <dgm:prSet presAssocID="{F9354EC9-27E0-42E8-9668-640715E34D94}" presName="sibTrans" presStyleCnt="0"/>
      <dgm:spPr/>
    </dgm:pt>
    <dgm:pt modelId="{0A046159-FCC0-4D29-BE57-52BC7E2257F4}" type="pres">
      <dgm:prSet presAssocID="{2A33414D-B2F5-441B-8185-27F51C1A3CC8}" presName="node" presStyleLbl="node1" presStyleIdx="1" presStyleCnt="4">
        <dgm:presLayoutVars>
          <dgm:bulletEnabled val="1"/>
        </dgm:presLayoutVars>
      </dgm:prSet>
      <dgm:spPr/>
    </dgm:pt>
    <dgm:pt modelId="{8DB4F123-13DC-4F9A-B66E-D08F99EF5852}" type="pres">
      <dgm:prSet presAssocID="{F8F698CF-8F97-4CE3-8E77-B5990E742A0E}" presName="sibTrans" presStyleCnt="0"/>
      <dgm:spPr/>
    </dgm:pt>
    <dgm:pt modelId="{9BE329DC-47C4-41E9-BC9C-92315A89533F}" type="pres">
      <dgm:prSet presAssocID="{5949998F-B620-4F58-BBD5-1D6177BE463B}" presName="node" presStyleLbl="node1" presStyleIdx="2" presStyleCnt="4">
        <dgm:presLayoutVars>
          <dgm:bulletEnabled val="1"/>
        </dgm:presLayoutVars>
      </dgm:prSet>
      <dgm:spPr/>
    </dgm:pt>
    <dgm:pt modelId="{457DD38D-28CE-4815-B4A5-677C03146708}" type="pres">
      <dgm:prSet presAssocID="{8B0503E8-F70C-4AE1-976C-7A612132A6E7}" presName="sibTrans" presStyleCnt="0"/>
      <dgm:spPr/>
    </dgm:pt>
    <dgm:pt modelId="{29FA4B6A-C8A1-4F31-AED3-180CD1DC2D4E}" type="pres">
      <dgm:prSet presAssocID="{9AF7BD76-3F8B-4AA8-83E5-A24E32EE0743}" presName="node" presStyleLbl="node1" presStyleIdx="3" presStyleCnt="4">
        <dgm:presLayoutVars>
          <dgm:bulletEnabled val="1"/>
        </dgm:presLayoutVars>
      </dgm:prSet>
      <dgm:spPr/>
    </dgm:pt>
  </dgm:ptLst>
  <dgm:cxnLst>
    <dgm:cxn modelId="{F238CC02-830E-4CE8-A687-1B2AB71A9218}" srcId="{5DED8AD3-72F8-4C1C-851D-62FA676CB259}" destId="{2A33414D-B2F5-441B-8185-27F51C1A3CC8}" srcOrd="1" destOrd="0" parTransId="{166591EF-2FE6-40B1-AE70-B2D7D5BFA8C3}" sibTransId="{F8F698CF-8F97-4CE3-8E77-B5990E742A0E}"/>
    <dgm:cxn modelId="{5B76AF11-3DDC-4534-866B-A911F9E33F95}" type="presOf" srcId="{5949998F-B620-4F58-BBD5-1D6177BE463B}" destId="{9BE329DC-47C4-41E9-BC9C-92315A89533F}" srcOrd="0" destOrd="0" presId="urn:microsoft.com/office/officeart/2005/8/layout/default"/>
    <dgm:cxn modelId="{A490BD30-4B82-4684-A928-FA29485C4AC0}" type="presOf" srcId="{E71F6291-2F71-4795-B967-1147A30CCFE1}" destId="{A3293401-1BD2-4C63-B150-907EE7CAC0C4}" srcOrd="0" destOrd="0" presId="urn:microsoft.com/office/officeart/2005/8/layout/default"/>
    <dgm:cxn modelId="{08530191-34C0-4EA5-BBFB-DA614DC2B14D}" type="presOf" srcId="{5DED8AD3-72F8-4C1C-851D-62FA676CB259}" destId="{6EE9DE00-835E-4EA1-81E2-F7B6D671D6B7}" srcOrd="0" destOrd="0" presId="urn:microsoft.com/office/officeart/2005/8/layout/default"/>
    <dgm:cxn modelId="{D76D6191-9658-41BD-A319-07429DF87092}" srcId="{5DED8AD3-72F8-4C1C-851D-62FA676CB259}" destId="{E71F6291-2F71-4795-B967-1147A30CCFE1}" srcOrd="0" destOrd="0" parTransId="{A237EDE7-BCBE-4459-9515-4BA370761449}" sibTransId="{F9354EC9-27E0-42E8-9668-640715E34D94}"/>
    <dgm:cxn modelId="{0EF5019D-A195-4CCC-AAEF-DEB8CFA0C066}" srcId="{5DED8AD3-72F8-4C1C-851D-62FA676CB259}" destId="{9AF7BD76-3F8B-4AA8-83E5-A24E32EE0743}" srcOrd="3" destOrd="0" parTransId="{6A2786E1-82A6-4AE6-80C3-A8EE5BEC9DBC}" sibTransId="{D9E373A5-87FF-4A02-A594-A1515D1C38E8}"/>
    <dgm:cxn modelId="{880E2BA3-F653-4D3A-A999-AF6A871629E2}" type="presOf" srcId="{9AF7BD76-3F8B-4AA8-83E5-A24E32EE0743}" destId="{29FA4B6A-C8A1-4F31-AED3-180CD1DC2D4E}" srcOrd="0" destOrd="0" presId="urn:microsoft.com/office/officeart/2005/8/layout/default"/>
    <dgm:cxn modelId="{5174BAAE-0B94-4814-9719-76944BDF1252}" srcId="{5DED8AD3-72F8-4C1C-851D-62FA676CB259}" destId="{5949998F-B620-4F58-BBD5-1D6177BE463B}" srcOrd="2" destOrd="0" parTransId="{47CA04C8-C441-4293-8AAE-C04F947712FE}" sibTransId="{8B0503E8-F70C-4AE1-976C-7A612132A6E7}"/>
    <dgm:cxn modelId="{28F24DE9-FC00-483C-8D06-5CF3952A00B6}" type="presOf" srcId="{2A33414D-B2F5-441B-8185-27F51C1A3CC8}" destId="{0A046159-FCC0-4D29-BE57-52BC7E2257F4}" srcOrd="0" destOrd="0" presId="urn:microsoft.com/office/officeart/2005/8/layout/default"/>
    <dgm:cxn modelId="{B1E71AA8-19A4-4E4A-8C46-A29F28CC94A3}" type="presParOf" srcId="{6EE9DE00-835E-4EA1-81E2-F7B6D671D6B7}" destId="{A3293401-1BD2-4C63-B150-907EE7CAC0C4}" srcOrd="0" destOrd="0" presId="urn:microsoft.com/office/officeart/2005/8/layout/default"/>
    <dgm:cxn modelId="{E35EDAC9-8975-468B-8E26-566DBA81B538}" type="presParOf" srcId="{6EE9DE00-835E-4EA1-81E2-F7B6D671D6B7}" destId="{6F6A82F2-E3EB-470D-A019-5DB9F297D180}" srcOrd="1" destOrd="0" presId="urn:microsoft.com/office/officeart/2005/8/layout/default"/>
    <dgm:cxn modelId="{9EEB56BD-C477-432A-8D69-4EE372B75921}" type="presParOf" srcId="{6EE9DE00-835E-4EA1-81E2-F7B6D671D6B7}" destId="{0A046159-FCC0-4D29-BE57-52BC7E2257F4}" srcOrd="2" destOrd="0" presId="urn:microsoft.com/office/officeart/2005/8/layout/default"/>
    <dgm:cxn modelId="{A5725551-6EAF-4F61-9EFF-382D014050F7}" type="presParOf" srcId="{6EE9DE00-835E-4EA1-81E2-F7B6D671D6B7}" destId="{8DB4F123-13DC-4F9A-B66E-D08F99EF5852}" srcOrd="3" destOrd="0" presId="urn:microsoft.com/office/officeart/2005/8/layout/default"/>
    <dgm:cxn modelId="{9419FC2C-EA61-4B7A-8825-51B0D8DFA478}" type="presParOf" srcId="{6EE9DE00-835E-4EA1-81E2-F7B6D671D6B7}" destId="{9BE329DC-47C4-41E9-BC9C-92315A89533F}" srcOrd="4" destOrd="0" presId="urn:microsoft.com/office/officeart/2005/8/layout/default"/>
    <dgm:cxn modelId="{A59B423E-432E-4686-9A98-29BBD4905AE7}" type="presParOf" srcId="{6EE9DE00-835E-4EA1-81E2-F7B6D671D6B7}" destId="{457DD38D-28CE-4815-B4A5-677C03146708}" srcOrd="5" destOrd="0" presId="urn:microsoft.com/office/officeart/2005/8/layout/default"/>
    <dgm:cxn modelId="{E7B36380-4B9C-42C7-A407-DCA05D9A9D2B}" type="presParOf" srcId="{6EE9DE00-835E-4EA1-81E2-F7B6D671D6B7}" destId="{29FA4B6A-C8A1-4F31-AED3-180CD1DC2D4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5957F93-79AA-4C29-8F6B-5C36170D040C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3C3DC2-CBB4-4776-89F5-4D25487C6CE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AA5E53C-2012-4E3A-A8E6-CB3836043576}" type="parTrans" cxnId="{913E0489-DF86-4C47-BF34-AD660BDB4E79}">
      <dgm:prSet/>
      <dgm:spPr/>
    </dgm:pt>
    <dgm:pt modelId="{EF318279-DC27-41BF-8C61-F279C06B65CA}" type="sibTrans" cxnId="{913E0489-DF86-4C47-BF34-AD660BDB4E79}">
      <dgm:prSet/>
      <dgm:spPr/>
    </dgm:pt>
    <dgm:pt modelId="{7841D2F0-2737-44E6-B5C5-7224C41E0E7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A63F6B3-7B82-44A9-B3FD-86075AB1F695}" type="parTrans" cxnId="{8468E9FF-A643-47FD-9A18-31FFD5C22FCE}">
      <dgm:prSet/>
      <dgm:spPr/>
    </dgm:pt>
    <dgm:pt modelId="{DCB14A58-9D9C-4BD5-85A7-D5DBE2E1C53D}" type="sibTrans" cxnId="{8468E9FF-A643-47FD-9A18-31FFD5C22FCE}">
      <dgm:prSet/>
      <dgm:spPr/>
    </dgm:pt>
    <dgm:pt modelId="{36ECF2E5-2FF4-4BC7-82A4-8562BD3F4319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4243E7C8-4687-425C-A47A-8294B871E8BB}" type="parTrans" cxnId="{C17EAAE3-60BB-453A-AD98-E3CB716C702C}">
      <dgm:prSet/>
      <dgm:spPr/>
    </dgm:pt>
    <dgm:pt modelId="{6FCC636D-17D7-4D22-A78F-9FF896E5F8ED}" type="sibTrans" cxnId="{C17EAAE3-60BB-453A-AD98-E3CB716C702C}">
      <dgm:prSet/>
      <dgm:spPr/>
    </dgm:pt>
    <dgm:pt modelId="{C136CE28-2917-420A-88FB-D7A0B01306D3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57D96A3E-E4AB-4E39-8BFF-2AF31D9B0B84}" type="parTrans" cxnId="{0E39788C-06F4-4126-97EE-65FE6A8E547A}">
      <dgm:prSet/>
      <dgm:spPr/>
    </dgm:pt>
    <dgm:pt modelId="{963EF354-95BB-4B6B-8173-5AE611D078B9}" type="sibTrans" cxnId="{0E39788C-06F4-4126-97EE-65FE6A8E547A}">
      <dgm:prSet/>
      <dgm:spPr/>
    </dgm:pt>
    <dgm:pt modelId="{854CE06F-E228-409D-98D3-D795BADB32DA}" type="pres">
      <dgm:prSet presAssocID="{A5957F93-79AA-4C29-8F6B-5C36170D040C}" presName="diagram" presStyleCnt="0">
        <dgm:presLayoutVars>
          <dgm:dir/>
          <dgm:resizeHandles val="exact"/>
        </dgm:presLayoutVars>
      </dgm:prSet>
      <dgm:spPr/>
    </dgm:pt>
    <dgm:pt modelId="{D5BE8C07-7D71-4D63-AD7A-0F8715172994}" type="pres">
      <dgm:prSet presAssocID="{633C3DC2-CBB4-4776-89F5-4D25487C6CED}" presName="node" presStyleLbl="node1" presStyleIdx="0" presStyleCnt="4">
        <dgm:presLayoutVars>
          <dgm:bulletEnabled val="1"/>
        </dgm:presLayoutVars>
      </dgm:prSet>
      <dgm:spPr/>
    </dgm:pt>
    <dgm:pt modelId="{FA213F29-B96D-489F-A480-1E402591655A}" type="pres">
      <dgm:prSet presAssocID="{EF318279-DC27-41BF-8C61-F279C06B65CA}" presName="sibTrans" presStyleCnt="0"/>
      <dgm:spPr/>
    </dgm:pt>
    <dgm:pt modelId="{D2C3554B-D7E9-41C2-8F4F-DCDDBCDCE1B7}" type="pres">
      <dgm:prSet presAssocID="{7841D2F0-2737-44E6-B5C5-7224C41E0E76}" presName="node" presStyleLbl="node1" presStyleIdx="1" presStyleCnt="4">
        <dgm:presLayoutVars>
          <dgm:bulletEnabled val="1"/>
        </dgm:presLayoutVars>
      </dgm:prSet>
      <dgm:spPr/>
    </dgm:pt>
    <dgm:pt modelId="{62144255-5426-4296-B36C-577DA4F8485C}" type="pres">
      <dgm:prSet presAssocID="{DCB14A58-9D9C-4BD5-85A7-D5DBE2E1C53D}" presName="sibTrans" presStyleCnt="0"/>
      <dgm:spPr/>
    </dgm:pt>
    <dgm:pt modelId="{81941888-38FA-4985-8BC9-B00EBF67878E}" type="pres">
      <dgm:prSet presAssocID="{36ECF2E5-2FF4-4BC7-82A4-8562BD3F4319}" presName="node" presStyleLbl="node1" presStyleIdx="2" presStyleCnt="4">
        <dgm:presLayoutVars>
          <dgm:bulletEnabled val="1"/>
        </dgm:presLayoutVars>
      </dgm:prSet>
      <dgm:spPr/>
    </dgm:pt>
    <dgm:pt modelId="{5ED68D1B-46B9-4D67-871A-24D858271606}" type="pres">
      <dgm:prSet presAssocID="{6FCC636D-17D7-4D22-A78F-9FF896E5F8ED}" presName="sibTrans" presStyleCnt="0"/>
      <dgm:spPr/>
    </dgm:pt>
    <dgm:pt modelId="{A3A2E3E9-378F-4B91-8073-21031A4A48BD}" type="pres">
      <dgm:prSet presAssocID="{C136CE28-2917-420A-88FB-D7A0B01306D3}" presName="node" presStyleLbl="node1" presStyleIdx="3" presStyleCnt="4">
        <dgm:presLayoutVars>
          <dgm:bulletEnabled val="1"/>
        </dgm:presLayoutVars>
      </dgm:prSet>
      <dgm:spPr/>
    </dgm:pt>
  </dgm:ptLst>
  <dgm:cxnLst>
    <dgm:cxn modelId="{496CFE06-94AB-48DB-B122-F3FCBF912D67}" type="presOf" srcId="{C136CE28-2917-420A-88FB-D7A0B01306D3}" destId="{A3A2E3E9-378F-4B91-8073-21031A4A48BD}" srcOrd="0" destOrd="0" presId="urn:microsoft.com/office/officeart/2005/8/layout/default"/>
    <dgm:cxn modelId="{495F6D78-B965-4A30-9CC1-EAC128D5066A}" type="presOf" srcId="{633C3DC2-CBB4-4776-89F5-4D25487C6CED}" destId="{D5BE8C07-7D71-4D63-AD7A-0F8715172994}" srcOrd="0" destOrd="0" presId="urn:microsoft.com/office/officeart/2005/8/layout/default"/>
    <dgm:cxn modelId="{7C46667C-86F7-4F48-85DE-F06F1DACC821}" type="presOf" srcId="{A5957F93-79AA-4C29-8F6B-5C36170D040C}" destId="{854CE06F-E228-409D-98D3-D795BADB32DA}" srcOrd="0" destOrd="0" presId="urn:microsoft.com/office/officeart/2005/8/layout/default"/>
    <dgm:cxn modelId="{15B3D382-A92F-46CE-8499-621CCC8EBC54}" type="presOf" srcId="{7841D2F0-2737-44E6-B5C5-7224C41E0E76}" destId="{D2C3554B-D7E9-41C2-8F4F-DCDDBCDCE1B7}" srcOrd="0" destOrd="0" presId="urn:microsoft.com/office/officeart/2005/8/layout/default"/>
    <dgm:cxn modelId="{913E0489-DF86-4C47-BF34-AD660BDB4E79}" srcId="{A5957F93-79AA-4C29-8F6B-5C36170D040C}" destId="{633C3DC2-CBB4-4776-89F5-4D25487C6CED}" srcOrd="0" destOrd="0" parTransId="{1AA5E53C-2012-4E3A-A8E6-CB3836043576}" sibTransId="{EF318279-DC27-41BF-8C61-F279C06B65CA}"/>
    <dgm:cxn modelId="{0E39788C-06F4-4126-97EE-65FE6A8E547A}" srcId="{A5957F93-79AA-4C29-8F6B-5C36170D040C}" destId="{C136CE28-2917-420A-88FB-D7A0B01306D3}" srcOrd="3" destOrd="0" parTransId="{57D96A3E-E4AB-4E39-8BFF-2AF31D9B0B84}" sibTransId="{963EF354-95BB-4B6B-8173-5AE611D078B9}"/>
    <dgm:cxn modelId="{E4C46DC8-85AF-49F5-9E5C-799F580101BF}" type="presOf" srcId="{36ECF2E5-2FF4-4BC7-82A4-8562BD3F4319}" destId="{81941888-38FA-4985-8BC9-B00EBF67878E}" srcOrd="0" destOrd="0" presId="urn:microsoft.com/office/officeart/2005/8/layout/default"/>
    <dgm:cxn modelId="{C17EAAE3-60BB-453A-AD98-E3CB716C702C}" srcId="{A5957F93-79AA-4C29-8F6B-5C36170D040C}" destId="{36ECF2E5-2FF4-4BC7-82A4-8562BD3F4319}" srcOrd="2" destOrd="0" parTransId="{4243E7C8-4687-425C-A47A-8294B871E8BB}" sibTransId="{6FCC636D-17D7-4D22-A78F-9FF896E5F8ED}"/>
    <dgm:cxn modelId="{8468E9FF-A643-47FD-9A18-31FFD5C22FCE}" srcId="{A5957F93-79AA-4C29-8F6B-5C36170D040C}" destId="{7841D2F0-2737-44E6-B5C5-7224C41E0E76}" srcOrd="1" destOrd="0" parTransId="{CA63F6B3-7B82-44A9-B3FD-86075AB1F695}" sibTransId="{DCB14A58-9D9C-4BD5-85A7-D5DBE2E1C53D}"/>
    <dgm:cxn modelId="{F1F18A75-9916-4F7E-9806-D7748FD09FB8}" type="presParOf" srcId="{854CE06F-E228-409D-98D3-D795BADB32DA}" destId="{D5BE8C07-7D71-4D63-AD7A-0F8715172994}" srcOrd="0" destOrd="0" presId="urn:microsoft.com/office/officeart/2005/8/layout/default"/>
    <dgm:cxn modelId="{5DD82E9D-3D99-4AC5-B33E-1D6ED7956389}" type="presParOf" srcId="{854CE06F-E228-409D-98D3-D795BADB32DA}" destId="{FA213F29-B96D-489F-A480-1E402591655A}" srcOrd="1" destOrd="0" presId="urn:microsoft.com/office/officeart/2005/8/layout/default"/>
    <dgm:cxn modelId="{D402AEE6-F762-4357-99CC-97340CDC880B}" type="presParOf" srcId="{854CE06F-E228-409D-98D3-D795BADB32DA}" destId="{D2C3554B-D7E9-41C2-8F4F-DCDDBCDCE1B7}" srcOrd="2" destOrd="0" presId="urn:microsoft.com/office/officeart/2005/8/layout/default"/>
    <dgm:cxn modelId="{67C53F86-8CD7-46B9-9E6E-3D00BE64F0B3}" type="presParOf" srcId="{854CE06F-E228-409D-98D3-D795BADB32DA}" destId="{62144255-5426-4296-B36C-577DA4F8485C}" srcOrd="3" destOrd="0" presId="urn:microsoft.com/office/officeart/2005/8/layout/default"/>
    <dgm:cxn modelId="{F1EB8AA5-7E3A-4C5F-A4C5-C1577A1F3063}" type="presParOf" srcId="{854CE06F-E228-409D-98D3-D795BADB32DA}" destId="{81941888-38FA-4985-8BC9-B00EBF67878E}" srcOrd="4" destOrd="0" presId="urn:microsoft.com/office/officeart/2005/8/layout/default"/>
    <dgm:cxn modelId="{59F785C1-3A90-4D0F-98CB-639BC2E8C1B6}" type="presParOf" srcId="{854CE06F-E228-409D-98D3-D795BADB32DA}" destId="{5ED68D1B-46B9-4D67-871A-24D858271606}" srcOrd="5" destOrd="0" presId="urn:microsoft.com/office/officeart/2005/8/layout/default"/>
    <dgm:cxn modelId="{4998916D-FD74-4667-BBF3-A28454022609}" type="presParOf" srcId="{854CE06F-E228-409D-98D3-D795BADB32DA}" destId="{A3A2E3E9-378F-4B91-8073-21031A4A48B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EE74A61-6127-4D0A-B312-4877F971FF90}" type="doc">
      <dgm:prSet loTypeId="urn:microsoft.com/office/officeart/2005/8/layout/defaul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A594D5-223C-4DD6-BC00-32A01ACB846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5B1EB0F-3155-4024-802F-C56373CB6D58}" type="parTrans" cxnId="{A550BE9B-5DAC-46DB-A77C-B3E48C028C01}">
      <dgm:prSet/>
      <dgm:spPr/>
    </dgm:pt>
    <dgm:pt modelId="{DF96CC10-10E4-4DD1-95AA-8CB1DD1DB204}" type="sibTrans" cxnId="{A550BE9B-5DAC-46DB-A77C-B3E48C028C01}">
      <dgm:prSet/>
      <dgm:spPr/>
    </dgm:pt>
    <dgm:pt modelId="{56001131-581E-4C7A-9A63-72B5EF37B973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5612194F-FEB2-4C19-8FC4-6C7FA921BB8E}" type="parTrans" cxnId="{5058731E-3ABD-4230-A30E-584FDBB2D3BA}">
      <dgm:prSet/>
      <dgm:spPr/>
    </dgm:pt>
    <dgm:pt modelId="{A8D92DF7-314E-4C80-AAB1-AD5609539F6B}" type="sibTrans" cxnId="{5058731E-3ABD-4230-A30E-584FDBB2D3BA}">
      <dgm:prSet/>
      <dgm:spPr/>
    </dgm:pt>
    <dgm:pt modelId="{9A204BF7-1A16-40A5-9CF6-F4EAA1CC7EAE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E8461C59-574F-4F5B-84D1-14989B35824F}" type="parTrans" cxnId="{774C068C-C842-449C-A307-7975E43D1DF2}">
      <dgm:prSet/>
      <dgm:spPr/>
    </dgm:pt>
    <dgm:pt modelId="{5E58BE10-F974-496A-8F5A-9E602D20A4C1}" type="sibTrans" cxnId="{774C068C-C842-449C-A307-7975E43D1DF2}">
      <dgm:prSet/>
      <dgm:spPr/>
    </dgm:pt>
    <dgm:pt modelId="{E5A49FB4-2362-4A74-B7BA-67DAA835D02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0E2B0625-CBB0-4717-A98F-FC25C946AE49}" type="parTrans" cxnId="{96447C2C-19A6-48F9-895B-BA0006D5DEF6}">
      <dgm:prSet/>
      <dgm:spPr/>
    </dgm:pt>
    <dgm:pt modelId="{479C37BB-052B-41B3-AE68-2BE6409499D5}" type="sibTrans" cxnId="{96447C2C-19A6-48F9-895B-BA0006D5DEF6}">
      <dgm:prSet/>
      <dgm:spPr/>
    </dgm:pt>
    <dgm:pt modelId="{B04BFCC8-CD6D-4409-BA2C-ED56766E2C8C}" type="pres">
      <dgm:prSet presAssocID="{1EE74A61-6127-4D0A-B312-4877F971FF90}" presName="diagram" presStyleCnt="0">
        <dgm:presLayoutVars>
          <dgm:dir/>
          <dgm:resizeHandles val="exact"/>
        </dgm:presLayoutVars>
      </dgm:prSet>
      <dgm:spPr/>
    </dgm:pt>
    <dgm:pt modelId="{9F3F325E-8D90-49D6-8226-3B6CEE1B7254}" type="pres">
      <dgm:prSet presAssocID="{0DA594D5-223C-4DD6-BC00-32A01ACB8469}" presName="node" presStyleLbl="node1" presStyleIdx="0" presStyleCnt="4">
        <dgm:presLayoutVars>
          <dgm:bulletEnabled val="1"/>
        </dgm:presLayoutVars>
      </dgm:prSet>
      <dgm:spPr/>
    </dgm:pt>
    <dgm:pt modelId="{D687B7EB-6AB7-475A-9290-EB925249E1B0}" type="pres">
      <dgm:prSet presAssocID="{DF96CC10-10E4-4DD1-95AA-8CB1DD1DB204}" presName="sibTrans" presStyleCnt="0"/>
      <dgm:spPr/>
    </dgm:pt>
    <dgm:pt modelId="{7DD3240A-5627-4598-ADB9-18F1195673A1}" type="pres">
      <dgm:prSet presAssocID="{56001131-581E-4C7A-9A63-72B5EF37B973}" presName="node" presStyleLbl="node1" presStyleIdx="1" presStyleCnt="4">
        <dgm:presLayoutVars>
          <dgm:bulletEnabled val="1"/>
        </dgm:presLayoutVars>
      </dgm:prSet>
      <dgm:spPr/>
    </dgm:pt>
    <dgm:pt modelId="{C91DBFEA-6E32-4E1D-BA34-6B326B6607A5}" type="pres">
      <dgm:prSet presAssocID="{A8D92DF7-314E-4C80-AAB1-AD5609539F6B}" presName="sibTrans" presStyleCnt="0"/>
      <dgm:spPr/>
    </dgm:pt>
    <dgm:pt modelId="{0D09E59D-6111-4772-A7E4-9EAF7138377D}" type="pres">
      <dgm:prSet presAssocID="{9A204BF7-1A16-40A5-9CF6-F4EAA1CC7EAE}" presName="node" presStyleLbl="node1" presStyleIdx="2" presStyleCnt="4">
        <dgm:presLayoutVars>
          <dgm:bulletEnabled val="1"/>
        </dgm:presLayoutVars>
      </dgm:prSet>
      <dgm:spPr/>
    </dgm:pt>
    <dgm:pt modelId="{37BE09E3-D00C-4910-BE86-3274023479F0}" type="pres">
      <dgm:prSet presAssocID="{5E58BE10-F974-496A-8F5A-9E602D20A4C1}" presName="sibTrans" presStyleCnt="0"/>
      <dgm:spPr/>
    </dgm:pt>
    <dgm:pt modelId="{FBEE2DEB-3F2E-4136-9AAF-CF4349C99500}" type="pres">
      <dgm:prSet presAssocID="{E5A49FB4-2362-4A74-B7BA-67DAA835D02A}" presName="node" presStyleLbl="node1" presStyleIdx="3" presStyleCnt="4">
        <dgm:presLayoutVars>
          <dgm:bulletEnabled val="1"/>
        </dgm:presLayoutVars>
      </dgm:prSet>
      <dgm:spPr/>
    </dgm:pt>
  </dgm:ptLst>
  <dgm:cxnLst>
    <dgm:cxn modelId="{967F2714-AD95-450A-91CB-AAF24624697B}" type="presOf" srcId="{0DA594D5-223C-4DD6-BC00-32A01ACB8469}" destId="{9F3F325E-8D90-49D6-8226-3B6CEE1B7254}" srcOrd="0" destOrd="0" presId="urn:microsoft.com/office/officeart/2005/8/layout/default"/>
    <dgm:cxn modelId="{5058731E-3ABD-4230-A30E-584FDBB2D3BA}" srcId="{1EE74A61-6127-4D0A-B312-4877F971FF90}" destId="{56001131-581E-4C7A-9A63-72B5EF37B973}" srcOrd="1" destOrd="0" parTransId="{5612194F-FEB2-4C19-8FC4-6C7FA921BB8E}" sibTransId="{A8D92DF7-314E-4C80-AAB1-AD5609539F6B}"/>
    <dgm:cxn modelId="{CDD90024-2A2C-4145-8F4A-7D3A741DC3FD}" type="presOf" srcId="{9A204BF7-1A16-40A5-9CF6-F4EAA1CC7EAE}" destId="{0D09E59D-6111-4772-A7E4-9EAF7138377D}" srcOrd="0" destOrd="0" presId="urn:microsoft.com/office/officeart/2005/8/layout/default"/>
    <dgm:cxn modelId="{96447C2C-19A6-48F9-895B-BA0006D5DEF6}" srcId="{1EE74A61-6127-4D0A-B312-4877F971FF90}" destId="{E5A49FB4-2362-4A74-B7BA-67DAA835D02A}" srcOrd="3" destOrd="0" parTransId="{0E2B0625-CBB0-4717-A98F-FC25C946AE49}" sibTransId="{479C37BB-052B-41B3-AE68-2BE6409499D5}"/>
    <dgm:cxn modelId="{6EC4D94F-4D54-4B48-BE26-52052F887242}" type="presOf" srcId="{1EE74A61-6127-4D0A-B312-4877F971FF90}" destId="{B04BFCC8-CD6D-4409-BA2C-ED56766E2C8C}" srcOrd="0" destOrd="0" presId="urn:microsoft.com/office/officeart/2005/8/layout/default"/>
    <dgm:cxn modelId="{74D48974-BB2F-4E9D-BACA-962AC2ECDD5E}" type="presOf" srcId="{E5A49FB4-2362-4A74-B7BA-67DAA835D02A}" destId="{FBEE2DEB-3F2E-4136-9AAF-CF4349C99500}" srcOrd="0" destOrd="0" presId="urn:microsoft.com/office/officeart/2005/8/layout/default"/>
    <dgm:cxn modelId="{1EA3D058-15A8-4E62-82AE-5E130EB279EB}" type="presOf" srcId="{56001131-581E-4C7A-9A63-72B5EF37B973}" destId="{7DD3240A-5627-4598-ADB9-18F1195673A1}" srcOrd="0" destOrd="0" presId="urn:microsoft.com/office/officeart/2005/8/layout/default"/>
    <dgm:cxn modelId="{774C068C-C842-449C-A307-7975E43D1DF2}" srcId="{1EE74A61-6127-4D0A-B312-4877F971FF90}" destId="{9A204BF7-1A16-40A5-9CF6-F4EAA1CC7EAE}" srcOrd="2" destOrd="0" parTransId="{E8461C59-574F-4F5B-84D1-14989B35824F}" sibTransId="{5E58BE10-F974-496A-8F5A-9E602D20A4C1}"/>
    <dgm:cxn modelId="{A550BE9B-5DAC-46DB-A77C-B3E48C028C01}" srcId="{1EE74A61-6127-4D0A-B312-4877F971FF90}" destId="{0DA594D5-223C-4DD6-BC00-32A01ACB8469}" srcOrd="0" destOrd="0" parTransId="{85B1EB0F-3155-4024-802F-C56373CB6D58}" sibTransId="{DF96CC10-10E4-4DD1-95AA-8CB1DD1DB204}"/>
    <dgm:cxn modelId="{DA92D275-6723-436D-B066-D6576AB70D9D}" type="presParOf" srcId="{B04BFCC8-CD6D-4409-BA2C-ED56766E2C8C}" destId="{9F3F325E-8D90-49D6-8226-3B6CEE1B7254}" srcOrd="0" destOrd="0" presId="urn:microsoft.com/office/officeart/2005/8/layout/default"/>
    <dgm:cxn modelId="{E6D39120-11C9-4A29-B1F1-7630D4C1B532}" type="presParOf" srcId="{B04BFCC8-CD6D-4409-BA2C-ED56766E2C8C}" destId="{D687B7EB-6AB7-475A-9290-EB925249E1B0}" srcOrd="1" destOrd="0" presId="urn:microsoft.com/office/officeart/2005/8/layout/default"/>
    <dgm:cxn modelId="{843732FB-A2DD-44F8-A37A-5D2277EBAAEB}" type="presParOf" srcId="{B04BFCC8-CD6D-4409-BA2C-ED56766E2C8C}" destId="{7DD3240A-5627-4598-ADB9-18F1195673A1}" srcOrd="2" destOrd="0" presId="urn:microsoft.com/office/officeart/2005/8/layout/default"/>
    <dgm:cxn modelId="{38B66D2C-C2BD-48AE-8AE5-E1DDDAA5F7F6}" type="presParOf" srcId="{B04BFCC8-CD6D-4409-BA2C-ED56766E2C8C}" destId="{C91DBFEA-6E32-4E1D-BA34-6B326B6607A5}" srcOrd="3" destOrd="0" presId="urn:microsoft.com/office/officeart/2005/8/layout/default"/>
    <dgm:cxn modelId="{F8669242-8F73-4847-80DC-8C45E7F8F18C}" type="presParOf" srcId="{B04BFCC8-CD6D-4409-BA2C-ED56766E2C8C}" destId="{0D09E59D-6111-4772-A7E4-9EAF7138377D}" srcOrd="4" destOrd="0" presId="urn:microsoft.com/office/officeart/2005/8/layout/default"/>
    <dgm:cxn modelId="{CFB19AC9-ED6D-47B5-B770-4E38EE0C5215}" type="presParOf" srcId="{B04BFCC8-CD6D-4409-BA2C-ED56766E2C8C}" destId="{37BE09E3-D00C-4910-BE86-3274023479F0}" srcOrd="5" destOrd="0" presId="urn:microsoft.com/office/officeart/2005/8/layout/default"/>
    <dgm:cxn modelId="{B97E0322-A243-4A3A-BAB4-0C216B68C976}" type="presParOf" srcId="{B04BFCC8-CD6D-4409-BA2C-ED56766E2C8C}" destId="{FBEE2DEB-3F2E-4136-9AAF-CF4349C9950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D8EFB2-7270-4B68-ACE2-4CC4AAB32647}" type="doc">
      <dgm:prSet loTypeId="urn:microsoft.com/office/officeart/2005/8/layout/default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D6753D-DF4C-4369-8A2D-5C51A19D634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BAA0AB02-C353-4860-BB14-A2BE7DD7EE56}" type="parTrans" cxnId="{496749B8-2B85-448A-9A84-B7E9E7881C53}">
      <dgm:prSet/>
      <dgm:spPr/>
    </dgm:pt>
    <dgm:pt modelId="{91EED56F-3BE6-4275-9C13-5938A16822AF}" type="sibTrans" cxnId="{496749B8-2B85-448A-9A84-B7E9E7881C53}">
      <dgm:prSet/>
      <dgm:spPr/>
    </dgm:pt>
    <dgm:pt modelId="{551D41D1-8E84-45A1-85A4-16BBC610DB60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0FB2AD4C-9C37-4A85-9CAD-C96239613AC4}" type="parTrans" cxnId="{038F73A9-664B-4A49-8F9E-1ABE82DB376B}">
      <dgm:prSet/>
      <dgm:spPr/>
    </dgm:pt>
    <dgm:pt modelId="{17410211-F8B3-49A3-B0FC-4C71847FE486}" type="sibTrans" cxnId="{038F73A9-664B-4A49-8F9E-1ABE82DB376B}">
      <dgm:prSet/>
      <dgm:spPr/>
    </dgm:pt>
    <dgm:pt modelId="{F84B6C51-75FA-4EA8-AAC4-0087983E6E3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C4BD1B66-2EB0-4A64-881A-3F52C03CE9B4}" type="parTrans" cxnId="{EA037001-7D6D-46DC-8A24-5BC6F86D2EB6}">
      <dgm:prSet/>
      <dgm:spPr/>
    </dgm:pt>
    <dgm:pt modelId="{F53C1075-776A-4154-BBB0-9D46C9309CE0}" type="sibTrans" cxnId="{EA037001-7D6D-46DC-8A24-5BC6F86D2EB6}">
      <dgm:prSet/>
      <dgm:spPr/>
    </dgm:pt>
    <dgm:pt modelId="{5FC3150F-7A38-42E5-ABEF-9F662C161470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3B0DC880-1D4E-4DC6-91E5-C1C5BF9D5D61}" type="parTrans" cxnId="{234058A3-B58C-4869-8CC7-C8055067CF6D}">
      <dgm:prSet/>
      <dgm:spPr/>
    </dgm:pt>
    <dgm:pt modelId="{2B6E689D-574A-4E61-84A6-5621A0D326B2}" type="sibTrans" cxnId="{234058A3-B58C-4869-8CC7-C8055067CF6D}">
      <dgm:prSet/>
      <dgm:spPr/>
    </dgm:pt>
    <dgm:pt modelId="{E1A6C973-3FD7-4AD5-96DF-DFBAB47B73CD}" type="pres">
      <dgm:prSet presAssocID="{96D8EFB2-7270-4B68-ACE2-4CC4AAB32647}" presName="diagram" presStyleCnt="0">
        <dgm:presLayoutVars>
          <dgm:dir/>
          <dgm:resizeHandles val="exact"/>
        </dgm:presLayoutVars>
      </dgm:prSet>
      <dgm:spPr/>
    </dgm:pt>
    <dgm:pt modelId="{782BD46F-662C-4179-AF12-56E0A4ACCD17}" type="pres">
      <dgm:prSet presAssocID="{76D6753D-DF4C-4369-8A2D-5C51A19D6349}" presName="node" presStyleLbl="node1" presStyleIdx="0" presStyleCnt="4">
        <dgm:presLayoutVars>
          <dgm:bulletEnabled val="1"/>
        </dgm:presLayoutVars>
      </dgm:prSet>
      <dgm:spPr/>
    </dgm:pt>
    <dgm:pt modelId="{D779CFFB-4169-4132-8CB5-50DE931B128F}" type="pres">
      <dgm:prSet presAssocID="{91EED56F-3BE6-4275-9C13-5938A16822AF}" presName="sibTrans" presStyleCnt="0"/>
      <dgm:spPr/>
    </dgm:pt>
    <dgm:pt modelId="{75DB54FD-2D67-43F2-ABEE-A581E6B0FD67}" type="pres">
      <dgm:prSet presAssocID="{551D41D1-8E84-45A1-85A4-16BBC610DB60}" presName="node" presStyleLbl="node1" presStyleIdx="1" presStyleCnt="4">
        <dgm:presLayoutVars>
          <dgm:bulletEnabled val="1"/>
        </dgm:presLayoutVars>
      </dgm:prSet>
      <dgm:spPr/>
    </dgm:pt>
    <dgm:pt modelId="{4830E2DF-5739-47D4-8727-4584A73D5755}" type="pres">
      <dgm:prSet presAssocID="{17410211-F8B3-49A3-B0FC-4C71847FE486}" presName="sibTrans" presStyleCnt="0"/>
      <dgm:spPr/>
    </dgm:pt>
    <dgm:pt modelId="{AE6227B1-F747-4F50-9134-225FB8BD7B37}" type="pres">
      <dgm:prSet presAssocID="{F84B6C51-75FA-4EA8-AAC4-0087983E6E3A}" presName="node" presStyleLbl="node1" presStyleIdx="2" presStyleCnt="4">
        <dgm:presLayoutVars>
          <dgm:bulletEnabled val="1"/>
        </dgm:presLayoutVars>
      </dgm:prSet>
      <dgm:spPr/>
    </dgm:pt>
    <dgm:pt modelId="{72E5CA06-B0AC-4FA3-84A3-02EE2DA18252}" type="pres">
      <dgm:prSet presAssocID="{F53C1075-776A-4154-BBB0-9D46C9309CE0}" presName="sibTrans" presStyleCnt="0"/>
      <dgm:spPr/>
    </dgm:pt>
    <dgm:pt modelId="{B0EA6098-175F-40F2-8D28-7E4145D22F65}" type="pres">
      <dgm:prSet presAssocID="{5FC3150F-7A38-42E5-ABEF-9F662C161470}" presName="node" presStyleLbl="node1" presStyleIdx="3" presStyleCnt="4">
        <dgm:presLayoutVars>
          <dgm:bulletEnabled val="1"/>
        </dgm:presLayoutVars>
      </dgm:prSet>
      <dgm:spPr/>
    </dgm:pt>
  </dgm:ptLst>
  <dgm:cxnLst>
    <dgm:cxn modelId="{EA037001-7D6D-46DC-8A24-5BC6F86D2EB6}" srcId="{96D8EFB2-7270-4B68-ACE2-4CC4AAB32647}" destId="{F84B6C51-75FA-4EA8-AAC4-0087983E6E3A}" srcOrd="2" destOrd="0" parTransId="{C4BD1B66-2EB0-4A64-881A-3F52C03CE9B4}" sibTransId="{F53C1075-776A-4154-BBB0-9D46C9309CE0}"/>
    <dgm:cxn modelId="{05F50934-A4AE-4163-A586-10AD3EF9529A}" type="presOf" srcId="{76D6753D-DF4C-4369-8A2D-5C51A19D6349}" destId="{782BD46F-662C-4179-AF12-56E0A4ACCD17}" srcOrd="0" destOrd="0" presId="urn:microsoft.com/office/officeart/2005/8/layout/default"/>
    <dgm:cxn modelId="{70B6DF40-CA73-4DAB-884F-6923D40A6DF1}" type="presOf" srcId="{551D41D1-8E84-45A1-85A4-16BBC610DB60}" destId="{75DB54FD-2D67-43F2-ABEE-A581E6B0FD67}" srcOrd="0" destOrd="0" presId="urn:microsoft.com/office/officeart/2005/8/layout/default"/>
    <dgm:cxn modelId="{AD8C676A-3EFF-49DC-83AA-6F17495F3330}" type="presOf" srcId="{96D8EFB2-7270-4B68-ACE2-4CC4AAB32647}" destId="{E1A6C973-3FD7-4AD5-96DF-DFBAB47B73CD}" srcOrd="0" destOrd="0" presId="urn:microsoft.com/office/officeart/2005/8/layout/default"/>
    <dgm:cxn modelId="{8905999C-1D66-4782-B49C-99D282F7F8BD}" type="presOf" srcId="{F84B6C51-75FA-4EA8-AAC4-0087983E6E3A}" destId="{AE6227B1-F747-4F50-9134-225FB8BD7B37}" srcOrd="0" destOrd="0" presId="urn:microsoft.com/office/officeart/2005/8/layout/default"/>
    <dgm:cxn modelId="{234058A3-B58C-4869-8CC7-C8055067CF6D}" srcId="{96D8EFB2-7270-4B68-ACE2-4CC4AAB32647}" destId="{5FC3150F-7A38-42E5-ABEF-9F662C161470}" srcOrd="3" destOrd="0" parTransId="{3B0DC880-1D4E-4DC6-91E5-C1C5BF9D5D61}" sibTransId="{2B6E689D-574A-4E61-84A6-5621A0D326B2}"/>
    <dgm:cxn modelId="{038F73A9-664B-4A49-8F9E-1ABE82DB376B}" srcId="{96D8EFB2-7270-4B68-ACE2-4CC4AAB32647}" destId="{551D41D1-8E84-45A1-85A4-16BBC610DB60}" srcOrd="1" destOrd="0" parTransId="{0FB2AD4C-9C37-4A85-9CAD-C96239613AC4}" sibTransId="{17410211-F8B3-49A3-B0FC-4C71847FE486}"/>
    <dgm:cxn modelId="{496749B8-2B85-448A-9A84-B7E9E7881C53}" srcId="{96D8EFB2-7270-4B68-ACE2-4CC4AAB32647}" destId="{76D6753D-DF4C-4369-8A2D-5C51A19D6349}" srcOrd="0" destOrd="0" parTransId="{BAA0AB02-C353-4860-BB14-A2BE7DD7EE56}" sibTransId="{91EED56F-3BE6-4275-9C13-5938A16822AF}"/>
    <dgm:cxn modelId="{9CEC93B8-F9B3-4A10-BF1B-A62D459E948A}" type="presOf" srcId="{5FC3150F-7A38-42E5-ABEF-9F662C161470}" destId="{B0EA6098-175F-40F2-8D28-7E4145D22F65}" srcOrd="0" destOrd="0" presId="urn:microsoft.com/office/officeart/2005/8/layout/default"/>
    <dgm:cxn modelId="{05ACFD35-F1C1-4343-AE6D-858C389F4AD0}" type="presParOf" srcId="{E1A6C973-3FD7-4AD5-96DF-DFBAB47B73CD}" destId="{782BD46F-662C-4179-AF12-56E0A4ACCD17}" srcOrd="0" destOrd="0" presId="urn:microsoft.com/office/officeart/2005/8/layout/default"/>
    <dgm:cxn modelId="{08182667-877D-439C-A0E6-96949E25FFD7}" type="presParOf" srcId="{E1A6C973-3FD7-4AD5-96DF-DFBAB47B73CD}" destId="{D779CFFB-4169-4132-8CB5-50DE931B128F}" srcOrd="1" destOrd="0" presId="urn:microsoft.com/office/officeart/2005/8/layout/default"/>
    <dgm:cxn modelId="{E50F62F0-B51C-49C7-8B99-177318AFD8C5}" type="presParOf" srcId="{E1A6C973-3FD7-4AD5-96DF-DFBAB47B73CD}" destId="{75DB54FD-2D67-43F2-ABEE-A581E6B0FD67}" srcOrd="2" destOrd="0" presId="urn:microsoft.com/office/officeart/2005/8/layout/default"/>
    <dgm:cxn modelId="{43042960-86C0-48E3-A350-B641CCCC8785}" type="presParOf" srcId="{E1A6C973-3FD7-4AD5-96DF-DFBAB47B73CD}" destId="{4830E2DF-5739-47D4-8727-4584A73D5755}" srcOrd="3" destOrd="0" presId="urn:microsoft.com/office/officeart/2005/8/layout/default"/>
    <dgm:cxn modelId="{8D34879A-8E4F-4272-8E25-1345ED6C2E17}" type="presParOf" srcId="{E1A6C973-3FD7-4AD5-96DF-DFBAB47B73CD}" destId="{AE6227B1-F747-4F50-9134-225FB8BD7B37}" srcOrd="4" destOrd="0" presId="urn:microsoft.com/office/officeart/2005/8/layout/default"/>
    <dgm:cxn modelId="{EFC10710-15D2-4C3E-A993-CA09F6E2151E}" type="presParOf" srcId="{E1A6C973-3FD7-4AD5-96DF-DFBAB47B73CD}" destId="{72E5CA06-B0AC-4FA3-84A3-02EE2DA18252}" srcOrd="5" destOrd="0" presId="urn:microsoft.com/office/officeart/2005/8/layout/default"/>
    <dgm:cxn modelId="{0BFCC0D0-E4A2-4C38-B960-F59D6412189C}" type="presParOf" srcId="{E1A6C973-3FD7-4AD5-96DF-DFBAB47B73CD}" destId="{B0EA6098-175F-40F2-8D28-7E4145D22F6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E47EFE5-02C4-41B2-AF6E-81B638DEBDC0}" type="doc">
      <dgm:prSet loTypeId="urn:microsoft.com/office/officeart/2005/8/layout/defaul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249A84-5886-49AD-9938-98E743CEF67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0F79C20-7F85-450D-B2A3-76E2CF80FB85}" type="parTrans" cxnId="{76163151-9A55-450B-9D67-A203873EAC90}">
      <dgm:prSet/>
      <dgm:spPr/>
    </dgm:pt>
    <dgm:pt modelId="{B588E889-6DEC-4DFB-A68F-06CDF8BBEFCE}" type="sibTrans" cxnId="{76163151-9A55-450B-9D67-A203873EAC90}">
      <dgm:prSet/>
      <dgm:spPr/>
    </dgm:pt>
    <dgm:pt modelId="{2E5DBCC6-ACCA-43FE-9FC8-656447209A3C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5854647-2C37-4C89-9673-95E302F2561D}" type="parTrans" cxnId="{9FB6013C-A1E4-46AC-BA97-BD0AA9F46237}">
      <dgm:prSet/>
      <dgm:spPr/>
    </dgm:pt>
    <dgm:pt modelId="{1ED4349B-A4F2-4A88-97DA-E36C3735D80D}" type="sibTrans" cxnId="{9FB6013C-A1E4-46AC-BA97-BD0AA9F46237}">
      <dgm:prSet/>
      <dgm:spPr/>
    </dgm:pt>
    <dgm:pt modelId="{C9A9AEE9-131A-436D-AF9B-2F93CCC4AB3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D9B3BD5-95F0-48BA-AF67-15B8BF4F0ED8}" type="parTrans" cxnId="{5A84759A-57E8-4B4A-9282-9C1A86C6B133}">
      <dgm:prSet/>
      <dgm:spPr/>
    </dgm:pt>
    <dgm:pt modelId="{BAEAAA4B-3E15-49CA-A254-365D5CD4D4C2}" type="sibTrans" cxnId="{5A84759A-57E8-4B4A-9282-9C1A86C6B133}">
      <dgm:prSet/>
      <dgm:spPr/>
    </dgm:pt>
    <dgm:pt modelId="{56E6DD23-FFAC-4874-8EE6-24E3C6914CBD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5034D08A-B759-42EC-8A9A-FD9C0FF2038A}" type="parTrans" cxnId="{47D0429E-6717-4F8A-A20A-DB8C130F8636}">
      <dgm:prSet/>
      <dgm:spPr/>
    </dgm:pt>
    <dgm:pt modelId="{605AC152-0888-45AB-B19D-D5B07130FD04}" type="sibTrans" cxnId="{47D0429E-6717-4F8A-A20A-DB8C130F8636}">
      <dgm:prSet/>
      <dgm:spPr/>
    </dgm:pt>
    <dgm:pt modelId="{5F12AA9C-A2A5-46B4-BA9F-4D6D266C0B08}" type="pres">
      <dgm:prSet presAssocID="{2E47EFE5-02C4-41B2-AF6E-81B638DEBDC0}" presName="diagram" presStyleCnt="0">
        <dgm:presLayoutVars>
          <dgm:dir/>
          <dgm:resizeHandles val="exact"/>
        </dgm:presLayoutVars>
      </dgm:prSet>
      <dgm:spPr/>
    </dgm:pt>
    <dgm:pt modelId="{D51B4AAB-FF04-4EAD-9128-7DEB4617F719}" type="pres">
      <dgm:prSet presAssocID="{F6249A84-5886-49AD-9938-98E743CEF679}" presName="node" presStyleLbl="node1" presStyleIdx="0" presStyleCnt="4">
        <dgm:presLayoutVars>
          <dgm:bulletEnabled val="1"/>
        </dgm:presLayoutVars>
      </dgm:prSet>
      <dgm:spPr/>
    </dgm:pt>
    <dgm:pt modelId="{633F6968-25DB-48BB-8FC9-70EB20313012}" type="pres">
      <dgm:prSet presAssocID="{B588E889-6DEC-4DFB-A68F-06CDF8BBEFCE}" presName="sibTrans" presStyleCnt="0"/>
      <dgm:spPr/>
    </dgm:pt>
    <dgm:pt modelId="{BFD5F1E5-C403-4B44-A917-94B8841A454C}" type="pres">
      <dgm:prSet presAssocID="{2E5DBCC6-ACCA-43FE-9FC8-656447209A3C}" presName="node" presStyleLbl="node1" presStyleIdx="1" presStyleCnt="4">
        <dgm:presLayoutVars>
          <dgm:bulletEnabled val="1"/>
        </dgm:presLayoutVars>
      </dgm:prSet>
      <dgm:spPr/>
    </dgm:pt>
    <dgm:pt modelId="{207F8940-DF73-4300-B1E0-4CBB5A75685E}" type="pres">
      <dgm:prSet presAssocID="{1ED4349B-A4F2-4A88-97DA-E36C3735D80D}" presName="sibTrans" presStyleCnt="0"/>
      <dgm:spPr/>
    </dgm:pt>
    <dgm:pt modelId="{0DC61762-56E5-4812-9DE5-21452CEC542D}" type="pres">
      <dgm:prSet presAssocID="{C9A9AEE9-131A-436D-AF9B-2F93CCC4AB30}" presName="node" presStyleLbl="node1" presStyleIdx="2" presStyleCnt="4">
        <dgm:presLayoutVars>
          <dgm:bulletEnabled val="1"/>
        </dgm:presLayoutVars>
      </dgm:prSet>
      <dgm:spPr/>
    </dgm:pt>
    <dgm:pt modelId="{D9ED2EB1-A7AC-4497-BE65-4A231777BAD7}" type="pres">
      <dgm:prSet presAssocID="{BAEAAA4B-3E15-49CA-A254-365D5CD4D4C2}" presName="sibTrans" presStyleCnt="0"/>
      <dgm:spPr/>
    </dgm:pt>
    <dgm:pt modelId="{0542BF9D-8767-4C42-ADEC-FEED08271103}" type="pres">
      <dgm:prSet presAssocID="{56E6DD23-FFAC-4874-8EE6-24E3C6914CBD}" presName="node" presStyleLbl="node1" presStyleIdx="3" presStyleCnt="4">
        <dgm:presLayoutVars>
          <dgm:bulletEnabled val="1"/>
        </dgm:presLayoutVars>
      </dgm:prSet>
      <dgm:spPr/>
    </dgm:pt>
  </dgm:ptLst>
  <dgm:cxnLst>
    <dgm:cxn modelId="{9BEB9F12-27AA-461E-96BC-8D802DD0094E}" type="presOf" srcId="{2E47EFE5-02C4-41B2-AF6E-81B638DEBDC0}" destId="{5F12AA9C-A2A5-46B4-BA9F-4D6D266C0B08}" srcOrd="0" destOrd="0" presId="urn:microsoft.com/office/officeart/2005/8/layout/default"/>
    <dgm:cxn modelId="{9FB6013C-A1E4-46AC-BA97-BD0AA9F46237}" srcId="{2E47EFE5-02C4-41B2-AF6E-81B638DEBDC0}" destId="{2E5DBCC6-ACCA-43FE-9FC8-656447209A3C}" srcOrd="1" destOrd="0" parTransId="{75854647-2C37-4C89-9673-95E302F2561D}" sibTransId="{1ED4349B-A4F2-4A88-97DA-E36C3735D80D}"/>
    <dgm:cxn modelId="{76163151-9A55-450B-9D67-A203873EAC90}" srcId="{2E47EFE5-02C4-41B2-AF6E-81B638DEBDC0}" destId="{F6249A84-5886-49AD-9938-98E743CEF679}" srcOrd="0" destOrd="0" parTransId="{60F79C20-7F85-450D-B2A3-76E2CF80FB85}" sibTransId="{B588E889-6DEC-4DFB-A68F-06CDF8BBEFCE}"/>
    <dgm:cxn modelId="{2D28DD92-39F5-440F-902E-C41A340D565B}" type="presOf" srcId="{F6249A84-5886-49AD-9938-98E743CEF679}" destId="{D51B4AAB-FF04-4EAD-9128-7DEB4617F719}" srcOrd="0" destOrd="0" presId="urn:microsoft.com/office/officeart/2005/8/layout/default"/>
    <dgm:cxn modelId="{5A84759A-57E8-4B4A-9282-9C1A86C6B133}" srcId="{2E47EFE5-02C4-41B2-AF6E-81B638DEBDC0}" destId="{C9A9AEE9-131A-436D-AF9B-2F93CCC4AB30}" srcOrd="2" destOrd="0" parTransId="{2D9B3BD5-95F0-48BA-AF67-15B8BF4F0ED8}" sibTransId="{BAEAAA4B-3E15-49CA-A254-365D5CD4D4C2}"/>
    <dgm:cxn modelId="{79203D9B-566D-4F70-9C19-5E213D6319D7}" type="presOf" srcId="{C9A9AEE9-131A-436D-AF9B-2F93CCC4AB30}" destId="{0DC61762-56E5-4812-9DE5-21452CEC542D}" srcOrd="0" destOrd="0" presId="urn:microsoft.com/office/officeart/2005/8/layout/default"/>
    <dgm:cxn modelId="{47D0429E-6717-4F8A-A20A-DB8C130F8636}" srcId="{2E47EFE5-02C4-41B2-AF6E-81B638DEBDC0}" destId="{56E6DD23-FFAC-4874-8EE6-24E3C6914CBD}" srcOrd="3" destOrd="0" parTransId="{5034D08A-B759-42EC-8A9A-FD9C0FF2038A}" sibTransId="{605AC152-0888-45AB-B19D-D5B07130FD04}"/>
    <dgm:cxn modelId="{032A77E0-8070-47CB-8D5F-0ADCE5C3043E}" type="presOf" srcId="{56E6DD23-FFAC-4874-8EE6-24E3C6914CBD}" destId="{0542BF9D-8767-4C42-ADEC-FEED08271103}" srcOrd="0" destOrd="0" presId="urn:microsoft.com/office/officeart/2005/8/layout/default"/>
    <dgm:cxn modelId="{CDF408EA-36FE-4B89-93B9-4EE65065ABA7}" type="presOf" srcId="{2E5DBCC6-ACCA-43FE-9FC8-656447209A3C}" destId="{BFD5F1E5-C403-4B44-A917-94B8841A454C}" srcOrd="0" destOrd="0" presId="urn:microsoft.com/office/officeart/2005/8/layout/default"/>
    <dgm:cxn modelId="{F8F04B6F-666D-42E1-B404-97803B89E8AA}" type="presParOf" srcId="{5F12AA9C-A2A5-46B4-BA9F-4D6D266C0B08}" destId="{D51B4AAB-FF04-4EAD-9128-7DEB4617F719}" srcOrd="0" destOrd="0" presId="urn:microsoft.com/office/officeart/2005/8/layout/default"/>
    <dgm:cxn modelId="{344AA10E-89EF-41F9-8248-0C6808565E1D}" type="presParOf" srcId="{5F12AA9C-A2A5-46B4-BA9F-4D6D266C0B08}" destId="{633F6968-25DB-48BB-8FC9-70EB20313012}" srcOrd="1" destOrd="0" presId="urn:microsoft.com/office/officeart/2005/8/layout/default"/>
    <dgm:cxn modelId="{B5181A89-8D52-495C-BEEA-4F42B50DF16D}" type="presParOf" srcId="{5F12AA9C-A2A5-46B4-BA9F-4D6D266C0B08}" destId="{BFD5F1E5-C403-4B44-A917-94B8841A454C}" srcOrd="2" destOrd="0" presId="urn:microsoft.com/office/officeart/2005/8/layout/default"/>
    <dgm:cxn modelId="{E9EF6BBA-6CFD-4037-A045-26429B7A1379}" type="presParOf" srcId="{5F12AA9C-A2A5-46B4-BA9F-4D6D266C0B08}" destId="{207F8940-DF73-4300-B1E0-4CBB5A75685E}" srcOrd="3" destOrd="0" presId="urn:microsoft.com/office/officeart/2005/8/layout/default"/>
    <dgm:cxn modelId="{AF9865D9-6D30-4377-B9E2-0D65974E47EB}" type="presParOf" srcId="{5F12AA9C-A2A5-46B4-BA9F-4D6D266C0B08}" destId="{0DC61762-56E5-4812-9DE5-21452CEC542D}" srcOrd="4" destOrd="0" presId="urn:microsoft.com/office/officeart/2005/8/layout/default"/>
    <dgm:cxn modelId="{214ECE11-3E6B-487C-8E86-CCC48B0ACE0B}" type="presParOf" srcId="{5F12AA9C-A2A5-46B4-BA9F-4D6D266C0B08}" destId="{D9ED2EB1-A7AC-4497-BE65-4A231777BAD7}" srcOrd="5" destOrd="0" presId="urn:microsoft.com/office/officeart/2005/8/layout/default"/>
    <dgm:cxn modelId="{D831068E-AE2A-4411-AF17-12155D581DE5}" type="presParOf" srcId="{5F12AA9C-A2A5-46B4-BA9F-4D6D266C0B08}" destId="{0542BF9D-8767-4C42-ADEC-FEED0827110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9B3608D-74A0-4895-92B8-AC5C52EE3F37}" type="doc">
      <dgm:prSet loTypeId="urn:microsoft.com/office/officeart/2005/8/layout/default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F51887-C33B-4BDB-98A4-6978A591656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1AE8342-C22B-4CDB-AF24-E958135BC820}" type="parTrans" cxnId="{09BA8DB6-0E3D-4643-A8A8-85B2DDBDB42D}">
      <dgm:prSet/>
      <dgm:spPr/>
    </dgm:pt>
    <dgm:pt modelId="{CE3DC4C4-EECF-4B50-AB46-825159908ABE}" type="sibTrans" cxnId="{09BA8DB6-0E3D-4643-A8A8-85B2DDBDB42D}">
      <dgm:prSet/>
      <dgm:spPr/>
    </dgm:pt>
    <dgm:pt modelId="{05ADEFA6-8AD2-4468-835C-9146BF766915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25F498FC-1EE1-4B89-99EF-18B5663360D6}" type="parTrans" cxnId="{DEDD78C3-1866-4201-B9E7-04DB8DF6B836}">
      <dgm:prSet/>
      <dgm:spPr/>
    </dgm:pt>
    <dgm:pt modelId="{AFBE7BA5-B5DA-418C-81E2-1D62433ACAB6}" type="sibTrans" cxnId="{DEDD78C3-1866-4201-B9E7-04DB8DF6B836}">
      <dgm:prSet/>
      <dgm:spPr/>
    </dgm:pt>
    <dgm:pt modelId="{F9DBBD46-285F-47EF-8498-7CCFF634307E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343C2EE-7F53-4691-A39E-3C9C2660A168}" type="parTrans" cxnId="{29399749-932B-42BA-BFAD-7EA99AC1D8F5}">
      <dgm:prSet/>
      <dgm:spPr/>
    </dgm:pt>
    <dgm:pt modelId="{DFDF2ECC-205F-4EA5-B46D-AB15BABB6CE6}" type="sibTrans" cxnId="{29399749-932B-42BA-BFAD-7EA99AC1D8F5}">
      <dgm:prSet/>
      <dgm:spPr/>
    </dgm:pt>
    <dgm:pt modelId="{48CE6D4E-1701-45E4-86B8-2586894B13C8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776A400B-4458-41D2-94A6-1467A3023606}" type="parTrans" cxnId="{F2A06336-30A3-4CC1-8CF7-475F339022F4}">
      <dgm:prSet/>
      <dgm:spPr/>
    </dgm:pt>
    <dgm:pt modelId="{427B461E-A526-4B71-B628-E73E1F188CA9}" type="sibTrans" cxnId="{F2A06336-30A3-4CC1-8CF7-475F339022F4}">
      <dgm:prSet/>
      <dgm:spPr/>
    </dgm:pt>
    <dgm:pt modelId="{D600DFB6-EE0D-457B-9B16-CBCD0F877095}" type="pres">
      <dgm:prSet presAssocID="{D9B3608D-74A0-4895-92B8-AC5C52EE3F37}" presName="diagram" presStyleCnt="0">
        <dgm:presLayoutVars>
          <dgm:dir/>
          <dgm:resizeHandles val="exact"/>
        </dgm:presLayoutVars>
      </dgm:prSet>
      <dgm:spPr/>
    </dgm:pt>
    <dgm:pt modelId="{A36B51D8-691B-4EE6-95B9-1497DACFA224}" type="pres">
      <dgm:prSet presAssocID="{DBF51887-C33B-4BDB-98A4-6978A591656D}" presName="node" presStyleLbl="node1" presStyleIdx="0" presStyleCnt="4">
        <dgm:presLayoutVars>
          <dgm:bulletEnabled val="1"/>
        </dgm:presLayoutVars>
      </dgm:prSet>
      <dgm:spPr/>
    </dgm:pt>
    <dgm:pt modelId="{D8AFC5EA-1588-4244-9623-CB3A938E1D67}" type="pres">
      <dgm:prSet presAssocID="{CE3DC4C4-EECF-4B50-AB46-825159908ABE}" presName="sibTrans" presStyleCnt="0"/>
      <dgm:spPr/>
    </dgm:pt>
    <dgm:pt modelId="{6CF9039C-658F-456E-A564-A7F62E2591DF}" type="pres">
      <dgm:prSet presAssocID="{05ADEFA6-8AD2-4468-835C-9146BF766915}" presName="node" presStyleLbl="node1" presStyleIdx="1" presStyleCnt="4">
        <dgm:presLayoutVars>
          <dgm:bulletEnabled val="1"/>
        </dgm:presLayoutVars>
      </dgm:prSet>
      <dgm:spPr/>
    </dgm:pt>
    <dgm:pt modelId="{367BA027-7BB9-4248-B03C-4DA0C849E37E}" type="pres">
      <dgm:prSet presAssocID="{AFBE7BA5-B5DA-418C-81E2-1D62433ACAB6}" presName="sibTrans" presStyleCnt="0"/>
      <dgm:spPr/>
    </dgm:pt>
    <dgm:pt modelId="{0D95A9DB-5EAF-46F8-965D-C0F9F48290DF}" type="pres">
      <dgm:prSet presAssocID="{F9DBBD46-285F-47EF-8498-7CCFF634307E}" presName="node" presStyleLbl="node1" presStyleIdx="2" presStyleCnt="4">
        <dgm:presLayoutVars>
          <dgm:bulletEnabled val="1"/>
        </dgm:presLayoutVars>
      </dgm:prSet>
      <dgm:spPr/>
    </dgm:pt>
    <dgm:pt modelId="{AA9068F6-C5F2-4C34-89BF-E55E8CF266CC}" type="pres">
      <dgm:prSet presAssocID="{DFDF2ECC-205F-4EA5-B46D-AB15BABB6CE6}" presName="sibTrans" presStyleCnt="0"/>
      <dgm:spPr/>
    </dgm:pt>
    <dgm:pt modelId="{56A74B08-9D25-4035-B546-1645DC09FA57}" type="pres">
      <dgm:prSet presAssocID="{48CE6D4E-1701-45E4-86B8-2586894B13C8}" presName="node" presStyleLbl="node1" presStyleIdx="3" presStyleCnt="4">
        <dgm:presLayoutVars>
          <dgm:bulletEnabled val="1"/>
        </dgm:presLayoutVars>
      </dgm:prSet>
      <dgm:spPr/>
    </dgm:pt>
  </dgm:ptLst>
  <dgm:cxnLst>
    <dgm:cxn modelId="{2B105E03-8C1C-4DDC-90E2-7ECAB5781189}" type="presOf" srcId="{05ADEFA6-8AD2-4468-835C-9146BF766915}" destId="{6CF9039C-658F-456E-A564-A7F62E2591DF}" srcOrd="0" destOrd="0" presId="urn:microsoft.com/office/officeart/2005/8/layout/default"/>
    <dgm:cxn modelId="{A6C4BA32-1FC3-4674-90B0-182B8A0A52EA}" type="presOf" srcId="{D9B3608D-74A0-4895-92B8-AC5C52EE3F37}" destId="{D600DFB6-EE0D-457B-9B16-CBCD0F877095}" srcOrd="0" destOrd="0" presId="urn:microsoft.com/office/officeart/2005/8/layout/default"/>
    <dgm:cxn modelId="{F2A06336-30A3-4CC1-8CF7-475F339022F4}" srcId="{D9B3608D-74A0-4895-92B8-AC5C52EE3F37}" destId="{48CE6D4E-1701-45E4-86B8-2586894B13C8}" srcOrd="3" destOrd="0" parTransId="{776A400B-4458-41D2-94A6-1467A3023606}" sibTransId="{427B461E-A526-4B71-B628-E73E1F188CA9}"/>
    <dgm:cxn modelId="{29399749-932B-42BA-BFAD-7EA99AC1D8F5}" srcId="{D9B3608D-74A0-4895-92B8-AC5C52EE3F37}" destId="{F9DBBD46-285F-47EF-8498-7CCFF634307E}" srcOrd="2" destOrd="0" parTransId="{2343C2EE-7F53-4691-A39E-3C9C2660A168}" sibTransId="{DFDF2ECC-205F-4EA5-B46D-AB15BABB6CE6}"/>
    <dgm:cxn modelId="{BE1B8990-5881-4F7C-B644-FECEFE1F67B9}" type="presOf" srcId="{48CE6D4E-1701-45E4-86B8-2586894B13C8}" destId="{56A74B08-9D25-4035-B546-1645DC09FA57}" srcOrd="0" destOrd="0" presId="urn:microsoft.com/office/officeart/2005/8/layout/default"/>
    <dgm:cxn modelId="{09BA8DB6-0E3D-4643-A8A8-85B2DDBDB42D}" srcId="{D9B3608D-74A0-4895-92B8-AC5C52EE3F37}" destId="{DBF51887-C33B-4BDB-98A4-6978A591656D}" srcOrd="0" destOrd="0" parTransId="{61AE8342-C22B-4CDB-AF24-E958135BC820}" sibTransId="{CE3DC4C4-EECF-4B50-AB46-825159908ABE}"/>
    <dgm:cxn modelId="{61E90EBD-5103-4AE4-B589-3C8C3FC79626}" type="presOf" srcId="{F9DBBD46-285F-47EF-8498-7CCFF634307E}" destId="{0D95A9DB-5EAF-46F8-965D-C0F9F48290DF}" srcOrd="0" destOrd="0" presId="urn:microsoft.com/office/officeart/2005/8/layout/default"/>
    <dgm:cxn modelId="{DEDD78C3-1866-4201-B9E7-04DB8DF6B836}" srcId="{D9B3608D-74A0-4895-92B8-AC5C52EE3F37}" destId="{05ADEFA6-8AD2-4468-835C-9146BF766915}" srcOrd="1" destOrd="0" parTransId="{25F498FC-1EE1-4B89-99EF-18B5663360D6}" sibTransId="{AFBE7BA5-B5DA-418C-81E2-1D62433ACAB6}"/>
    <dgm:cxn modelId="{94E392D9-CCF2-4168-A407-D3E70C9EEE8C}" type="presOf" srcId="{DBF51887-C33B-4BDB-98A4-6978A591656D}" destId="{A36B51D8-691B-4EE6-95B9-1497DACFA224}" srcOrd="0" destOrd="0" presId="urn:microsoft.com/office/officeart/2005/8/layout/default"/>
    <dgm:cxn modelId="{9E495A39-81C4-43CE-8B66-CCA3B2B6F027}" type="presParOf" srcId="{D600DFB6-EE0D-457B-9B16-CBCD0F877095}" destId="{A36B51D8-691B-4EE6-95B9-1497DACFA224}" srcOrd="0" destOrd="0" presId="urn:microsoft.com/office/officeart/2005/8/layout/default"/>
    <dgm:cxn modelId="{FC651BBF-9369-4C8F-BCE5-D89A1A22F9FB}" type="presParOf" srcId="{D600DFB6-EE0D-457B-9B16-CBCD0F877095}" destId="{D8AFC5EA-1588-4244-9623-CB3A938E1D67}" srcOrd="1" destOrd="0" presId="urn:microsoft.com/office/officeart/2005/8/layout/default"/>
    <dgm:cxn modelId="{34D43974-D2AA-44C5-93EE-503540ED86D6}" type="presParOf" srcId="{D600DFB6-EE0D-457B-9B16-CBCD0F877095}" destId="{6CF9039C-658F-456E-A564-A7F62E2591DF}" srcOrd="2" destOrd="0" presId="urn:microsoft.com/office/officeart/2005/8/layout/default"/>
    <dgm:cxn modelId="{898741F1-33EC-4BA7-8B61-BC61400EFD55}" type="presParOf" srcId="{D600DFB6-EE0D-457B-9B16-CBCD0F877095}" destId="{367BA027-7BB9-4248-B03C-4DA0C849E37E}" srcOrd="3" destOrd="0" presId="urn:microsoft.com/office/officeart/2005/8/layout/default"/>
    <dgm:cxn modelId="{CFC4C07B-E534-4103-986A-1BA79BC85B88}" type="presParOf" srcId="{D600DFB6-EE0D-457B-9B16-CBCD0F877095}" destId="{0D95A9DB-5EAF-46F8-965D-C0F9F48290DF}" srcOrd="4" destOrd="0" presId="urn:microsoft.com/office/officeart/2005/8/layout/default"/>
    <dgm:cxn modelId="{50F8D098-FBA5-4322-9FDE-9C1DD2F0BAC1}" type="presParOf" srcId="{D600DFB6-EE0D-457B-9B16-CBCD0F877095}" destId="{AA9068F6-C5F2-4C34-89BF-E55E8CF266CC}" srcOrd="5" destOrd="0" presId="urn:microsoft.com/office/officeart/2005/8/layout/default"/>
    <dgm:cxn modelId="{4E7A8D5D-5633-4E8B-90D9-422C974EFFB5}" type="presParOf" srcId="{D600DFB6-EE0D-457B-9B16-CBCD0F877095}" destId="{56A74B08-9D25-4035-B546-1645DC09FA5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9283C09-C93F-4C21-A43C-591A547BA104}" type="doc">
      <dgm:prSet loTypeId="urn:microsoft.com/office/officeart/2005/8/layout/default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26F2F8-435E-458F-AE7C-D68E14996DBC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D99B18E-C43A-4BA5-B8D8-089EB5332988}" type="parTrans" cxnId="{51F745EE-F33F-4539-8D07-56FF7ED823A9}">
      <dgm:prSet/>
      <dgm:spPr/>
    </dgm:pt>
    <dgm:pt modelId="{C965B7EC-3C41-4927-98D6-68E2C82B0117}" type="sibTrans" cxnId="{51F745EE-F33F-4539-8D07-56FF7ED823A9}">
      <dgm:prSet/>
      <dgm:spPr/>
    </dgm:pt>
    <dgm:pt modelId="{1756DDBA-B591-4F02-9D1F-4670867023B4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A853970E-80B5-41FF-AB0B-4089E76A48B3}" type="parTrans" cxnId="{87A9D694-E4EE-412D-BAB6-321A0C47E98F}">
      <dgm:prSet/>
      <dgm:spPr/>
    </dgm:pt>
    <dgm:pt modelId="{B772C076-307C-4E9F-B437-83D4D2C583CA}" type="sibTrans" cxnId="{87A9D694-E4EE-412D-BAB6-321A0C47E98F}">
      <dgm:prSet/>
      <dgm:spPr/>
    </dgm:pt>
    <dgm:pt modelId="{3E052FA0-8ED5-4E0D-99EB-8572915C7ED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8F0EE52-5CCE-4B47-B62B-8B68AA2D50C6}" type="parTrans" cxnId="{1BF14C74-5DA7-405F-9126-384D46DC30A8}">
      <dgm:prSet/>
      <dgm:spPr/>
    </dgm:pt>
    <dgm:pt modelId="{1CE6ACE0-23CB-44CE-BB41-F6AD6D07DEAD}" type="sibTrans" cxnId="{1BF14C74-5DA7-405F-9126-384D46DC30A8}">
      <dgm:prSet/>
      <dgm:spPr/>
    </dgm:pt>
    <dgm:pt modelId="{BF6F96C4-A008-4190-8A72-9DC65AE9E71F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A0C813FC-D944-494D-8258-B5FC9F5A64AD}" type="parTrans" cxnId="{BAD538D9-AA39-4DF8-99A1-165F050C0F5D}">
      <dgm:prSet/>
      <dgm:spPr/>
    </dgm:pt>
    <dgm:pt modelId="{28BB04F3-7513-4AEB-90BA-5C5FD0DB95D1}" type="sibTrans" cxnId="{BAD538D9-AA39-4DF8-99A1-165F050C0F5D}">
      <dgm:prSet/>
      <dgm:spPr/>
    </dgm:pt>
    <dgm:pt modelId="{9B29CE11-C0FD-4F49-A684-635AAA551BD2}" type="pres">
      <dgm:prSet presAssocID="{59283C09-C93F-4C21-A43C-591A547BA104}" presName="diagram" presStyleCnt="0">
        <dgm:presLayoutVars>
          <dgm:dir/>
          <dgm:resizeHandles val="exact"/>
        </dgm:presLayoutVars>
      </dgm:prSet>
      <dgm:spPr/>
    </dgm:pt>
    <dgm:pt modelId="{40ACC7F5-2985-4B6F-91C5-1E2D4645072D}" type="pres">
      <dgm:prSet presAssocID="{C326F2F8-435E-458F-AE7C-D68E14996DBC}" presName="node" presStyleLbl="node1" presStyleIdx="0" presStyleCnt="4">
        <dgm:presLayoutVars>
          <dgm:bulletEnabled val="1"/>
        </dgm:presLayoutVars>
      </dgm:prSet>
      <dgm:spPr/>
    </dgm:pt>
    <dgm:pt modelId="{F444B91C-FEC6-4F11-AFAF-FCF2312EFFAD}" type="pres">
      <dgm:prSet presAssocID="{C965B7EC-3C41-4927-98D6-68E2C82B0117}" presName="sibTrans" presStyleCnt="0"/>
      <dgm:spPr/>
    </dgm:pt>
    <dgm:pt modelId="{E7F3E2C9-0723-41FA-ABF5-E24600B90121}" type="pres">
      <dgm:prSet presAssocID="{1756DDBA-B591-4F02-9D1F-4670867023B4}" presName="node" presStyleLbl="node1" presStyleIdx="1" presStyleCnt="4">
        <dgm:presLayoutVars>
          <dgm:bulletEnabled val="1"/>
        </dgm:presLayoutVars>
      </dgm:prSet>
      <dgm:spPr/>
    </dgm:pt>
    <dgm:pt modelId="{912870A4-C72D-4BE9-8193-CAF41A1F00AE}" type="pres">
      <dgm:prSet presAssocID="{B772C076-307C-4E9F-B437-83D4D2C583CA}" presName="sibTrans" presStyleCnt="0"/>
      <dgm:spPr/>
    </dgm:pt>
    <dgm:pt modelId="{A44F6CCD-82EF-4F51-A4AA-76A8EC2650AA}" type="pres">
      <dgm:prSet presAssocID="{3E052FA0-8ED5-4E0D-99EB-8572915C7EDA}" presName="node" presStyleLbl="node1" presStyleIdx="2" presStyleCnt="4">
        <dgm:presLayoutVars>
          <dgm:bulletEnabled val="1"/>
        </dgm:presLayoutVars>
      </dgm:prSet>
      <dgm:spPr/>
    </dgm:pt>
    <dgm:pt modelId="{95322220-E643-49BC-9A5E-B6735163C0C8}" type="pres">
      <dgm:prSet presAssocID="{1CE6ACE0-23CB-44CE-BB41-F6AD6D07DEAD}" presName="sibTrans" presStyleCnt="0"/>
      <dgm:spPr/>
    </dgm:pt>
    <dgm:pt modelId="{F31E5815-8A74-45C0-999E-C0AFDC3F5E72}" type="pres">
      <dgm:prSet presAssocID="{BF6F96C4-A008-4190-8A72-9DC65AE9E71F}" presName="node" presStyleLbl="node1" presStyleIdx="3" presStyleCnt="4">
        <dgm:presLayoutVars>
          <dgm:bulletEnabled val="1"/>
        </dgm:presLayoutVars>
      </dgm:prSet>
      <dgm:spPr/>
    </dgm:pt>
  </dgm:ptLst>
  <dgm:cxnLst>
    <dgm:cxn modelId="{1BF14C74-5DA7-405F-9126-384D46DC30A8}" srcId="{59283C09-C93F-4C21-A43C-591A547BA104}" destId="{3E052FA0-8ED5-4E0D-99EB-8572915C7EDA}" srcOrd="2" destOrd="0" parTransId="{F8F0EE52-5CCE-4B47-B62B-8B68AA2D50C6}" sibTransId="{1CE6ACE0-23CB-44CE-BB41-F6AD6D07DEAD}"/>
    <dgm:cxn modelId="{4FA55979-1E24-4134-B172-550CA1D15424}" type="presOf" srcId="{3E052FA0-8ED5-4E0D-99EB-8572915C7EDA}" destId="{A44F6CCD-82EF-4F51-A4AA-76A8EC2650AA}" srcOrd="0" destOrd="0" presId="urn:microsoft.com/office/officeart/2005/8/layout/default"/>
    <dgm:cxn modelId="{EB79ED89-9299-44F5-A135-43FEEEED4F60}" type="presOf" srcId="{1756DDBA-B591-4F02-9D1F-4670867023B4}" destId="{E7F3E2C9-0723-41FA-ABF5-E24600B90121}" srcOrd="0" destOrd="0" presId="urn:microsoft.com/office/officeart/2005/8/layout/default"/>
    <dgm:cxn modelId="{87A9D694-E4EE-412D-BAB6-321A0C47E98F}" srcId="{59283C09-C93F-4C21-A43C-591A547BA104}" destId="{1756DDBA-B591-4F02-9D1F-4670867023B4}" srcOrd="1" destOrd="0" parTransId="{A853970E-80B5-41FF-AB0B-4089E76A48B3}" sibTransId="{B772C076-307C-4E9F-B437-83D4D2C583CA}"/>
    <dgm:cxn modelId="{AC64D19A-E6C0-4E55-8095-4A810CCF6064}" type="presOf" srcId="{C326F2F8-435E-458F-AE7C-D68E14996DBC}" destId="{40ACC7F5-2985-4B6F-91C5-1E2D4645072D}" srcOrd="0" destOrd="0" presId="urn:microsoft.com/office/officeart/2005/8/layout/default"/>
    <dgm:cxn modelId="{458604A6-CDEF-4DDF-9FB5-B9B526974170}" type="presOf" srcId="{BF6F96C4-A008-4190-8A72-9DC65AE9E71F}" destId="{F31E5815-8A74-45C0-999E-C0AFDC3F5E72}" srcOrd="0" destOrd="0" presId="urn:microsoft.com/office/officeart/2005/8/layout/default"/>
    <dgm:cxn modelId="{BAD538D9-AA39-4DF8-99A1-165F050C0F5D}" srcId="{59283C09-C93F-4C21-A43C-591A547BA104}" destId="{BF6F96C4-A008-4190-8A72-9DC65AE9E71F}" srcOrd="3" destOrd="0" parTransId="{A0C813FC-D944-494D-8258-B5FC9F5A64AD}" sibTransId="{28BB04F3-7513-4AEB-90BA-5C5FD0DB95D1}"/>
    <dgm:cxn modelId="{77BF21ED-8A16-419C-AECF-BDC8A61D4FC1}" type="presOf" srcId="{59283C09-C93F-4C21-A43C-591A547BA104}" destId="{9B29CE11-C0FD-4F49-A684-635AAA551BD2}" srcOrd="0" destOrd="0" presId="urn:microsoft.com/office/officeart/2005/8/layout/default"/>
    <dgm:cxn modelId="{51F745EE-F33F-4539-8D07-56FF7ED823A9}" srcId="{59283C09-C93F-4C21-A43C-591A547BA104}" destId="{C326F2F8-435E-458F-AE7C-D68E14996DBC}" srcOrd="0" destOrd="0" parTransId="{FD99B18E-C43A-4BA5-B8D8-089EB5332988}" sibTransId="{C965B7EC-3C41-4927-98D6-68E2C82B0117}"/>
    <dgm:cxn modelId="{C29AEFFE-34DD-4833-9FA7-14F10C5D0EFC}" type="presParOf" srcId="{9B29CE11-C0FD-4F49-A684-635AAA551BD2}" destId="{40ACC7F5-2985-4B6F-91C5-1E2D4645072D}" srcOrd="0" destOrd="0" presId="urn:microsoft.com/office/officeart/2005/8/layout/default"/>
    <dgm:cxn modelId="{CC2FE7FA-63F7-4AE1-8BA8-54CBED704D9C}" type="presParOf" srcId="{9B29CE11-C0FD-4F49-A684-635AAA551BD2}" destId="{F444B91C-FEC6-4F11-AFAF-FCF2312EFFAD}" srcOrd="1" destOrd="0" presId="urn:microsoft.com/office/officeart/2005/8/layout/default"/>
    <dgm:cxn modelId="{D5812C9E-2173-4198-98AB-5A474D219343}" type="presParOf" srcId="{9B29CE11-C0FD-4F49-A684-635AAA551BD2}" destId="{E7F3E2C9-0723-41FA-ABF5-E24600B90121}" srcOrd="2" destOrd="0" presId="urn:microsoft.com/office/officeart/2005/8/layout/default"/>
    <dgm:cxn modelId="{630CF36B-A39C-49BC-9948-96F8D05F08FD}" type="presParOf" srcId="{9B29CE11-C0FD-4F49-A684-635AAA551BD2}" destId="{912870A4-C72D-4BE9-8193-CAF41A1F00AE}" srcOrd="3" destOrd="0" presId="urn:microsoft.com/office/officeart/2005/8/layout/default"/>
    <dgm:cxn modelId="{A75B8BA8-C1C1-4976-8E48-2F55BEE1C59E}" type="presParOf" srcId="{9B29CE11-C0FD-4F49-A684-635AAA551BD2}" destId="{A44F6CCD-82EF-4F51-A4AA-76A8EC2650AA}" srcOrd="4" destOrd="0" presId="urn:microsoft.com/office/officeart/2005/8/layout/default"/>
    <dgm:cxn modelId="{EEC83E5C-5105-4BB8-9FDA-A92F7031718C}" type="presParOf" srcId="{9B29CE11-C0FD-4F49-A684-635AAA551BD2}" destId="{95322220-E643-49BC-9A5E-B6735163C0C8}" srcOrd="5" destOrd="0" presId="urn:microsoft.com/office/officeart/2005/8/layout/default"/>
    <dgm:cxn modelId="{598D7CDF-C4C2-49E1-8E03-56098513346D}" type="presParOf" srcId="{9B29CE11-C0FD-4F49-A684-635AAA551BD2}" destId="{F31E5815-8A74-45C0-999E-C0AFDC3F5E7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C397F56-BAB7-4BA5-A26A-0971DC6D6747}" type="doc">
      <dgm:prSet loTypeId="urn:microsoft.com/office/officeart/2005/8/layout/default" loCatId="list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6751A1-D969-4155-A6D5-2CEA5F04B53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2186F3E-9CB0-4ABA-98CA-6F07E5E864CD}" type="parTrans" cxnId="{109E659A-C229-4612-9871-4655DF1F55F6}">
      <dgm:prSet/>
      <dgm:spPr/>
    </dgm:pt>
    <dgm:pt modelId="{628B4B02-6E21-40EC-AE3D-F69D2C4CBFAA}" type="sibTrans" cxnId="{109E659A-C229-4612-9871-4655DF1F55F6}">
      <dgm:prSet/>
      <dgm:spPr/>
    </dgm:pt>
    <dgm:pt modelId="{D08E17DF-64D2-4E55-AC9B-978F670701D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CB76D2D-02D6-47C1-81F4-42131A532619}" type="parTrans" cxnId="{9AC45570-2EFD-4C90-8125-52DBEB4BB2E1}">
      <dgm:prSet/>
      <dgm:spPr/>
    </dgm:pt>
    <dgm:pt modelId="{508C226D-74E2-466B-8931-2AF5D367642A}" type="sibTrans" cxnId="{9AC45570-2EFD-4C90-8125-52DBEB4BB2E1}">
      <dgm:prSet/>
      <dgm:spPr/>
    </dgm:pt>
    <dgm:pt modelId="{3B74C903-7026-4899-A580-4CE0E7CBFF97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EF385D0-8198-462A-A86F-ED899EB273E2}" type="parTrans" cxnId="{477B10A4-63E7-43AD-B8DC-163ABAEE06BB}">
      <dgm:prSet/>
      <dgm:spPr/>
    </dgm:pt>
    <dgm:pt modelId="{1AD96FA9-5239-4185-89CD-BAA59AA3BE25}" type="sibTrans" cxnId="{477B10A4-63E7-43AD-B8DC-163ABAEE06BB}">
      <dgm:prSet/>
      <dgm:spPr/>
    </dgm:pt>
    <dgm:pt modelId="{5B6EF235-8903-47C4-A9A4-7AEB56BD62B2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18DA1757-3AA2-4F76-A554-85E4AB7DCB89}" type="parTrans" cxnId="{4DF8F257-5E0A-4937-9884-51EAD3BE2FB3}">
      <dgm:prSet/>
      <dgm:spPr/>
    </dgm:pt>
    <dgm:pt modelId="{C0FB42EF-3901-42BC-B118-45E0FE48EC15}" type="sibTrans" cxnId="{4DF8F257-5E0A-4937-9884-51EAD3BE2FB3}">
      <dgm:prSet/>
      <dgm:spPr/>
    </dgm:pt>
    <dgm:pt modelId="{CB61E81E-92CB-464A-A483-AA971DD5E3F5}" type="pres">
      <dgm:prSet presAssocID="{5C397F56-BAB7-4BA5-A26A-0971DC6D6747}" presName="diagram" presStyleCnt="0">
        <dgm:presLayoutVars>
          <dgm:dir/>
          <dgm:resizeHandles val="exact"/>
        </dgm:presLayoutVars>
      </dgm:prSet>
      <dgm:spPr/>
    </dgm:pt>
    <dgm:pt modelId="{88683804-DFC5-4ADD-8B41-045FAE1768A8}" type="pres">
      <dgm:prSet presAssocID="{F96751A1-D969-4155-A6D5-2CEA5F04B53F}" presName="node" presStyleLbl="node1" presStyleIdx="0" presStyleCnt="4">
        <dgm:presLayoutVars>
          <dgm:bulletEnabled val="1"/>
        </dgm:presLayoutVars>
      </dgm:prSet>
      <dgm:spPr/>
    </dgm:pt>
    <dgm:pt modelId="{B23FCFC9-33DD-452D-9AA1-4B48F7B393C9}" type="pres">
      <dgm:prSet presAssocID="{628B4B02-6E21-40EC-AE3D-F69D2C4CBFAA}" presName="sibTrans" presStyleCnt="0"/>
      <dgm:spPr/>
    </dgm:pt>
    <dgm:pt modelId="{0F2A30C7-6A49-447D-9B21-4E911E039957}" type="pres">
      <dgm:prSet presAssocID="{D08E17DF-64D2-4E55-AC9B-978F670701D1}" presName="node" presStyleLbl="node1" presStyleIdx="1" presStyleCnt="4">
        <dgm:presLayoutVars>
          <dgm:bulletEnabled val="1"/>
        </dgm:presLayoutVars>
      </dgm:prSet>
      <dgm:spPr/>
    </dgm:pt>
    <dgm:pt modelId="{D3A910BB-76D9-44F8-ABA9-1F6332620F9A}" type="pres">
      <dgm:prSet presAssocID="{508C226D-74E2-466B-8931-2AF5D367642A}" presName="sibTrans" presStyleCnt="0"/>
      <dgm:spPr/>
    </dgm:pt>
    <dgm:pt modelId="{DB14A485-7107-4ABE-A7C5-76E38021BA68}" type="pres">
      <dgm:prSet presAssocID="{3B74C903-7026-4899-A580-4CE0E7CBFF97}" presName="node" presStyleLbl="node1" presStyleIdx="2" presStyleCnt="4">
        <dgm:presLayoutVars>
          <dgm:bulletEnabled val="1"/>
        </dgm:presLayoutVars>
      </dgm:prSet>
      <dgm:spPr/>
    </dgm:pt>
    <dgm:pt modelId="{B131B017-61C8-4FD0-B565-7B4744BF1A8F}" type="pres">
      <dgm:prSet presAssocID="{1AD96FA9-5239-4185-89CD-BAA59AA3BE25}" presName="sibTrans" presStyleCnt="0"/>
      <dgm:spPr/>
    </dgm:pt>
    <dgm:pt modelId="{B877A514-16EF-41D8-9CBF-86E8C4CF072D}" type="pres">
      <dgm:prSet presAssocID="{5B6EF235-8903-47C4-A9A4-7AEB56BD62B2}" presName="node" presStyleLbl="node1" presStyleIdx="3" presStyleCnt="4">
        <dgm:presLayoutVars>
          <dgm:bulletEnabled val="1"/>
        </dgm:presLayoutVars>
      </dgm:prSet>
      <dgm:spPr/>
    </dgm:pt>
  </dgm:ptLst>
  <dgm:cxnLst>
    <dgm:cxn modelId="{73B07131-D091-49F4-A4B1-42A7F253DF67}" type="presOf" srcId="{D08E17DF-64D2-4E55-AC9B-978F670701D1}" destId="{0F2A30C7-6A49-447D-9B21-4E911E039957}" srcOrd="0" destOrd="0" presId="urn:microsoft.com/office/officeart/2005/8/layout/default"/>
    <dgm:cxn modelId="{9AC45570-2EFD-4C90-8125-52DBEB4BB2E1}" srcId="{5C397F56-BAB7-4BA5-A26A-0971DC6D6747}" destId="{D08E17DF-64D2-4E55-AC9B-978F670701D1}" srcOrd="1" destOrd="0" parTransId="{7CB76D2D-02D6-47C1-81F4-42131A532619}" sibTransId="{508C226D-74E2-466B-8931-2AF5D367642A}"/>
    <dgm:cxn modelId="{4DF8F257-5E0A-4937-9884-51EAD3BE2FB3}" srcId="{5C397F56-BAB7-4BA5-A26A-0971DC6D6747}" destId="{5B6EF235-8903-47C4-A9A4-7AEB56BD62B2}" srcOrd="3" destOrd="0" parTransId="{18DA1757-3AA2-4F76-A554-85E4AB7DCB89}" sibTransId="{C0FB42EF-3901-42BC-B118-45E0FE48EC15}"/>
    <dgm:cxn modelId="{109E659A-C229-4612-9871-4655DF1F55F6}" srcId="{5C397F56-BAB7-4BA5-A26A-0971DC6D6747}" destId="{F96751A1-D969-4155-A6D5-2CEA5F04B53F}" srcOrd="0" destOrd="0" parTransId="{82186F3E-9CB0-4ABA-98CA-6F07E5E864CD}" sibTransId="{628B4B02-6E21-40EC-AE3D-F69D2C4CBFAA}"/>
    <dgm:cxn modelId="{CDBEFEA3-CA5E-4F08-83BC-13746E8470BD}" type="presOf" srcId="{3B74C903-7026-4899-A580-4CE0E7CBFF97}" destId="{DB14A485-7107-4ABE-A7C5-76E38021BA68}" srcOrd="0" destOrd="0" presId="urn:microsoft.com/office/officeart/2005/8/layout/default"/>
    <dgm:cxn modelId="{477B10A4-63E7-43AD-B8DC-163ABAEE06BB}" srcId="{5C397F56-BAB7-4BA5-A26A-0971DC6D6747}" destId="{3B74C903-7026-4899-A580-4CE0E7CBFF97}" srcOrd="2" destOrd="0" parTransId="{DEF385D0-8198-462A-A86F-ED899EB273E2}" sibTransId="{1AD96FA9-5239-4185-89CD-BAA59AA3BE25}"/>
    <dgm:cxn modelId="{6F2AC7BB-A1EF-42E3-9AD7-437FFC52B07A}" type="presOf" srcId="{5C397F56-BAB7-4BA5-A26A-0971DC6D6747}" destId="{CB61E81E-92CB-464A-A483-AA971DD5E3F5}" srcOrd="0" destOrd="0" presId="urn:microsoft.com/office/officeart/2005/8/layout/default"/>
    <dgm:cxn modelId="{163AA4D1-7237-4718-A28A-E79B297E6DD0}" type="presOf" srcId="{F96751A1-D969-4155-A6D5-2CEA5F04B53F}" destId="{88683804-DFC5-4ADD-8B41-045FAE1768A8}" srcOrd="0" destOrd="0" presId="urn:microsoft.com/office/officeart/2005/8/layout/default"/>
    <dgm:cxn modelId="{36B33EDA-7D99-45D0-BC41-BD523D4B4127}" type="presOf" srcId="{5B6EF235-8903-47C4-A9A4-7AEB56BD62B2}" destId="{B877A514-16EF-41D8-9CBF-86E8C4CF072D}" srcOrd="0" destOrd="0" presId="urn:microsoft.com/office/officeart/2005/8/layout/default"/>
    <dgm:cxn modelId="{75BD8341-7363-4E4C-8FCC-035599B148FE}" type="presParOf" srcId="{CB61E81E-92CB-464A-A483-AA971DD5E3F5}" destId="{88683804-DFC5-4ADD-8B41-045FAE1768A8}" srcOrd="0" destOrd="0" presId="urn:microsoft.com/office/officeart/2005/8/layout/default"/>
    <dgm:cxn modelId="{1B5A8383-E49E-48D4-AB02-EA1EB79CC675}" type="presParOf" srcId="{CB61E81E-92CB-464A-A483-AA971DD5E3F5}" destId="{B23FCFC9-33DD-452D-9AA1-4B48F7B393C9}" srcOrd="1" destOrd="0" presId="urn:microsoft.com/office/officeart/2005/8/layout/default"/>
    <dgm:cxn modelId="{640F971B-C775-4BB9-8F34-5113053BFA7D}" type="presParOf" srcId="{CB61E81E-92CB-464A-A483-AA971DD5E3F5}" destId="{0F2A30C7-6A49-447D-9B21-4E911E039957}" srcOrd="2" destOrd="0" presId="urn:microsoft.com/office/officeart/2005/8/layout/default"/>
    <dgm:cxn modelId="{FBB463DC-2691-4A06-AB40-6D52AED50FB2}" type="presParOf" srcId="{CB61E81E-92CB-464A-A483-AA971DD5E3F5}" destId="{D3A910BB-76D9-44F8-ABA9-1F6332620F9A}" srcOrd="3" destOrd="0" presId="urn:microsoft.com/office/officeart/2005/8/layout/default"/>
    <dgm:cxn modelId="{FA41C443-D2A8-4E10-893C-6F2E4A6526B2}" type="presParOf" srcId="{CB61E81E-92CB-464A-A483-AA971DD5E3F5}" destId="{DB14A485-7107-4ABE-A7C5-76E38021BA68}" srcOrd="4" destOrd="0" presId="urn:microsoft.com/office/officeart/2005/8/layout/default"/>
    <dgm:cxn modelId="{52FCAF61-038D-4C67-B8A1-3819D59FDBC9}" type="presParOf" srcId="{CB61E81E-92CB-464A-A483-AA971DD5E3F5}" destId="{B131B017-61C8-4FD0-B565-7B4744BF1A8F}" srcOrd="5" destOrd="0" presId="urn:microsoft.com/office/officeart/2005/8/layout/default"/>
    <dgm:cxn modelId="{30188F87-F9E0-449A-98F4-5B8D6C86BC3C}" type="presParOf" srcId="{CB61E81E-92CB-464A-A483-AA971DD5E3F5}" destId="{B877A514-16EF-41D8-9CBF-86E8C4CF072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221920B-B154-46EC-A6E6-886FB03C0C4D}" type="doc">
      <dgm:prSet loTypeId="urn:microsoft.com/office/officeart/2005/8/layout/default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40669B-5672-40E3-916B-FBED3BD32E6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F39EFB9-11A8-4874-8381-FEDB47EF934D}" type="parTrans" cxnId="{05E1A168-2BBD-40FA-B852-461456827103}">
      <dgm:prSet/>
      <dgm:spPr/>
    </dgm:pt>
    <dgm:pt modelId="{6A491D61-2320-4451-943A-F2B828EFBA6E}" type="sibTrans" cxnId="{05E1A168-2BBD-40FA-B852-461456827103}">
      <dgm:prSet/>
      <dgm:spPr/>
    </dgm:pt>
    <dgm:pt modelId="{5E08BD21-127C-41DC-A595-3233D96B3C9F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022CACD7-58D5-4530-A1DD-8599F6455E78}" type="parTrans" cxnId="{7FCA9834-FE07-4826-BC67-7E77A57C7001}">
      <dgm:prSet/>
      <dgm:spPr/>
    </dgm:pt>
    <dgm:pt modelId="{A7221DE1-4091-48F3-BB81-A23A421C3A86}" type="sibTrans" cxnId="{7FCA9834-FE07-4826-BC67-7E77A57C7001}">
      <dgm:prSet/>
      <dgm:spPr/>
    </dgm:pt>
    <dgm:pt modelId="{A1BA092C-603F-4C7E-B08F-5F931E6240E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43535DD-AD62-439F-AD76-0B91DFE478D1}" type="parTrans" cxnId="{7E2AEC83-0230-4E33-835B-58591787ADC3}">
      <dgm:prSet/>
      <dgm:spPr/>
    </dgm:pt>
    <dgm:pt modelId="{B553C040-214B-4E0B-8724-C11154C9114F}" type="sibTrans" cxnId="{7E2AEC83-0230-4E33-835B-58591787ADC3}">
      <dgm:prSet/>
      <dgm:spPr/>
    </dgm:pt>
    <dgm:pt modelId="{98D7D722-4432-4870-9925-CBF99581603D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EF476283-44C0-45BF-BC4B-BB05A54FFF4A}" type="parTrans" cxnId="{A852AEC8-8313-4934-A066-63753548BBEC}">
      <dgm:prSet/>
      <dgm:spPr/>
    </dgm:pt>
    <dgm:pt modelId="{C7B1EF39-6F5D-4C93-A913-92E326BE5152}" type="sibTrans" cxnId="{A852AEC8-8313-4934-A066-63753548BBEC}">
      <dgm:prSet/>
      <dgm:spPr/>
    </dgm:pt>
    <dgm:pt modelId="{AF2A9955-20EA-4FAF-9318-1BCF03D36F4E}" type="pres">
      <dgm:prSet presAssocID="{0221920B-B154-46EC-A6E6-886FB03C0C4D}" presName="diagram" presStyleCnt="0">
        <dgm:presLayoutVars>
          <dgm:dir/>
          <dgm:resizeHandles val="exact"/>
        </dgm:presLayoutVars>
      </dgm:prSet>
      <dgm:spPr/>
    </dgm:pt>
    <dgm:pt modelId="{AFD08948-C1EC-4CAE-8E86-CEC440BA6448}" type="pres">
      <dgm:prSet presAssocID="{3640669B-5672-40E3-916B-FBED3BD32E66}" presName="node" presStyleLbl="node1" presStyleIdx="0" presStyleCnt="4">
        <dgm:presLayoutVars>
          <dgm:bulletEnabled val="1"/>
        </dgm:presLayoutVars>
      </dgm:prSet>
      <dgm:spPr/>
    </dgm:pt>
    <dgm:pt modelId="{7574A37C-1DE6-4DF3-AB28-9F626AB171E6}" type="pres">
      <dgm:prSet presAssocID="{6A491D61-2320-4451-943A-F2B828EFBA6E}" presName="sibTrans" presStyleCnt="0"/>
      <dgm:spPr/>
    </dgm:pt>
    <dgm:pt modelId="{3847AEBD-21ED-498D-80E9-776B2359F9FD}" type="pres">
      <dgm:prSet presAssocID="{5E08BD21-127C-41DC-A595-3233D96B3C9F}" presName="node" presStyleLbl="node1" presStyleIdx="1" presStyleCnt="4">
        <dgm:presLayoutVars>
          <dgm:bulletEnabled val="1"/>
        </dgm:presLayoutVars>
      </dgm:prSet>
      <dgm:spPr/>
    </dgm:pt>
    <dgm:pt modelId="{19AE8C44-A8E7-48B2-871B-EFADAD112158}" type="pres">
      <dgm:prSet presAssocID="{A7221DE1-4091-48F3-BB81-A23A421C3A86}" presName="sibTrans" presStyleCnt="0"/>
      <dgm:spPr/>
    </dgm:pt>
    <dgm:pt modelId="{5F769B93-35AE-46EE-ACD9-E5AEA417619E}" type="pres">
      <dgm:prSet presAssocID="{A1BA092C-603F-4C7E-B08F-5F931E6240EB}" presName="node" presStyleLbl="node1" presStyleIdx="2" presStyleCnt="4">
        <dgm:presLayoutVars>
          <dgm:bulletEnabled val="1"/>
        </dgm:presLayoutVars>
      </dgm:prSet>
      <dgm:spPr/>
    </dgm:pt>
    <dgm:pt modelId="{E372CE37-CE7F-4EBD-B5DA-20F3B2951E41}" type="pres">
      <dgm:prSet presAssocID="{B553C040-214B-4E0B-8724-C11154C9114F}" presName="sibTrans" presStyleCnt="0"/>
      <dgm:spPr/>
    </dgm:pt>
    <dgm:pt modelId="{5BF8F8CB-6A03-4D23-925E-228CC34559A6}" type="pres">
      <dgm:prSet presAssocID="{98D7D722-4432-4870-9925-CBF99581603D}" presName="node" presStyleLbl="node1" presStyleIdx="3" presStyleCnt="4">
        <dgm:presLayoutVars>
          <dgm:bulletEnabled val="1"/>
        </dgm:presLayoutVars>
      </dgm:prSet>
      <dgm:spPr/>
    </dgm:pt>
  </dgm:ptLst>
  <dgm:cxnLst>
    <dgm:cxn modelId="{E12D8909-6CAE-4EB9-8FB5-72BA1A9DDA13}" type="presOf" srcId="{3640669B-5672-40E3-916B-FBED3BD32E66}" destId="{AFD08948-C1EC-4CAE-8E86-CEC440BA6448}" srcOrd="0" destOrd="0" presId="urn:microsoft.com/office/officeart/2005/8/layout/default"/>
    <dgm:cxn modelId="{7FCA9834-FE07-4826-BC67-7E77A57C7001}" srcId="{0221920B-B154-46EC-A6E6-886FB03C0C4D}" destId="{5E08BD21-127C-41DC-A595-3233D96B3C9F}" srcOrd="1" destOrd="0" parTransId="{022CACD7-58D5-4530-A1DD-8599F6455E78}" sibTransId="{A7221DE1-4091-48F3-BB81-A23A421C3A86}"/>
    <dgm:cxn modelId="{33409D38-456A-4850-B972-28C2FB9D1DFC}" type="presOf" srcId="{98D7D722-4432-4870-9925-CBF99581603D}" destId="{5BF8F8CB-6A03-4D23-925E-228CC34559A6}" srcOrd="0" destOrd="0" presId="urn:microsoft.com/office/officeart/2005/8/layout/default"/>
    <dgm:cxn modelId="{E24AD03F-3114-4F21-A5B4-90AA19EB8C78}" type="presOf" srcId="{A1BA092C-603F-4C7E-B08F-5F931E6240EB}" destId="{5F769B93-35AE-46EE-ACD9-E5AEA417619E}" srcOrd="0" destOrd="0" presId="urn:microsoft.com/office/officeart/2005/8/layout/default"/>
    <dgm:cxn modelId="{05E1A168-2BBD-40FA-B852-461456827103}" srcId="{0221920B-B154-46EC-A6E6-886FB03C0C4D}" destId="{3640669B-5672-40E3-916B-FBED3BD32E66}" srcOrd="0" destOrd="0" parTransId="{DF39EFB9-11A8-4874-8381-FEDB47EF934D}" sibTransId="{6A491D61-2320-4451-943A-F2B828EFBA6E}"/>
    <dgm:cxn modelId="{B9FFB159-BC27-4A5E-A70D-82B0905E7C22}" type="presOf" srcId="{5E08BD21-127C-41DC-A595-3233D96B3C9F}" destId="{3847AEBD-21ED-498D-80E9-776B2359F9FD}" srcOrd="0" destOrd="0" presId="urn:microsoft.com/office/officeart/2005/8/layout/default"/>
    <dgm:cxn modelId="{7E2AEC83-0230-4E33-835B-58591787ADC3}" srcId="{0221920B-B154-46EC-A6E6-886FB03C0C4D}" destId="{A1BA092C-603F-4C7E-B08F-5F931E6240EB}" srcOrd="2" destOrd="0" parTransId="{D43535DD-AD62-439F-AD76-0B91DFE478D1}" sibTransId="{B553C040-214B-4E0B-8724-C11154C9114F}"/>
    <dgm:cxn modelId="{AAD9DDB7-7951-47E7-8463-144F57C6C252}" type="presOf" srcId="{0221920B-B154-46EC-A6E6-886FB03C0C4D}" destId="{AF2A9955-20EA-4FAF-9318-1BCF03D36F4E}" srcOrd="0" destOrd="0" presId="urn:microsoft.com/office/officeart/2005/8/layout/default"/>
    <dgm:cxn modelId="{A852AEC8-8313-4934-A066-63753548BBEC}" srcId="{0221920B-B154-46EC-A6E6-886FB03C0C4D}" destId="{98D7D722-4432-4870-9925-CBF99581603D}" srcOrd="3" destOrd="0" parTransId="{EF476283-44C0-45BF-BC4B-BB05A54FFF4A}" sibTransId="{C7B1EF39-6F5D-4C93-A913-92E326BE5152}"/>
    <dgm:cxn modelId="{E6D22563-BA8F-4A3F-BF34-55F540F86CE1}" type="presParOf" srcId="{AF2A9955-20EA-4FAF-9318-1BCF03D36F4E}" destId="{AFD08948-C1EC-4CAE-8E86-CEC440BA6448}" srcOrd="0" destOrd="0" presId="urn:microsoft.com/office/officeart/2005/8/layout/default"/>
    <dgm:cxn modelId="{35805492-5A3F-4DBC-8B80-9E03EF11214C}" type="presParOf" srcId="{AF2A9955-20EA-4FAF-9318-1BCF03D36F4E}" destId="{7574A37C-1DE6-4DF3-AB28-9F626AB171E6}" srcOrd="1" destOrd="0" presId="urn:microsoft.com/office/officeart/2005/8/layout/default"/>
    <dgm:cxn modelId="{B1E3BABA-9C05-4C58-8EC5-295BFA8A5292}" type="presParOf" srcId="{AF2A9955-20EA-4FAF-9318-1BCF03D36F4E}" destId="{3847AEBD-21ED-498D-80E9-776B2359F9FD}" srcOrd="2" destOrd="0" presId="urn:microsoft.com/office/officeart/2005/8/layout/default"/>
    <dgm:cxn modelId="{86E0B1BE-FF9F-4DB9-9484-28B17EC25D6D}" type="presParOf" srcId="{AF2A9955-20EA-4FAF-9318-1BCF03D36F4E}" destId="{19AE8C44-A8E7-48B2-871B-EFADAD112158}" srcOrd="3" destOrd="0" presId="urn:microsoft.com/office/officeart/2005/8/layout/default"/>
    <dgm:cxn modelId="{510BF938-BC72-4E08-AD04-9025E14A7AFD}" type="presParOf" srcId="{AF2A9955-20EA-4FAF-9318-1BCF03D36F4E}" destId="{5F769B93-35AE-46EE-ACD9-E5AEA417619E}" srcOrd="4" destOrd="0" presId="urn:microsoft.com/office/officeart/2005/8/layout/default"/>
    <dgm:cxn modelId="{E182BD10-1400-4179-9346-B8C926179AD9}" type="presParOf" srcId="{AF2A9955-20EA-4FAF-9318-1BCF03D36F4E}" destId="{E372CE37-CE7F-4EBD-B5DA-20F3B2951E41}" srcOrd="5" destOrd="0" presId="urn:microsoft.com/office/officeart/2005/8/layout/default"/>
    <dgm:cxn modelId="{824F2A8D-26D7-4A5B-B914-DD9F24AAE705}" type="presParOf" srcId="{AF2A9955-20EA-4FAF-9318-1BCF03D36F4E}" destId="{5BF8F8CB-6A03-4D23-925E-228CC34559A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2AAA6F5-DBB1-4ECC-A41F-1375BAC97173}" type="doc">
      <dgm:prSet loTypeId="urn:microsoft.com/office/officeart/2005/8/layout/default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3EA729-E4F9-455C-8453-758A2AC30E73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B4E9FD4-5BC1-4514-A2C3-21EEC27720B9}" type="parTrans" cxnId="{8D09CE05-1DBD-4A2F-90C7-7594C2A54F85}">
      <dgm:prSet/>
      <dgm:spPr/>
    </dgm:pt>
    <dgm:pt modelId="{45468CBA-BE34-4AD8-B593-91E52305B54D}" type="sibTrans" cxnId="{8D09CE05-1DBD-4A2F-90C7-7594C2A54F85}">
      <dgm:prSet/>
      <dgm:spPr/>
    </dgm:pt>
    <dgm:pt modelId="{3F061279-1143-4CC6-BC93-D7914139FA72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151A7E3-02B1-4218-BCD8-F44668E0BBF5}" type="parTrans" cxnId="{4530F8E0-5E8A-42B1-94C3-07F45A6FB8F1}">
      <dgm:prSet/>
      <dgm:spPr/>
    </dgm:pt>
    <dgm:pt modelId="{6393A067-63D4-404A-B47E-4E97F525F17C}" type="sibTrans" cxnId="{4530F8E0-5E8A-42B1-94C3-07F45A6FB8F1}">
      <dgm:prSet/>
      <dgm:spPr/>
    </dgm:pt>
    <dgm:pt modelId="{65F2D6B9-0CA7-4963-8D3C-BC349BBE760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6CC15154-3FF9-4D07-BA68-A02CA5A58CA1}" type="parTrans" cxnId="{C08F5CBA-AA4A-4A85-B258-B0DAC3D68CD5}">
      <dgm:prSet/>
      <dgm:spPr/>
    </dgm:pt>
    <dgm:pt modelId="{ADCDC4C8-ADD8-44A6-8765-8EE66EEDFD28}" type="sibTrans" cxnId="{C08F5CBA-AA4A-4A85-B258-B0DAC3D68CD5}">
      <dgm:prSet/>
      <dgm:spPr/>
    </dgm:pt>
    <dgm:pt modelId="{68BF7749-4AE5-461A-944A-6A658F4C60B6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275A2063-D16B-42B9-AFCB-DFC4A1E9FEBC}" type="parTrans" cxnId="{5CDCB258-E1BC-45F7-AE1D-D158436B1009}">
      <dgm:prSet/>
      <dgm:spPr/>
    </dgm:pt>
    <dgm:pt modelId="{09350E16-CAFD-47B6-89DC-0D5D14B661A9}" type="sibTrans" cxnId="{5CDCB258-E1BC-45F7-AE1D-D158436B1009}">
      <dgm:prSet/>
      <dgm:spPr/>
    </dgm:pt>
    <dgm:pt modelId="{E85478C3-1714-4482-BB36-36BEF86B47F5}" type="pres">
      <dgm:prSet presAssocID="{72AAA6F5-DBB1-4ECC-A41F-1375BAC97173}" presName="diagram" presStyleCnt="0">
        <dgm:presLayoutVars>
          <dgm:dir/>
          <dgm:resizeHandles val="exact"/>
        </dgm:presLayoutVars>
      </dgm:prSet>
      <dgm:spPr/>
    </dgm:pt>
    <dgm:pt modelId="{477EDEDF-8FD8-4C10-B254-7C9AA0BF73F7}" type="pres">
      <dgm:prSet presAssocID="{E63EA729-E4F9-455C-8453-758A2AC30E73}" presName="node" presStyleLbl="node1" presStyleIdx="0" presStyleCnt="4">
        <dgm:presLayoutVars>
          <dgm:bulletEnabled val="1"/>
        </dgm:presLayoutVars>
      </dgm:prSet>
      <dgm:spPr/>
    </dgm:pt>
    <dgm:pt modelId="{5E57761C-8EC7-415E-A7C3-722E2F3D9908}" type="pres">
      <dgm:prSet presAssocID="{45468CBA-BE34-4AD8-B593-91E52305B54D}" presName="sibTrans" presStyleCnt="0"/>
      <dgm:spPr/>
    </dgm:pt>
    <dgm:pt modelId="{5F068FF4-7695-482A-A13B-B17C99B1002C}" type="pres">
      <dgm:prSet presAssocID="{3F061279-1143-4CC6-BC93-D7914139FA72}" presName="node" presStyleLbl="node1" presStyleIdx="1" presStyleCnt="4">
        <dgm:presLayoutVars>
          <dgm:bulletEnabled val="1"/>
        </dgm:presLayoutVars>
      </dgm:prSet>
      <dgm:spPr/>
    </dgm:pt>
    <dgm:pt modelId="{6A923F80-A96B-4F18-B21A-6102CB66CEC0}" type="pres">
      <dgm:prSet presAssocID="{6393A067-63D4-404A-B47E-4E97F525F17C}" presName="sibTrans" presStyleCnt="0"/>
      <dgm:spPr/>
    </dgm:pt>
    <dgm:pt modelId="{1E0A13C8-2E76-4983-BEEA-3BCD1B48C582}" type="pres">
      <dgm:prSet presAssocID="{65F2D6B9-0CA7-4963-8D3C-BC349BBE760A}" presName="node" presStyleLbl="node1" presStyleIdx="2" presStyleCnt="4">
        <dgm:presLayoutVars>
          <dgm:bulletEnabled val="1"/>
        </dgm:presLayoutVars>
      </dgm:prSet>
      <dgm:spPr/>
    </dgm:pt>
    <dgm:pt modelId="{8C2E9715-1050-4345-B6C5-2150A25D4092}" type="pres">
      <dgm:prSet presAssocID="{ADCDC4C8-ADD8-44A6-8765-8EE66EEDFD28}" presName="sibTrans" presStyleCnt="0"/>
      <dgm:spPr/>
    </dgm:pt>
    <dgm:pt modelId="{577F23F4-0ABC-4497-B634-35549B5DB307}" type="pres">
      <dgm:prSet presAssocID="{68BF7749-4AE5-461A-944A-6A658F4C60B6}" presName="node" presStyleLbl="node1" presStyleIdx="3" presStyleCnt="4">
        <dgm:presLayoutVars>
          <dgm:bulletEnabled val="1"/>
        </dgm:presLayoutVars>
      </dgm:prSet>
      <dgm:spPr/>
    </dgm:pt>
  </dgm:ptLst>
  <dgm:cxnLst>
    <dgm:cxn modelId="{8D09CE05-1DBD-4A2F-90C7-7594C2A54F85}" srcId="{72AAA6F5-DBB1-4ECC-A41F-1375BAC97173}" destId="{E63EA729-E4F9-455C-8453-758A2AC30E73}" srcOrd="0" destOrd="0" parTransId="{1B4E9FD4-5BC1-4514-A2C3-21EEC27720B9}" sibTransId="{45468CBA-BE34-4AD8-B593-91E52305B54D}"/>
    <dgm:cxn modelId="{C8D20638-5B34-4261-858B-994F224EEF5B}" type="presOf" srcId="{68BF7749-4AE5-461A-944A-6A658F4C60B6}" destId="{577F23F4-0ABC-4497-B634-35549B5DB307}" srcOrd="0" destOrd="0" presId="urn:microsoft.com/office/officeart/2005/8/layout/default"/>
    <dgm:cxn modelId="{508AFE52-2EFB-4545-9DDA-DF0FDF08C770}" type="presOf" srcId="{3F061279-1143-4CC6-BC93-D7914139FA72}" destId="{5F068FF4-7695-482A-A13B-B17C99B1002C}" srcOrd="0" destOrd="0" presId="urn:microsoft.com/office/officeart/2005/8/layout/default"/>
    <dgm:cxn modelId="{EF870F73-8454-4569-8500-963B3532A7F2}" type="presOf" srcId="{72AAA6F5-DBB1-4ECC-A41F-1375BAC97173}" destId="{E85478C3-1714-4482-BB36-36BEF86B47F5}" srcOrd="0" destOrd="0" presId="urn:microsoft.com/office/officeart/2005/8/layout/default"/>
    <dgm:cxn modelId="{5CDCB258-E1BC-45F7-AE1D-D158436B1009}" srcId="{72AAA6F5-DBB1-4ECC-A41F-1375BAC97173}" destId="{68BF7749-4AE5-461A-944A-6A658F4C60B6}" srcOrd="3" destOrd="0" parTransId="{275A2063-D16B-42B9-AFCB-DFC4A1E9FEBC}" sibTransId="{09350E16-CAFD-47B6-89DC-0D5D14B661A9}"/>
    <dgm:cxn modelId="{C08F5CBA-AA4A-4A85-B258-B0DAC3D68CD5}" srcId="{72AAA6F5-DBB1-4ECC-A41F-1375BAC97173}" destId="{65F2D6B9-0CA7-4963-8D3C-BC349BBE760A}" srcOrd="2" destOrd="0" parTransId="{6CC15154-3FF9-4D07-BA68-A02CA5A58CA1}" sibTransId="{ADCDC4C8-ADD8-44A6-8765-8EE66EEDFD28}"/>
    <dgm:cxn modelId="{4530F8E0-5E8A-42B1-94C3-07F45A6FB8F1}" srcId="{72AAA6F5-DBB1-4ECC-A41F-1375BAC97173}" destId="{3F061279-1143-4CC6-BC93-D7914139FA72}" srcOrd="1" destOrd="0" parTransId="{7151A7E3-02B1-4218-BCD8-F44668E0BBF5}" sibTransId="{6393A067-63D4-404A-B47E-4E97F525F17C}"/>
    <dgm:cxn modelId="{F94921F1-7937-4F1D-8C8E-017EE04C77CF}" type="presOf" srcId="{65F2D6B9-0CA7-4963-8D3C-BC349BBE760A}" destId="{1E0A13C8-2E76-4983-BEEA-3BCD1B48C582}" srcOrd="0" destOrd="0" presId="urn:microsoft.com/office/officeart/2005/8/layout/default"/>
    <dgm:cxn modelId="{6F7F1BF5-0328-4401-ABD1-E9C951AA6E1A}" type="presOf" srcId="{E63EA729-E4F9-455C-8453-758A2AC30E73}" destId="{477EDEDF-8FD8-4C10-B254-7C9AA0BF73F7}" srcOrd="0" destOrd="0" presId="urn:microsoft.com/office/officeart/2005/8/layout/default"/>
    <dgm:cxn modelId="{20C2E3A8-EDA6-42C7-A831-E4D56045C912}" type="presParOf" srcId="{E85478C3-1714-4482-BB36-36BEF86B47F5}" destId="{477EDEDF-8FD8-4C10-B254-7C9AA0BF73F7}" srcOrd="0" destOrd="0" presId="urn:microsoft.com/office/officeart/2005/8/layout/default"/>
    <dgm:cxn modelId="{7BC437B9-CECD-483C-ABC9-3AC24FA5381B}" type="presParOf" srcId="{E85478C3-1714-4482-BB36-36BEF86B47F5}" destId="{5E57761C-8EC7-415E-A7C3-722E2F3D9908}" srcOrd="1" destOrd="0" presId="urn:microsoft.com/office/officeart/2005/8/layout/default"/>
    <dgm:cxn modelId="{98C54D3B-9711-496B-9ED7-BA9CCEF72F4D}" type="presParOf" srcId="{E85478C3-1714-4482-BB36-36BEF86B47F5}" destId="{5F068FF4-7695-482A-A13B-B17C99B1002C}" srcOrd="2" destOrd="0" presId="urn:microsoft.com/office/officeart/2005/8/layout/default"/>
    <dgm:cxn modelId="{2CF2E2A1-3F9A-44BC-80AC-A7CD930F750F}" type="presParOf" srcId="{E85478C3-1714-4482-BB36-36BEF86B47F5}" destId="{6A923F80-A96B-4F18-B21A-6102CB66CEC0}" srcOrd="3" destOrd="0" presId="urn:microsoft.com/office/officeart/2005/8/layout/default"/>
    <dgm:cxn modelId="{278FE329-C9FA-4DC0-B65A-19431B1E410E}" type="presParOf" srcId="{E85478C3-1714-4482-BB36-36BEF86B47F5}" destId="{1E0A13C8-2E76-4983-BEEA-3BCD1B48C582}" srcOrd="4" destOrd="0" presId="urn:microsoft.com/office/officeart/2005/8/layout/default"/>
    <dgm:cxn modelId="{2D52B7B9-6B85-429C-B953-2D11F57EBFEA}" type="presParOf" srcId="{E85478C3-1714-4482-BB36-36BEF86B47F5}" destId="{8C2E9715-1050-4345-B6C5-2150A25D4092}" srcOrd="5" destOrd="0" presId="urn:microsoft.com/office/officeart/2005/8/layout/default"/>
    <dgm:cxn modelId="{868A8706-02DA-452C-AEBF-47643CFB9017}" type="presParOf" srcId="{E85478C3-1714-4482-BB36-36BEF86B47F5}" destId="{577F23F4-0ABC-4497-B634-35549B5DB30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6289CBA-B496-491B-83ED-FB6B20ADB022}" type="doc">
      <dgm:prSet loTypeId="urn:microsoft.com/office/officeart/2005/8/layout/default" loCatId="list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F1B50F-8EC0-4369-943A-AFEC8D13791A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B02F35EA-087A-49DE-A579-37E85654C565}" type="parTrans" cxnId="{D2538BEE-D077-4E98-AD35-FF9981BFA41F}">
      <dgm:prSet/>
      <dgm:spPr/>
    </dgm:pt>
    <dgm:pt modelId="{42739404-5D81-4CC3-808D-085B8CEB1D65}" type="sibTrans" cxnId="{D2538BEE-D077-4E98-AD35-FF9981BFA41F}">
      <dgm:prSet/>
      <dgm:spPr/>
    </dgm:pt>
    <dgm:pt modelId="{04AE28A6-0DEE-40A7-A0CE-BBF109CBAA3F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6509B343-88F5-4BB0-8ADA-462BD81AC4E0}" type="parTrans" cxnId="{59D915D9-881D-44B5-B3D6-D96AACF2AE58}">
      <dgm:prSet/>
      <dgm:spPr/>
    </dgm:pt>
    <dgm:pt modelId="{35665AA7-D8F6-49E2-9D85-606CA4406D44}" type="sibTrans" cxnId="{59D915D9-881D-44B5-B3D6-D96AACF2AE58}">
      <dgm:prSet/>
      <dgm:spPr/>
    </dgm:pt>
    <dgm:pt modelId="{FD84780C-4DD2-4093-ADB9-A750C509C7D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9A6B97EB-04B8-4DDF-8499-9EDC0059C95E}" type="parTrans" cxnId="{68DA2FFD-89DB-4A69-844D-7DC51F2C38AB}">
      <dgm:prSet/>
      <dgm:spPr/>
    </dgm:pt>
    <dgm:pt modelId="{8A5EA45A-8484-4143-9FA9-371E99D09568}" type="sibTrans" cxnId="{68DA2FFD-89DB-4A69-844D-7DC51F2C38AB}">
      <dgm:prSet/>
      <dgm:spPr/>
    </dgm:pt>
    <dgm:pt modelId="{E47F4E5B-B43D-4E75-AB7A-072C1D443CC5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11A5F665-168D-455E-B174-BA7E21926C47}" type="parTrans" cxnId="{0D6D6F42-7CD2-48DE-B66B-F71195B88831}">
      <dgm:prSet/>
      <dgm:spPr/>
    </dgm:pt>
    <dgm:pt modelId="{8C74E241-C212-4221-BEE1-A56D833A19F0}" type="sibTrans" cxnId="{0D6D6F42-7CD2-48DE-B66B-F71195B88831}">
      <dgm:prSet/>
      <dgm:spPr/>
    </dgm:pt>
    <dgm:pt modelId="{415DA5F2-B5E0-4E35-BF88-3E491C316E44}" type="pres">
      <dgm:prSet presAssocID="{D6289CBA-B496-491B-83ED-FB6B20ADB022}" presName="diagram" presStyleCnt="0">
        <dgm:presLayoutVars>
          <dgm:dir/>
          <dgm:resizeHandles val="exact"/>
        </dgm:presLayoutVars>
      </dgm:prSet>
      <dgm:spPr/>
    </dgm:pt>
    <dgm:pt modelId="{43D5E3C2-4D75-4930-9931-A659B7AA4C2D}" type="pres">
      <dgm:prSet presAssocID="{DFF1B50F-8EC0-4369-943A-AFEC8D13791A}" presName="node" presStyleLbl="node1" presStyleIdx="0" presStyleCnt="4">
        <dgm:presLayoutVars>
          <dgm:bulletEnabled val="1"/>
        </dgm:presLayoutVars>
      </dgm:prSet>
      <dgm:spPr/>
    </dgm:pt>
    <dgm:pt modelId="{D5D20F93-6FE1-4AA9-B10C-5D6E596FBDF6}" type="pres">
      <dgm:prSet presAssocID="{42739404-5D81-4CC3-808D-085B8CEB1D65}" presName="sibTrans" presStyleCnt="0"/>
      <dgm:spPr/>
    </dgm:pt>
    <dgm:pt modelId="{0A3B7819-6195-40F5-8736-0CD7A260FE99}" type="pres">
      <dgm:prSet presAssocID="{04AE28A6-0DEE-40A7-A0CE-BBF109CBAA3F}" presName="node" presStyleLbl="node1" presStyleIdx="1" presStyleCnt="4">
        <dgm:presLayoutVars>
          <dgm:bulletEnabled val="1"/>
        </dgm:presLayoutVars>
      </dgm:prSet>
      <dgm:spPr/>
    </dgm:pt>
    <dgm:pt modelId="{5DDE7CE1-B498-4497-A5C0-4D346CB4F8F1}" type="pres">
      <dgm:prSet presAssocID="{35665AA7-D8F6-49E2-9D85-606CA4406D44}" presName="sibTrans" presStyleCnt="0"/>
      <dgm:spPr/>
    </dgm:pt>
    <dgm:pt modelId="{81BD80A7-7E7D-4D15-A995-4CADBBB31250}" type="pres">
      <dgm:prSet presAssocID="{FD84780C-4DD2-4093-ADB9-A750C509C7DF}" presName="node" presStyleLbl="node1" presStyleIdx="2" presStyleCnt="4">
        <dgm:presLayoutVars>
          <dgm:bulletEnabled val="1"/>
        </dgm:presLayoutVars>
      </dgm:prSet>
      <dgm:spPr/>
    </dgm:pt>
    <dgm:pt modelId="{459D96ED-67D0-450A-BECB-AAEB4212A954}" type="pres">
      <dgm:prSet presAssocID="{8A5EA45A-8484-4143-9FA9-371E99D09568}" presName="sibTrans" presStyleCnt="0"/>
      <dgm:spPr/>
    </dgm:pt>
    <dgm:pt modelId="{A34673D8-AA1D-42D6-9489-683A806F58D6}" type="pres">
      <dgm:prSet presAssocID="{E47F4E5B-B43D-4E75-AB7A-072C1D443CC5}" presName="node" presStyleLbl="node1" presStyleIdx="3" presStyleCnt="4">
        <dgm:presLayoutVars>
          <dgm:bulletEnabled val="1"/>
        </dgm:presLayoutVars>
      </dgm:prSet>
      <dgm:spPr/>
    </dgm:pt>
  </dgm:ptLst>
  <dgm:cxnLst>
    <dgm:cxn modelId="{6B956411-2F50-454A-AA39-CE3311949C78}" type="presOf" srcId="{04AE28A6-0DEE-40A7-A0CE-BBF109CBAA3F}" destId="{0A3B7819-6195-40F5-8736-0CD7A260FE99}" srcOrd="0" destOrd="0" presId="urn:microsoft.com/office/officeart/2005/8/layout/default"/>
    <dgm:cxn modelId="{0D6D6F42-7CD2-48DE-B66B-F71195B88831}" srcId="{D6289CBA-B496-491B-83ED-FB6B20ADB022}" destId="{E47F4E5B-B43D-4E75-AB7A-072C1D443CC5}" srcOrd="3" destOrd="0" parTransId="{11A5F665-168D-455E-B174-BA7E21926C47}" sibTransId="{8C74E241-C212-4221-BEE1-A56D833A19F0}"/>
    <dgm:cxn modelId="{902FEC73-DFF4-4336-AEEA-C90E92FA6F1A}" type="presOf" srcId="{DFF1B50F-8EC0-4369-943A-AFEC8D13791A}" destId="{43D5E3C2-4D75-4930-9931-A659B7AA4C2D}" srcOrd="0" destOrd="0" presId="urn:microsoft.com/office/officeart/2005/8/layout/default"/>
    <dgm:cxn modelId="{107946B6-081E-480A-BDD2-ECC0CD490451}" type="presOf" srcId="{D6289CBA-B496-491B-83ED-FB6B20ADB022}" destId="{415DA5F2-B5E0-4E35-BF88-3E491C316E44}" srcOrd="0" destOrd="0" presId="urn:microsoft.com/office/officeart/2005/8/layout/default"/>
    <dgm:cxn modelId="{59D915D9-881D-44B5-B3D6-D96AACF2AE58}" srcId="{D6289CBA-B496-491B-83ED-FB6B20ADB022}" destId="{04AE28A6-0DEE-40A7-A0CE-BBF109CBAA3F}" srcOrd="1" destOrd="0" parTransId="{6509B343-88F5-4BB0-8ADA-462BD81AC4E0}" sibTransId="{35665AA7-D8F6-49E2-9D85-606CA4406D44}"/>
    <dgm:cxn modelId="{276A26DD-C939-4A77-A048-0B6936413AF0}" type="presOf" srcId="{FD84780C-4DD2-4093-ADB9-A750C509C7DF}" destId="{81BD80A7-7E7D-4D15-A995-4CADBBB31250}" srcOrd="0" destOrd="0" presId="urn:microsoft.com/office/officeart/2005/8/layout/default"/>
    <dgm:cxn modelId="{1EA501DE-2DF0-423E-84C3-C7AA81294ACF}" type="presOf" srcId="{E47F4E5B-B43D-4E75-AB7A-072C1D443CC5}" destId="{A34673D8-AA1D-42D6-9489-683A806F58D6}" srcOrd="0" destOrd="0" presId="urn:microsoft.com/office/officeart/2005/8/layout/default"/>
    <dgm:cxn modelId="{D2538BEE-D077-4E98-AD35-FF9981BFA41F}" srcId="{D6289CBA-B496-491B-83ED-FB6B20ADB022}" destId="{DFF1B50F-8EC0-4369-943A-AFEC8D13791A}" srcOrd="0" destOrd="0" parTransId="{B02F35EA-087A-49DE-A579-37E85654C565}" sibTransId="{42739404-5D81-4CC3-808D-085B8CEB1D65}"/>
    <dgm:cxn modelId="{68DA2FFD-89DB-4A69-844D-7DC51F2C38AB}" srcId="{D6289CBA-B496-491B-83ED-FB6B20ADB022}" destId="{FD84780C-4DD2-4093-ADB9-A750C509C7DF}" srcOrd="2" destOrd="0" parTransId="{9A6B97EB-04B8-4DDF-8499-9EDC0059C95E}" sibTransId="{8A5EA45A-8484-4143-9FA9-371E99D09568}"/>
    <dgm:cxn modelId="{D8F175CE-A4B4-42C2-95EC-52107A639787}" type="presParOf" srcId="{415DA5F2-B5E0-4E35-BF88-3E491C316E44}" destId="{43D5E3C2-4D75-4930-9931-A659B7AA4C2D}" srcOrd="0" destOrd="0" presId="urn:microsoft.com/office/officeart/2005/8/layout/default"/>
    <dgm:cxn modelId="{3111BD91-EB9E-4CE6-9AFF-FCEC0DD31D86}" type="presParOf" srcId="{415DA5F2-B5E0-4E35-BF88-3E491C316E44}" destId="{D5D20F93-6FE1-4AA9-B10C-5D6E596FBDF6}" srcOrd="1" destOrd="0" presId="urn:microsoft.com/office/officeart/2005/8/layout/default"/>
    <dgm:cxn modelId="{F684E092-D3D3-42DD-B52D-DB3470048C8B}" type="presParOf" srcId="{415DA5F2-B5E0-4E35-BF88-3E491C316E44}" destId="{0A3B7819-6195-40F5-8736-0CD7A260FE99}" srcOrd="2" destOrd="0" presId="urn:microsoft.com/office/officeart/2005/8/layout/default"/>
    <dgm:cxn modelId="{908F723C-0D04-4F6B-AE0C-64E3037C9288}" type="presParOf" srcId="{415DA5F2-B5E0-4E35-BF88-3E491C316E44}" destId="{5DDE7CE1-B498-4497-A5C0-4D346CB4F8F1}" srcOrd="3" destOrd="0" presId="urn:microsoft.com/office/officeart/2005/8/layout/default"/>
    <dgm:cxn modelId="{829977C2-1F9B-4180-9766-93EFB35D4A38}" type="presParOf" srcId="{415DA5F2-B5E0-4E35-BF88-3E491C316E44}" destId="{81BD80A7-7E7D-4D15-A995-4CADBBB31250}" srcOrd="4" destOrd="0" presId="urn:microsoft.com/office/officeart/2005/8/layout/default"/>
    <dgm:cxn modelId="{52805972-2D7D-456C-BBDE-BDBE0C804C4A}" type="presParOf" srcId="{415DA5F2-B5E0-4E35-BF88-3E491C316E44}" destId="{459D96ED-67D0-450A-BECB-AAEB4212A954}" srcOrd="5" destOrd="0" presId="urn:microsoft.com/office/officeart/2005/8/layout/default"/>
    <dgm:cxn modelId="{DEB27CAB-970C-44B7-A617-8D32962B5A6E}" type="presParOf" srcId="{415DA5F2-B5E0-4E35-BF88-3E491C316E44}" destId="{A34673D8-AA1D-42D6-9489-683A806F58D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95175D9-0A33-4AB0-932F-DD23D9CD765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DF25B46-B13A-4711-B59E-8B98ACBF27FE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9629DEAF-99AB-421A-9661-01353CBF2A8A}" type="parTrans" cxnId="{333E4B26-3E9A-4836-A6E8-BFFE52E52335}">
      <dgm:prSet/>
      <dgm:spPr/>
    </dgm:pt>
    <dgm:pt modelId="{80D69963-9FF2-4463-B3EB-308591DECAAF}" type="sibTrans" cxnId="{333E4B26-3E9A-4836-A6E8-BFFE52E52335}">
      <dgm:prSet/>
      <dgm:spPr/>
      <dgm:t>
        <a:bodyPr/>
        <a:lstStyle/>
        <a:p>
          <a:endParaRPr lang="en-US"/>
        </a:p>
      </dgm:t>
    </dgm:pt>
    <dgm:pt modelId="{EFEBD969-8F9B-43A4-BA05-8677DE004EE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1FA4CC3-431C-4BEA-9899-E4EFB15F6F9D}" type="parTrans" cxnId="{A43D7BB5-79EA-4989-A545-F5DD548E8B29}">
      <dgm:prSet/>
      <dgm:spPr/>
    </dgm:pt>
    <dgm:pt modelId="{8E76EE2E-4122-4C16-BCF9-5499DF693148}" type="sibTrans" cxnId="{A43D7BB5-79EA-4989-A545-F5DD548E8B29}">
      <dgm:prSet/>
      <dgm:spPr/>
      <dgm:t>
        <a:bodyPr/>
        <a:lstStyle/>
        <a:p>
          <a:endParaRPr lang="en-US"/>
        </a:p>
      </dgm:t>
    </dgm:pt>
    <dgm:pt modelId="{36D04ACF-2054-44F0-BF48-D9909937592E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232D769-715B-4674-A635-9C750A5A3A4E}" type="parTrans" cxnId="{1E69A5DD-DC23-45BB-9B91-F14FB67BF47A}">
      <dgm:prSet/>
      <dgm:spPr/>
    </dgm:pt>
    <dgm:pt modelId="{D7D35A94-E2AA-4818-9997-1EB6920174E0}" type="sibTrans" cxnId="{1E69A5DD-DC23-45BB-9B91-F14FB67BF47A}">
      <dgm:prSet/>
      <dgm:spPr/>
      <dgm:t>
        <a:bodyPr/>
        <a:lstStyle/>
        <a:p>
          <a:endParaRPr lang="en-US"/>
        </a:p>
      </dgm:t>
    </dgm:pt>
    <dgm:pt modelId="{285385C9-6BCD-4307-B562-8E01E40BFA55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89DF9B2-3380-44A5-8BCA-70AF3EE0059C}" type="parTrans" cxnId="{6C639DCA-D37D-42AF-9A44-315BAF35C22F}">
      <dgm:prSet/>
      <dgm:spPr/>
    </dgm:pt>
    <dgm:pt modelId="{E17C397A-AB19-4D2E-A536-180E405CA400}" type="sibTrans" cxnId="{6C639DCA-D37D-42AF-9A44-315BAF35C22F}">
      <dgm:prSet/>
      <dgm:spPr/>
    </dgm:pt>
    <dgm:pt modelId="{B6D5C7E4-370B-4A0B-81A2-CB7EF981F8B4}" type="pres">
      <dgm:prSet presAssocID="{495175D9-0A33-4AB0-932F-DD23D9CD765E}" presName="Name0" presStyleCnt="0">
        <dgm:presLayoutVars>
          <dgm:dir/>
          <dgm:resizeHandles val="exact"/>
        </dgm:presLayoutVars>
      </dgm:prSet>
      <dgm:spPr/>
    </dgm:pt>
    <dgm:pt modelId="{1B880DCF-CA62-4AFD-8B07-4D5C7464DCB7}" type="pres">
      <dgm:prSet presAssocID="{9DF25B46-B13A-4711-B59E-8B98ACBF27FE}" presName="node" presStyleLbl="node1" presStyleIdx="0" presStyleCnt="4">
        <dgm:presLayoutVars>
          <dgm:bulletEnabled val="1"/>
        </dgm:presLayoutVars>
      </dgm:prSet>
      <dgm:spPr/>
    </dgm:pt>
    <dgm:pt modelId="{E85AF1C5-C580-4B60-9913-6F58C936D426}" type="pres">
      <dgm:prSet presAssocID="{80D69963-9FF2-4463-B3EB-308591DECAAF}" presName="sibTrans" presStyleLbl="sibTrans2D1" presStyleIdx="0" presStyleCnt="3"/>
      <dgm:spPr/>
    </dgm:pt>
    <dgm:pt modelId="{68DAF038-60A4-42EC-A375-30B6F88A8C0E}" type="pres">
      <dgm:prSet presAssocID="{80D69963-9FF2-4463-B3EB-308591DECAAF}" presName="connectorText" presStyleLbl="sibTrans2D1" presStyleIdx="0" presStyleCnt="3"/>
      <dgm:spPr/>
    </dgm:pt>
    <dgm:pt modelId="{A0985AF7-9B35-4A24-827A-7499FACA690F}" type="pres">
      <dgm:prSet presAssocID="{EFEBD969-8F9B-43A4-BA05-8677DE004EE6}" presName="node" presStyleLbl="node1" presStyleIdx="1" presStyleCnt="4">
        <dgm:presLayoutVars>
          <dgm:bulletEnabled val="1"/>
        </dgm:presLayoutVars>
      </dgm:prSet>
      <dgm:spPr/>
    </dgm:pt>
    <dgm:pt modelId="{C23F57E7-F404-4740-ACD5-413F2ABF9B5C}" type="pres">
      <dgm:prSet presAssocID="{8E76EE2E-4122-4C16-BCF9-5499DF693148}" presName="sibTrans" presStyleLbl="sibTrans2D1" presStyleIdx="1" presStyleCnt="3"/>
      <dgm:spPr/>
    </dgm:pt>
    <dgm:pt modelId="{336F1013-479D-46D9-891C-8B52D924FFCA}" type="pres">
      <dgm:prSet presAssocID="{8E76EE2E-4122-4C16-BCF9-5499DF693148}" presName="connectorText" presStyleLbl="sibTrans2D1" presStyleIdx="1" presStyleCnt="3"/>
      <dgm:spPr/>
    </dgm:pt>
    <dgm:pt modelId="{64238904-95BD-46AB-B91B-80D3EB1E3BB2}" type="pres">
      <dgm:prSet presAssocID="{36D04ACF-2054-44F0-BF48-D9909937592E}" presName="node" presStyleLbl="node1" presStyleIdx="2" presStyleCnt="4">
        <dgm:presLayoutVars>
          <dgm:bulletEnabled val="1"/>
        </dgm:presLayoutVars>
      </dgm:prSet>
      <dgm:spPr/>
    </dgm:pt>
    <dgm:pt modelId="{D03B8DAF-F4BE-49F7-BD75-37B547549F53}" type="pres">
      <dgm:prSet presAssocID="{D7D35A94-E2AA-4818-9997-1EB6920174E0}" presName="sibTrans" presStyleLbl="sibTrans2D1" presStyleIdx="2" presStyleCnt="3"/>
      <dgm:spPr/>
    </dgm:pt>
    <dgm:pt modelId="{060C66B6-EB14-41B1-AB4D-029E0F3EBE12}" type="pres">
      <dgm:prSet presAssocID="{D7D35A94-E2AA-4818-9997-1EB6920174E0}" presName="connectorText" presStyleLbl="sibTrans2D1" presStyleIdx="2" presStyleCnt="3"/>
      <dgm:spPr/>
    </dgm:pt>
    <dgm:pt modelId="{289D3336-C355-4C40-B82C-4F6FCF7E0C8B}" type="pres">
      <dgm:prSet presAssocID="{285385C9-6BCD-4307-B562-8E01E40BFA55}" presName="node" presStyleLbl="node1" presStyleIdx="3" presStyleCnt="4">
        <dgm:presLayoutVars>
          <dgm:bulletEnabled val="1"/>
        </dgm:presLayoutVars>
      </dgm:prSet>
      <dgm:spPr/>
    </dgm:pt>
  </dgm:ptLst>
  <dgm:cxnLst>
    <dgm:cxn modelId="{8F9A4F23-CF7D-4769-B4DA-C8E7A182C37C}" type="presOf" srcId="{80D69963-9FF2-4463-B3EB-308591DECAAF}" destId="{E85AF1C5-C580-4B60-9913-6F58C936D426}" srcOrd="0" destOrd="0" presId="urn:microsoft.com/office/officeart/2005/8/layout/process1"/>
    <dgm:cxn modelId="{333E4B26-3E9A-4836-A6E8-BFFE52E52335}" srcId="{495175D9-0A33-4AB0-932F-DD23D9CD765E}" destId="{9DF25B46-B13A-4711-B59E-8B98ACBF27FE}" srcOrd="0" destOrd="0" parTransId="{9629DEAF-99AB-421A-9661-01353CBF2A8A}" sibTransId="{80D69963-9FF2-4463-B3EB-308591DECAAF}"/>
    <dgm:cxn modelId="{22BD715B-F488-4C65-A1A2-0A047B588A6D}" type="presOf" srcId="{285385C9-6BCD-4307-B562-8E01E40BFA55}" destId="{289D3336-C355-4C40-B82C-4F6FCF7E0C8B}" srcOrd="0" destOrd="0" presId="urn:microsoft.com/office/officeart/2005/8/layout/process1"/>
    <dgm:cxn modelId="{4B6C186D-C2FE-4812-8147-11AC9A177316}" type="presOf" srcId="{8E76EE2E-4122-4C16-BCF9-5499DF693148}" destId="{336F1013-479D-46D9-891C-8B52D924FFCA}" srcOrd="1" destOrd="0" presId="urn:microsoft.com/office/officeart/2005/8/layout/process1"/>
    <dgm:cxn modelId="{29E11F6D-6F08-4774-8959-D81372EABCCA}" type="presOf" srcId="{495175D9-0A33-4AB0-932F-DD23D9CD765E}" destId="{B6D5C7E4-370B-4A0B-81A2-CB7EF981F8B4}" srcOrd="0" destOrd="0" presId="urn:microsoft.com/office/officeart/2005/8/layout/process1"/>
    <dgm:cxn modelId="{D72BED77-EE94-468B-913A-704826A28E53}" type="presOf" srcId="{8E76EE2E-4122-4C16-BCF9-5499DF693148}" destId="{C23F57E7-F404-4740-ACD5-413F2ABF9B5C}" srcOrd="0" destOrd="0" presId="urn:microsoft.com/office/officeart/2005/8/layout/process1"/>
    <dgm:cxn modelId="{48AB4D8A-E870-4F23-8F0D-9E0F4D312D9C}" type="presOf" srcId="{36D04ACF-2054-44F0-BF48-D9909937592E}" destId="{64238904-95BD-46AB-B91B-80D3EB1E3BB2}" srcOrd="0" destOrd="0" presId="urn:microsoft.com/office/officeart/2005/8/layout/process1"/>
    <dgm:cxn modelId="{A43D7BB5-79EA-4989-A545-F5DD548E8B29}" srcId="{495175D9-0A33-4AB0-932F-DD23D9CD765E}" destId="{EFEBD969-8F9B-43A4-BA05-8677DE004EE6}" srcOrd="1" destOrd="0" parTransId="{B1FA4CC3-431C-4BEA-9899-E4EFB15F6F9D}" sibTransId="{8E76EE2E-4122-4C16-BCF9-5499DF693148}"/>
    <dgm:cxn modelId="{00B674C9-E2A2-4493-BEB8-0BA78816F750}" type="presOf" srcId="{D7D35A94-E2AA-4818-9997-1EB6920174E0}" destId="{D03B8DAF-F4BE-49F7-BD75-37B547549F53}" srcOrd="0" destOrd="0" presId="urn:microsoft.com/office/officeart/2005/8/layout/process1"/>
    <dgm:cxn modelId="{6C639DCA-D37D-42AF-9A44-315BAF35C22F}" srcId="{495175D9-0A33-4AB0-932F-DD23D9CD765E}" destId="{285385C9-6BCD-4307-B562-8E01E40BFA55}" srcOrd="3" destOrd="0" parTransId="{F89DF9B2-3380-44A5-8BCA-70AF3EE0059C}" sibTransId="{E17C397A-AB19-4D2E-A536-180E405CA400}"/>
    <dgm:cxn modelId="{534319CF-B4B9-44F2-94A8-743007D5CC1B}" type="presOf" srcId="{80D69963-9FF2-4463-B3EB-308591DECAAF}" destId="{68DAF038-60A4-42EC-A375-30B6F88A8C0E}" srcOrd="1" destOrd="0" presId="urn:microsoft.com/office/officeart/2005/8/layout/process1"/>
    <dgm:cxn modelId="{A4C216D7-5317-44FC-A344-8BDC5AC37DCE}" type="presOf" srcId="{EFEBD969-8F9B-43A4-BA05-8677DE004EE6}" destId="{A0985AF7-9B35-4A24-827A-7499FACA690F}" srcOrd="0" destOrd="0" presId="urn:microsoft.com/office/officeart/2005/8/layout/process1"/>
    <dgm:cxn modelId="{1E69A5DD-DC23-45BB-9B91-F14FB67BF47A}" srcId="{495175D9-0A33-4AB0-932F-DD23D9CD765E}" destId="{36D04ACF-2054-44F0-BF48-D9909937592E}" srcOrd="2" destOrd="0" parTransId="{2232D769-715B-4674-A635-9C750A5A3A4E}" sibTransId="{D7D35A94-E2AA-4818-9997-1EB6920174E0}"/>
    <dgm:cxn modelId="{B757E8E4-3A51-46C7-B90F-C2316715978F}" type="presOf" srcId="{9DF25B46-B13A-4711-B59E-8B98ACBF27FE}" destId="{1B880DCF-CA62-4AFD-8B07-4D5C7464DCB7}" srcOrd="0" destOrd="0" presId="urn:microsoft.com/office/officeart/2005/8/layout/process1"/>
    <dgm:cxn modelId="{A2CF3BE9-E723-4ADC-99B6-ED617B2D8A4A}" type="presOf" srcId="{D7D35A94-E2AA-4818-9997-1EB6920174E0}" destId="{060C66B6-EB14-41B1-AB4D-029E0F3EBE12}" srcOrd="1" destOrd="0" presId="urn:microsoft.com/office/officeart/2005/8/layout/process1"/>
    <dgm:cxn modelId="{5C943A2E-C186-4444-BC11-471CC3109370}" type="presParOf" srcId="{B6D5C7E4-370B-4A0B-81A2-CB7EF981F8B4}" destId="{1B880DCF-CA62-4AFD-8B07-4D5C7464DCB7}" srcOrd="0" destOrd="0" presId="urn:microsoft.com/office/officeart/2005/8/layout/process1"/>
    <dgm:cxn modelId="{29B5C951-D416-47A3-BB53-8EF2E81CB3FA}" type="presParOf" srcId="{B6D5C7E4-370B-4A0B-81A2-CB7EF981F8B4}" destId="{E85AF1C5-C580-4B60-9913-6F58C936D426}" srcOrd="1" destOrd="0" presId="urn:microsoft.com/office/officeart/2005/8/layout/process1"/>
    <dgm:cxn modelId="{F3779381-4F06-4772-8CED-2824963EA1B7}" type="presParOf" srcId="{E85AF1C5-C580-4B60-9913-6F58C936D426}" destId="{68DAF038-60A4-42EC-A375-30B6F88A8C0E}" srcOrd="0" destOrd="0" presId="urn:microsoft.com/office/officeart/2005/8/layout/process1"/>
    <dgm:cxn modelId="{BC810779-0567-4E96-9AD1-AF2D11E9402B}" type="presParOf" srcId="{B6D5C7E4-370B-4A0B-81A2-CB7EF981F8B4}" destId="{A0985AF7-9B35-4A24-827A-7499FACA690F}" srcOrd="2" destOrd="0" presId="urn:microsoft.com/office/officeart/2005/8/layout/process1"/>
    <dgm:cxn modelId="{2C7AF573-D49A-43C1-9FBC-291BBD3BDF88}" type="presParOf" srcId="{B6D5C7E4-370B-4A0B-81A2-CB7EF981F8B4}" destId="{C23F57E7-F404-4740-ACD5-413F2ABF9B5C}" srcOrd="3" destOrd="0" presId="urn:microsoft.com/office/officeart/2005/8/layout/process1"/>
    <dgm:cxn modelId="{C8212B61-CFA3-4E55-A888-FF321D138DAB}" type="presParOf" srcId="{C23F57E7-F404-4740-ACD5-413F2ABF9B5C}" destId="{336F1013-479D-46D9-891C-8B52D924FFCA}" srcOrd="0" destOrd="0" presId="urn:microsoft.com/office/officeart/2005/8/layout/process1"/>
    <dgm:cxn modelId="{381C5A5E-229F-4C83-837D-AB63F80ECF94}" type="presParOf" srcId="{B6D5C7E4-370B-4A0B-81A2-CB7EF981F8B4}" destId="{64238904-95BD-46AB-B91B-80D3EB1E3BB2}" srcOrd="4" destOrd="0" presId="urn:microsoft.com/office/officeart/2005/8/layout/process1"/>
    <dgm:cxn modelId="{AE2F8961-89B4-4CB1-A0C2-D99F5EBECC96}" type="presParOf" srcId="{B6D5C7E4-370B-4A0B-81A2-CB7EF981F8B4}" destId="{D03B8DAF-F4BE-49F7-BD75-37B547549F53}" srcOrd="5" destOrd="0" presId="urn:microsoft.com/office/officeart/2005/8/layout/process1"/>
    <dgm:cxn modelId="{A65EE9C8-F582-44F8-B068-BB42CD8FB967}" type="presParOf" srcId="{D03B8DAF-F4BE-49F7-BD75-37B547549F53}" destId="{060C66B6-EB14-41B1-AB4D-029E0F3EBE12}" srcOrd="0" destOrd="0" presId="urn:microsoft.com/office/officeart/2005/8/layout/process1"/>
    <dgm:cxn modelId="{8DD8C9FC-4E9E-4616-B950-E8326E24B94C}" type="presParOf" srcId="{B6D5C7E4-370B-4A0B-81A2-CB7EF981F8B4}" destId="{289D3336-C355-4C40-B82C-4F6FCF7E0C8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D4C6FE9-B4DD-4C3F-A0C8-90E10A2F3A9F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</dgm:pt>
    <dgm:pt modelId="{6FB23400-CDF0-4806-8BF0-78CB6B58AD9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C2B722F-9522-48A1-8F59-4FB0A031E0B3}" type="parTrans" cxnId="{DD4BFEA3-55DA-4DBC-B8AC-0478468A2FC9}">
      <dgm:prSet/>
      <dgm:spPr/>
    </dgm:pt>
    <dgm:pt modelId="{364D4034-1E8B-4802-9A4A-BE5185EE063C}" type="sibTrans" cxnId="{DD4BFEA3-55DA-4DBC-B8AC-0478468A2FC9}">
      <dgm:prSet/>
      <dgm:spPr/>
      <dgm:t>
        <a:bodyPr/>
        <a:lstStyle/>
        <a:p>
          <a:endParaRPr lang="en-US"/>
        </a:p>
      </dgm:t>
    </dgm:pt>
    <dgm:pt modelId="{804781D6-38C3-4280-A804-A832EBDA47E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F1AEFDEE-A0B2-49C8-8CEC-E3FFB3B63D99}" type="parTrans" cxnId="{AFF3BAF5-37EA-464A-BE22-B2245EC2444B}">
      <dgm:prSet/>
      <dgm:spPr/>
    </dgm:pt>
    <dgm:pt modelId="{41A52328-871B-48BB-9C77-F3453097CBDA}" type="sibTrans" cxnId="{AFF3BAF5-37EA-464A-BE22-B2245EC2444B}">
      <dgm:prSet/>
      <dgm:spPr/>
      <dgm:t>
        <a:bodyPr/>
        <a:lstStyle/>
        <a:p>
          <a:endParaRPr lang="en-US"/>
        </a:p>
      </dgm:t>
    </dgm:pt>
    <dgm:pt modelId="{1C46CE19-56CA-4CB8-ADD3-CED6411BB7C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E4EBCD7-6E9A-4D5B-A0B6-3DCBB00B91B0}" type="parTrans" cxnId="{5CC97513-1B12-40E9-B5E1-1E51C2947C4F}">
      <dgm:prSet/>
      <dgm:spPr/>
    </dgm:pt>
    <dgm:pt modelId="{AAD071A9-6792-4335-AFEE-34350E315A6B}" type="sibTrans" cxnId="{5CC97513-1B12-40E9-B5E1-1E51C2947C4F}">
      <dgm:prSet/>
      <dgm:spPr/>
      <dgm:t>
        <a:bodyPr/>
        <a:lstStyle/>
        <a:p>
          <a:endParaRPr lang="en-US"/>
        </a:p>
      </dgm:t>
    </dgm:pt>
    <dgm:pt modelId="{73147B5F-E00F-42C3-91E7-29CD0512B94C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F66A176-1740-474A-9743-B2052FCA3931}" type="parTrans" cxnId="{BE2D9AF5-D49F-499B-98A1-8BC8895F6532}">
      <dgm:prSet/>
      <dgm:spPr/>
    </dgm:pt>
    <dgm:pt modelId="{89E89B35-15B9-4DE5-BAFB-00518470B957}" type="sibTrans" cxnId="{BE2D9AF5-D49F-499B-98A1-8BC8895F6532}">
      <dgm:prSet/>
      <dgm:spPr/>
    </dgm:pt>
    <dgm:pt modelId="{BE972655-19BE-46AF-A682-F058EBF4BC2F}" type="pres">
      <dgm:prSet presAssocID="{0D4C6FE9-B4DD-4C3F-A0C8-90E10A2F3A9F}" presName="Name0" presStyleCnt="0">
        <dgm:presLayoutVars>
          <dgm:dir/>
          <dgm:resizeHandles val="exact"/>
        </dgm:presLayoutVars>
      </dgm:prSet>
      <dgm:spPr/>
    </dgm:pt>
    <dgm:pt modelId="{DC31D864-939C-4ECE-8FCE-9586B689788F}" type="pres">
      <dgm:prSet presAssocID="{6FB23400-CDF0-4806-8BF0-78CB6B58AD96}" presName="node" presStyleLbl="node1" presStyleIdx="0" presStyleCnt="4">
        <dgm:presLayoutVars>
          <dgm:bulletEnabled val="1"/>
        </dgm:presLayoutVars>
      </dgm:prSet>
      <dgm:spPr/>
    </dgm:pt>
    <dgm:pt modelId="{831BD3FF-2D0A-49FE-AD92-2943A90D1E54}" type="pres">
      <dgm:prSet presAssocID="{364D4034-1E8B-4802-9A4A-BE5185EE063C}" presName="sibTrans" presStyleLbl="sibTrans2D1" presStyleIdx="0" presStyleCnt="3"/>
      <dgm:spPr/>
    </dgm:pt>
    <dgm:pt modelId="{2941350A-40F4-440B-819B-163135FE50E2}" type="pres">
      <dgm:prSet presAssocID="{364D4034-1E8B-4802-9A4A-BE5185EE063C}" presName="connectorText" presStyleLbl="sibTrans2D1" presStyleIdx="0" presStyleCnt="3"/>
      <dgm:spPr/>
    </dgm:pt>
    <dgm:pt modelId="{6E7C97C2-4CB3-492B-8900-A7D3424C9B4F}" type="pres">
      <dgm:prSet presAssocID="{804781D6-38C3-4280-A804-A832EBDA47EE}" presName="node" presStyleLbl="node1" presStyleIdx="1" presStyleCnt="4">
        <dgm:presLayoutVars>
          <dgm:bulletEnabled val="1"/>
        </dgm:presLayoutVars>
      </dgm:prSet>
      <dgm:spPr/>
    </dgm:pt>
    <dgm:pt modelId="{286EF26D-1FAD-4F0E-95BF-3DFB2EC5BE1F}" type="pres">
      <dgm:prSet presAssocID="{41A52328-871B-48BB-9C77-F3453097CBDA}" presName="sibTrans" presStyleLbl="sibTrans2D1" presStyleIdx="1" presStyleCnt="3"/>
      <dgm:spPr/>
    </dgm:pt>
    <dgm:pt modelId="{738A145F-7139-4EFF-BCD1-9B11DD1B2018}" type="pres">
      <dgm:prSet presAssocID="{41A52328-871B-48BB-9C77-F3453097CBDA}" presName="connectorText" presStyleLbl="sibTrans2D1" presStyleIdx="1" presStyleCnt="3"/>
      <dgm:spPr/>
    </dgm:pt>
    <dgm:pt modelId="{7C28A270-E3A8-497E-AFD5-452D801E41F3}" type="pres">
      <dgm:prSet presAssocID="{1C46CE19-56CA-4CB8-ADD3-CED6411BB7CA}" presName="node" presStyleLbl="node1" presStyleIdx="2" presStyleCnt="4">
        <dgm:presLayoutVars>
          <dgm:bulletEnabled val="1"/>
        </dgm:presLayoutVars>
      </dgm:prSet>
      <dgm:spPr/>
    </dgm:pt>
    <dgm:pt modelId="{2A2547CB-0386-4E90-BA6F-EB0639A16330}" type="pres">
      <dgm:prSet presAssocID="{AAD071A9-6792-4335-AFEE-34350E315A6B}" presName="sibTrans" presStyleLbl="sibTrans2D1" presStyleIdx="2" presStyleCnt="3"/>
      <dgm:spPr/>
    </dgm:pt>
    <dgm:pt modelId="{3F8C0C1D-F25C-452B-93B7-E46A9EDF5524}" type="pres">
      <dgm:prSet presAssocID="{AAD071A9-6792-4335-AFEE-34350E315A6B}" presName="connectorText" presStyleLbl="sibTrans2D1" presStyleIdx="2" presStyleCnt="3"/>
      <dgm:spPr/>
    </dgm:pt>
    <dgm:pt modelId="{4ACB3B62-6D45-4422-AC04-882078A67F68}" type="pres">
      <dgm:prSet presAssocID="{73147B5F-E00F-42C3-91E7-29CD0512B94C}" presName="node" presStyleLbl="node1" presStyleIdx="3" presStyleCnt="4">
        <dgm:presLayoutVars>
          <dgm:bulletEnabled val="1"/>
        </dgm:presLayoutVars>
      </dgm:prSet>
      <dgm:spPr/>
    </dgm:pt>
  </dgm:ptLst>
  <dgm:cxnLst>
    <dgm:cxn modelId="{CBCF6A06-05D4-48C0-A904-FA76580F6467}" type="presOf" srcId="{41A52328-871B-48BB-9C77-F3453097CBDA}" destId="{286EF26D-1FAD-4F0E-95BF-3DFB2EC5BE1F}" srcOrd="0" destOrd="0" presId="urn:microsoft.com/office/officeart/2005/8/layout/process1"/>
    <dgm:cxn modelId="{5CC97513-1B12-40E9-B5E1-1E51C2947C4F}" srcId="{0D4C6FE9-B4DD-4C3F-A0C8-90E10A2F3A9F}" destId="{1C46CE19-56CA-4CB8-ADD3-CED6411BB7CA}" srcOrd="2" destOrd="0" parTransId="{FE4EBCD7-6E9A-4D5B-A0B6-3DCBB00B91B0}" sibTransId="{AAD071A9-6792-4335-AFEE-34350E315A6B}"/>
    <dgm:cxn modelId="{DF9F6D1C-7D81-4E33-BFCF-4C611E3DEACB}" type="presOf" srcId="{41A52328-871B-48BB-9C77-F3453097CBDA}" destId="{738A145F-7139-4EFF-BCD1-9B11DD1B2018}" srcOrd="1" destOrd="0" presId="urn:microsoft.com/office/officeart/2005/8/layout/process1"/>
    <dgm:cxn modelId="{3174D823-5D78-41E3-A30C-6D826937952D}" type="presOf" srcId="{364D4034-1E8B-4802-9A4A-BE5185EE063C}" destId="{831BD3FF-2D0A-49FE-AD92-2943A90D1E54}" srcOrd="0" destOrd="0" presId="urn:microsoft.com/office/officeart/2005/8/layout/process1"/>
    <dgm:cxn modelId="{EBD3D335-5169-4DAB-9F28-F5D97368746A}" type="presOf" srcId="{6FB23400-CDF0-4806-8BF0-78CB6B58AD96}" destId="{DC31D864-939C-4ECE-8FCE-9586B689788F}" srcOrd="0" destOrd="0" presId="urn:microsoft.com/office/officeart/2005/8/layout/process1"/>
    <dgm:cxn modelId="{48C2657C-3D86-46A6-AA92-CFBBA755784B}" type="presOf" srcId="{1C46CE19-56CA-4CB8-ADD3-CED6411BB7CA}" destId="{7C28A270-E3A8-497E-AFD5-452D801E41F3}" srcOrd="0" destOrd="0" presId="urn:microsoft.com/office/officeart/2005/8/layout/process1"/>
    <dgm:cxn modelId="{99CF7F9C-2470-4093-A567-C16FA9729541}" type="presOf" srcId="{364D4034-1E8B-4802-9A4A-BE5185EE063C}" destId="{2941350A-40F4-440B-819B-163135FE50E2}" srcOrd="1" destOrd="0" presId="urn:microsoft.com/office/officeart/2005/8/layout/process1"/>
    <dgm:cxn modelId="{DD4BFEA3-55DA-4DBC-B8AC-0478468A2FC9}" srcId="{0D4C6FE9-B4DD-4C3F-A0C8-90E10A2F3A9F}" destId="{6FB23400-CDF0-4806-8BF0-78CB6B58AD96}" srcOrd="0" destOrd="0" parTransId="{6C2B722F-9522-48A1-8F59-4FB0A031E0B3}" sibTransId="{364D4034-1E8B-4802-9A4A-BE5185EE063C}"/>
    <dgm:cxn modelId="{BC9322AA-1939-41D6-80E9-6DEACBA00C0A}" type="presOf" srcId="{AAD071A9-6792-4335-AFEE-34350E315A6B}" destId="{2A2547CB-0386-4E90-BA6F-EB0639A16330}" srcOrd="0" destOrd="0" presId="urn:microsoft.com/office/officeart/2005/8/layout/process1"/>
    <dgm:cxn modelId="{5A6755AF-A2A6-467A-8DDF-FEB4DC203E50}" type="presOf" srcId="{804781D6-38C3-4280-A804-A832EBDA47EE}" destId="{6E7C97C2-4CB3-492B-8900-A7D3424C9B4F}" srcOrd="0" destOrd="0" presId="urn:microsoft.com/office/officeart/2005/8/layout/process1"/>
    <dgm:cxn modelId="{2C1C08BA-28CB-4BCD-84B1-77F9958D4166}" type="presOf" srcId="{AAD071A9-6792-4335-AFEE-34350E315A6B}" destId="{3F8C0C1D-F25C-452B-93B7-E46A9EDF5524}" srcOrd="1" destOrd="0" presId="urn:microsoft.com/office/officeart/2005/8/layout/process1"/>
    <dgm:cxn modelId="{BE2D9AF5-D49F-499B-98A1-8BC8895F6532}" srcId="{0D4C6FE9-B4DD-4C3F-A0C8-90E10A2F3A9F}" destId="{73147B5F-E00F-42C3-91E7-29CD0512B94C}" srcOrd="3" destOrd="0" parTransId="{4F66A176-1740-474A-9743-B2052FCA3931}" sibTransId="{89E89B35-15B9-4DE5-BAFB-00518470B957}"/>
    <dgm:cxn modelId="{AFF3BAF5-37EA-464A-BE22-B2245EC2444B}" srcId="{0D4C6FE9-B4DD-4C3F-A0C8-90E10A2F3A9F}" destId="{804781D6-38C3-4280-A804-A832EBDA47EE}" srcOrd="1" destOrd="0" parTransId="{F1AEFDEE-A0B2-49C8-8CEC-E3FFB3B63D99}" sibTransId="{41A52328-871B-48BB-9C77-F3453097CBDA}"/>
    <dgm:cxn modelId="{B7EE2AF7-B02E-421D-B6D6-EADC35B79087}" type="presOf" srcId="{0D4C6FE9-B4DD-4C3F-A0C8-90E10A2F3A9F}" destId="{BE972655-19BE-46AF-A682-F058EBF4BC2F}" srcOrd="0" destOrd="0" presId="urn:microsoft.com/office/officeart/2005/8/layout/process1"/>
    <dgm:cxn modelId="{255402FE-B772-4CB4-A0E2-B54DE4E1306A}" type="presOf" srcId="{73147B5F-E00F-42C3-91E7-29CD0512B94C}" destId="{4ACB3B62-6D45-4422-AC04-882078A67F68}" srcOrd="0" destOrd="0" presId="urn:microsoft.com/office/officeart/2005/8/layout/process1"/>
    <dgm:cxn modelId="{3A53BEA4-B119-493E-85F5-86416802BC5C}" type="presParOf" srcId="{BE972655-19BE-46AF-A682-F058EBF4BC2F}" destId="{DC31D864-939C-4ECE-8FCE-9586B689788F}" srcOrd="0" destOrd="0" presId="urn:microsoft.com/office/officeart/2005/8/layout/process1"/>
    <dgm:cxn modelId="{19383E7A-71EC-4BC8-8F7D-CF9D97183F36}" type="presParOf" srcId="{BE972655-19BE-46AF-A682-F058EBF4BC2F}" destId="{831BD3FF-2D0A-49FE-AD92-2943A90D1E54}" srcOrd="1" destOrd="0" presId="urn:microsoft.com/office/officeart/2005/8/layout/process1"/>
    <dgm:cxn modelId="{3C1F6341-5E31-44FA-B7AB-0954956D5E30}" type="presParOf" srcId="{831BD3FF-2D0A-49FE-AD92-2943A90D1E54}" destId="{2941350A-40F4-440B-819B-163135FE50E2}" srcOrd="0" destOrd="0" presId="urn:microsoft.com/office/officeart/2005/8/layout/process1"/>
    <dgm:cxn modelId="{FB8F5F4F-B43F-408F-8607-C6B1F60AD9AB}" type="presParOf" srcId="{BE972655-19BE-46AF-A682-F058EBF4BC2F}" destId="{6E7C97C2-4CB3-492B-8900-A7D3424C9B4F}" srcOrd="2" destOrd="0" presId="urn:microsoft.com/office/officeart/2005/8/layout/process1"/>
    <dgm:cxn modelId="{F49C9761-CC74-4C0B-BF7F-6C21898A0455}" type="presParOf" srcId="{BE972655-19BE-46AF-A682-F058EBF4BC2F}" destId="{286EF26D-1FAD-4F0E-95BF-3DFB2EC5BE1F}" srcOrd="3" destOrd="0" presId="urn:microsoft.com/office/officeart/2005/8/layout/process1"/>
    <dgm:cxn modelId="{93C5CDA7-2DB1-4BAE-8312-D3B5F8FBDB0F}" type="presParOf" srcId="{286EF26D-1FAD-4F0E-95BF-3DFB2EC5BE1F}" destId="{738A145F-7139-4EFF-BCD1-9B11DD1B2018}" srcOrd="0" destOrd="0" presId="urn:microsoft.com/office/officeart/2005/8/layout/process1"/>
    <dgm:cxn modelId="{C7172388-0C4B-4229-9464-43AEC5BCBC4F}" type="presParOf" srcId="{BE972655-19BE-46AF-A682-F058EBF4BC2F}" destId="{7C28A270-E3A8-497E-AFD5-452D801E41F3}" srcOrd="4" destOrd="0" presId="urn:microsoft.com/office/officeart/2005/8/layout/process1"/>
    <dgm:cxn modelId="{FFEBB186-2EF5-4F4B-85F1-8B1E4BF90D2B}" type="presParOf" srcId="{BE972655-19BE-46AF-A682-F058EBF4BC2F}" destId="{2A2547CB-0386-4E90-BA6F-EB0639A16330}" srcOrd="5" destOrd="0" presId="urn:microsoft.com/office/officeart/2005/8/layout/process1"/>
    <dgm:cxn modelId="{9005FABA-4B77-4BDD-86CA-DB484ECE0830}" type="presParOf" srcId="{2A2547CB-0386-4E90-BA6F-EB0639A16330}" destId="{3F8C0C1D-F25C-452B-93B7-E46A9EDF5524}" srcOrd="0" destOrd="0" presId="urn:microsoft.com/office/officeart/2005/8/layout/process1"/>
    <dgm:cxn modelId="{5A813A1E-9D41-4428-A0F6-23F476CA9A2A}" type="presParOf" srcId="{BE972655-19BE-46AF-A682-F058EBF4BC2F}" destId="{4ACB3B62-6D45-4422-AC04-882078A67F6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7823EF6-FAF6-4A85-8D83-4181917AD7E2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</dgm:pt>
    <dgm:pt modelId="{3B2A7D56-9A2D-4560-9BD3-799CD3B49D4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BAA10AB-1D22-4472-AC5A-1013171C57AE}" type="parTrans" cxnId="{0D9DF55F-AAAD-4AA4-9D8E-A1D566BDABE4}">
      <dgm:prSet/>
      <dgm:spPr/>
    </dgm:pt>
    <dgm:pt modelId="{7525AA49-6404-44C0-900A-90F311C55AE0}" type="sibTrans" cxnId="{0D9DF55F-AAAD-4AA4-9D8E-A1D566BDABE4}">
      <dgm:prSet/>
      <dgm:spPr/>
      <dgm:t>
        <a:bodyPr/>
        <a:lstStyle/>
        <a:p>
          <a:endParaRPr lang="en-US"/>
        </a:p>
      </dgm:t>
    </dgm:pt>
    <dgm:pt modelId="{BFEBC84B-964F-4E18-A1C0-164AA2675E4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493C84D-2F42-47CF-AB87-3BEB3158C9FC}" type="parTrans" cxnId="{6D8A5A6F-7522-41D2-B6E0-84B2D059BFC5}">
      <dgm:prSet/>
      <dgm:spPr/>
    </dgm:pt>
    <dgm:pt modelId="{EF606BFF-88B4-4553-83CB-0D9D35D8AB06}" type="sibTrans" cxnId="{6D8A5A6F-7522-41D2-B6E0-84B2D059BFC5}">
      <dgm:prSet/>
      <dgm:spPr/>
      <dgm:t>
        <a:bodyPr/>
        <a:lstStyle/>
        <a:p>
          <a:endParaRPr lang="en-US"/>
        </a:p>
      </dgm:t>
    </dgm:pt>
    <dgm:pt modelId="{CF1D28E1-0D03-4D28-9BC3-39CA4B89183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95936174-8346-4419-A4B6-97166F72C0FE}" type="parTrans" cxnId="{C34F8D4E-5D9A-4F18-A781-30B8DB9DF1EC}">
      <dgm:prSet/>
      <dgm:spPr/>
    </dgm:pt>
    <dgm:pt modelId="{8EEE5162-4EF7-4DF1-BA16-D68BBCD0E6BB}" type="sibTrans" cxnId="{C34F8D4E-5D9A-4F18-A781-30B8DB9DF1EC}">
      <dgm:prSet/>
      <dgm:spPr/>
      <dgm:t>
        <a:bodyPr/>
        <a:lstStyle/>
        <a:p>
          <a:endParaRPr lang="en-US"/>
        </a:p>
      </dgm:t>
    </dgm:pt>
    <dgm:pt modelId="{2862AB84-462B-4805-A983-D129868E7B98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3A6C7B0-EC2A-47AC-86B0-879682B14018}" type="parTrans" cxnId="{77243315-DB78-4F6D-B2C1-77E7124F06BB}">
      <dgm:prSet/>
      <dgm:spPr/>
    </dgm:pt>
    <dgm:pt modelId="{5E50FCA7-66AD-4F95-BBA7-2A220B04B61F}" type="sibTrans" cxnId="{77243315-DB78-4F6D-B2C1-77E7124F06BB}">
      <dgm:prSet/>
      <dgm:spPr/>
    </dgm:pt>
    <dgm:pt modelId="{3F6D567F-0D26-43A9-8A5E-F9A9EE3FE985}" type="pres">
      <dgm:prSet presAssocID="{57823EF6-FAF6-4A85-8D83-4181917AD7E2}" presName="Name0" presStyleCnt="0">
        <dgm:presLayoutVars>
          <dgm:dir/>
          <dgm:resizeHandles val="exact"/>
        </dgm:presLayoutVars>
      </dgm:prSet>
      <dgm:spPr/>
    </dgm:pt>
    <dgm:pt modelId="{D40B361A-72F1-487D-8927-E333B3C7207B}" type="pres">
      <dgm:prSet presAssocID="{3B2A7D56-9A2D-4560-9BD3-799CD3B49D42}" presName="node" presStyleLbl="node1" presStyleIdx="0" presStyleCnt="4">
        <dgm:presLayoutVars>
          <dgm:bulletEnabled val="1"/>
        </dgm:presLayoutVars>
      </dgm:prSet>
      <dgm:spPr/>
    </dgm:pt>
    <dgm:pt modelId="{CD7AF211-3D70-451F-BB89-56CCB0424D80}" type="pres">
      <dgm:prSet presAssocID="{7525AA49-6404-44C0-900A-90F311C55AE0}" presName="sibTrans" presStyleLbl="sibTrans2D1" presStyleIdx="0" presStyleCnt="3"/>
      <dgm:spPr/>
    </dgm:pt>
    <dgm:pt modelId="{57DF2ECC-1CD7-4786-B3D7-72185F57C493}" type="pres">
      <dgm:prSet presAssocID="{7525AA49-6404-44C0-900A-90F311C55AE0}" presName="connectorText" presStyleLbl="sibTrans2D1" presStyleIdx="0" presStyleCnt="3"/>
      <dgm:spPr/>
    </dgm:pt>
    <dgm:pt modelId="{6C8BF121-058D-4368-91EA-2F39F57B8EFD}" type="pres">
      <dgm:prSet presAssocID="{BFEBC84B-964F-4E18-A1C0-164AA2675E46}" presName="node" presStyleLbl="node1" presStyleIdx="1" presStyleCnt="4">
        <dgm:presLayoutVars>
          <dgm:bulletEnabled val="1"/>
        </dgm:presLayoutVars>
      </dgm:prSet>
      <dgm:spPr/>
    </dgm:pt>
    <dgm:pt modelId="{7A4A1C1B-3A16-432D-ADF9-3E87DA1F94CD}" type="pres">
      <dgm:prSet presAssocID="{EF606BFF-88B4-4553-83CB-0D9D35D8AB06}" presName="sibTrans" presStyleLbl="sibTrans2D1" presStyleIdx="1" presStyleCnt="3"/>
      <dgm:spPr/>
    </dgm:pt>
    <dgm:pt modelId="{A640BB9F-54F0-4131-AEAA-C65983D59D51}" type="pres">
      <dgm:prSet presAssocID="{EF606BFF-88B4-4553-83CB-0D9D35D8AB06}" presName="connectorText" presStyleLbl="sibTrans2D1" presStyleIdx="1" presStyleCnt="3"/>
      <dgm:spPr/>
    </dgm:pt>
    <dgm:pt modelId="{87FA58B1-43D0-4B20-9543-7A6A522A2546}" type="pres">
      <dgm:prSet presAssocID="{CF1D28E1-0D03-4D28-9BC3-39CA4B89183A}" presName="node" presStyleLbl="node1" presStyleIdx="2" presStyleCnt="4">
        <dgm:presLayoutVars>
          <dgm:bulletEnabled val="1"/>
        </dgm:presLayoutVars>
      </dgm:prSet>
      <dgm:spPr/>
    </dgm:pt>
    <dgm:pt modelId="{F8A51CE4-3AC1-4A0D-B094-17736C5E96C1}" type="pres">
      <dgm:prSet presAssocID="{8EEE5162-4EF7-4DF1-BA16-D68BBCD0E6BB}" presName="sibTrans" presStyleLbl="sibTrans2D1" presStyleIdx="2" presStyleCnt="3"/>
      <dgm:spPr/>
    </dgm:pt>
    <dgm:pt modelId="{B609053F-684E-4980-9478-F8BE5A49BDD6}" type="pres">
      <dgm:prSet presAssocID="{8EEE5162-4EF7-4DF1-BA16-D68BBCD0E6BB}" presName="connectorText" presStyleLbl="sibTrans2D1" presStyleIdx="2" presStyleCnt="3"/>
      <dgm:spPr/>
    </dgm:pt>
    <dgm:pt modelId="{E6565EEE-C1A9-4C7D-A027-C4F8BF86C137}" type="pres">
      <dgm:prSet presAssocID="{2862AB84-462B-4805-A983-D129868E7B98}" presName="node" presStyleLbl="node1" presStyleIdx="3" presStyleCnt="4">
        <dgm:presLayoutVars>
          <dgm:bulletEnabled val="1"/>
        </dgm:presLayoutVars>
      </dgm:prSet>
      <dgm:spPr/>
    </dgm:pt>
  </dgm:ptLst>
  <dgm:cxnLst>
    <dgm:cxn modelId="{77243315-DB78-4F6D-B2C1-77E7124F06BB}" srcId="{57823EF6-FAF6-4A85-8D83-4181917AD7E2}" destId="{2862AB84-462B-4805-A983-D129868E7B98}" srcOrd="3" destOrd="0" parTransId="{F3A6C7B0-EC2A-47AC-86B0-879682B14018}" sibTransId="{5E50FCA7-66AD-4F95-BBA7-2A220B04B61F}"/>
    <dgm:cxn modelId="{DBB85F19-7508-42AF-9E8D-5DE4A9C0BDFA}" type="presOf" srcId="{7525AA49-6404-44C0-900A-90F311C55AE0}" destId="{CD7AF211-3D70-451F-BB89-56CCB0424D80}" srcOrd="0" destOrd="0" presId="urn:microsoft.com/office/officeart/2005/8/layout/process1"/>
    <dgm:cxn modelId="{A239EB3E-009F-4672-815A-83E908AE4B7C}" type="presOf" srcId="{2862AB84-462B-4805-A983-D129868E7B98}" destId="{E6565EEE-C1A9-4C7D-A027-C4F8BF86C137}" srcOrd="0" destOrd="0" presId="urn:microsoft.com/office/officeart/2005/8/layout/process1"/>
    <dgm:cxn modelId="{0D9DF55F-AAAD-4AA4-9D8E-A1D566BDABE4}" srcId="{57823EF6-FAF6-4A85-8D83-4181917AD7E2}" destId="{3B2A7D56-9A2D-4560-9BD3-799CD3B49D42}" srcOrd="0" destOrd="0" parTransId="{3BAA10AB-1D22-4472-AC5A-1013171C57AE}" sibTransId="{7525AA49-6404-44C0-900A-90F311C55AE0}"/>
    <dgm:cxn modelId="{941C9869-5C8C-4B56-B1F9-9C65C968202D}" type="presOf" srcId="{BFEBC84B-964F-4E18-A1C0-164AA2675E46}" destId="{6C8BF121-058D-4368-91EA-2F39F57B8EFD}" srcOrd="0" destOrd="0" presId="urn:microsoft.com/office/officeart/2005/8/layout/process1"/>
    <dgm:cxn modelId="{C34F8D4E-5D9A-4F18-A781-30B8DB9DF1EC}" srcId="{57823EF6-FAF6-4A85-8D83-4181917AD7E2}" destId="{CF1D28E1-0D03-4D28-9BC3-39CA4B89183A}" srcOrd="2" destOrd="0" parTransId="{95936174-8346-4419-A4B6-97166F72C0FE}" sibTransId="{8EEE5162-4EF7-4DF1-BA16-D68BBCD0E6BB}"/>
    <dgm:cxn modelId="{6D8A5A6F-7522-41D2-B6E0-84B2D059BFC5}" srcId="{57823EF6-FAF6-4A85-8D83-4181917AD7E2}" destId="{BFEBC84B-964F-4E18-A1C0-164AA2675E46}" srcOrd="1" destOrd="0" parTransId="{B493C84D-2F42-47CF-AB87-3BEB3158C9FC}" sibTransId="{EF606BFF-88B4-4553-83CB-0D9D35D8AB06}"/>
    <dgm:cxn modelId="{267905B0-E813-477A-B32C-7A226BB0EC4A}" type="presOf" srcId="{CF1D28E1-0D03-4D28-9BC3-39CA4B89183A}" destId="{87FA58B1-43D0-4B20-9543-7A6A522A2546}" srcOrd="0" destOrd="0" presId="urn:microsoft.com/office/officeart/2005/8/layout/process1"/>
    <dgm:cxn modelId="{BBB1BBBA-D984-4060-9911-9AD0FFF640DA}" type="presOf" srcId="{EF606BFF-88B4-4553-83CB-0D9D35D8AB06}" destId="{A640BB9F-54F0-4131-AEAA-C65983D59D51}" srcOrd="1" destOrd="0" presId="urn:microsoft.com/office/officeart/2005/8/layout/process1"/>
    <dgm:cxn modelId="{2CA89DCF-84BE-4DD7-B55A-06A77C310CEF}" type="presOf" srcId="{3B2A7D56-9A2D-4560-9BD3-799CD3B49D42}" destId="{D40B361A-72F1-487D-8927-E333B3C7207B}" srcOrd="0" destOrd="0" presId="urn:microsoft.com/office/officeart/2005/8/layout/process1"/>
    <dgm:cxn modelId="{E36726DD-4355-4E27-B97A-B885AC623F29}" type="presOf" srcId="{57823EF6-FAF6-4A85-8D83-4181917AD7E2}" destId="{3F6D567F-0D26-43A9-8A5E-F9A9EE3FE985}" srcOrd="0" destOrd="0" presId="urn:microsoft.com/office/officeart/2005/8/layout/process1"/>
    <dgm:cxn modelId="{732A8FE4-680F-4D1D-86C0-14841FDD2CCD}" type="presOf" srcId="{7525AA49-6404-44C0-900A-90F311C55AE0}" destId="{57DF2ECC-1CD7-4786-B3D7-72185F57C493}" srcOrd="1" destOrd="0" presId="urn:microsoft.com/office/officeart/2005/8/layout/process1"/>
    <dgm:cxn modelId="{D29492E4-4CB7-4208-B606-6CD718A023EE}" type="presOf" srcId="{8EEE5162-4EF7-4DF1-BA16-D68BBCD0E6BB}" destId="{B609053F-684E-4980-9478-F8BE5A49BDD6}" srcOrd="1" destOrd="0" presId="urn:microsoft.com/office/officeart/2005/8/layout/process1"/>
    <dgm:cxn modelId="{8E1795F9-EF1A-4106-8F13-814DD7F27253}" type="presOf" srcId="{8EEE5162-4EF7-4DF1-BA16-D68BBCD0E6BB}" destId="{F8A51CE4-3AC1-4A0D-B094-17736C5E96C1}" srcOrd="0" destOrd="0" presId="urn:microsoft.com/office/officeart/2005/8/layout/process1"/>
    <dgm:cxn modelId="{7C7A59FC-F4F2-4C68-AAA5-AF116F1F3F9D}" type="presOf" srcId="{EF606BFF-88B4-4553-83CB-0D9D35D8AB06}" destId="{7A4A1C1B-3A16-432D-ADF9-3E87DA1F94CD}" srcOrd="0" destOrd="0" presId="urn:microsoft.com/office/officeart/2005/8/layout/process1"/>
    <dgm:cxn modelId="{52D1E5AD-E89F-42C3-996B-4A38BA59E59E}" type="presParOf" srcId="{3F6D567F-0D26-43A9-8A5E-F9A9EE3FE985}" destId="{D40B361A-72F1-487D-8927-E333B3C7207B}" srcOrd="0" destOrd="0" presId="urn:microsoft.com/office/officeart/2005/8/layout/process1"/>
    <dgm:cxn modelId="{1F1207FE-12B2-46F4-BBA7-D8A47FF77D4C}" type="presParOf" srcId="{3F6D567F-0D26-43A9-8A5E-F9A9EE3FE985}" destId="{CD7AF211-3D70-451F-BB89-56CCB0424D80}" srcOrd="1" destOrd="0" presId="urn:microsoft.com/office/officeart/2005/8/layout/process1"/>
    <dgm:cxn modelId="{06060ADE-D70A-4059-BEAC-77DA8A0CACE0}" type="presParOf" srcId="{CD7AF211-3D70-451F-BB89-56CCB0424D80}" destId="{57DF2ECC-1CD7-4786-B3D7-72185F57C493}" srcOrd="0" destOrd="0" presId="urn:microsoft.com/office/officeart/2005/8/layout/process1"/>
    <dgm:cxn modelId="{ED73EE63-D91C-421E-89F5-27F5745BCED3}" type="presParOf" srcId="{3F6D567F-0D26-43A9-8A5E-F9A9EE3FE985}" destId="{6C8BF121-058D-4368-91EA-2F39F57B8EFD}" srcOrd="2" destOrd="0" presId="urn:microsoft.com/office/officeart/2005/8/layout/process1"/>
    <dgm:cxn modelId="{6E7DB983-90A1-46F0-B0A5-ECFE6A4EE9BE}" type="presParOf" srcId="{3F6D567F-0D26-43A9-8A5E-F9A9EE3FE985}" destId="{7A4A1C1B-3A16-432D-ADF9-3E87DA1F94CD}" srcOrd="3" destOrd="0" presId="urn:microsoft.com/office/officeart/2005/8/layout/process1"/>
    <dgm:cxn modelId="{4DDC0803-891E-4038-8496-DF873784F94B}" type="presParOf" srcId="{7A4A1C1B-3A16-432D-ADF9-3E87DA1F94CD}" destId="{A640BB9F-54F0-4131-AEAA-C65983D59D51}" srcOrd="0" destOrd="0" presId="urn:microsoft.com/office/officeart/2005/8/layout/process1"/>
    <dgm:cxn modelId="{E9BB74E1-FD13-4654-B1E6-CF387F22C3A4}" type="presParOf" srcId="{3F6D567F-0D26-43A9-8A5E-F9A9EE3FE985}" destId="{87FA58B1-43D0-4B20-9543-7A6A522A2546}" srcOrd="4" destOrd="0" presId="urn:microsoft.com/office/officeart/2005/8/layout/process1"/>
    <dgm:cxn modelId="{ADE4F386-8CDD-4E01-9342-18D3A1AB6154}" type="presParOf" srcId="{3F6D567F-0D26-43A9-8A5E-F9A9EE3FE985}" destId="{F8A51CE4-3AC1-4A0D-B094-17736C5E96C1}" srcOrd="5" destOrd="0" presId="urn:microsoft.com/office/officeart/2005/8/layout/process1"/>
    <dgm:cxn modelId="{638C6BAC-1058-4FB0-A5ED-3E99EB6B337F}" type="presParOf" srcId="{F8A51CE4-3AC1-4A0D-B094-17736C5E96C1}" destId="{B609053F-684E-4980-9478-F8BE5A49BDD6}" srcOrd="0" destOrd="0" presId="urn:microsoft.com/office/officeart/2005/8/layout/process1"/>
    <dgm:cxn modelId="{17BCC22E-D9A1-4D7C-AE37-3CF356425FBC}" type="presParOf" srcId="{3F6D567F-0D26-43A9-8A5E-F9A9EE3FE985}" destId="{E6565EEE-C1A9-4C7D-A027-C4F8BF86C13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DE0889C-215A-4A4E-A614-10A6B0535110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</dgm:pt>
    <dgm:pt modelId="{624622DD-BC0D-4D11-976E-90E46A78DDF5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A7F13DD-6BDE-448E-923A-21296CE9B77B}" type="parTrans" cxnId="{FD3EA7C8-926F-4167-99B5-4DD7FAC4BEED}">
      <dgm:prSet/>
      <dgm:spPr/>
    </dgm:pt>
    <dgm:pt modelId="{C93A0F6D-7749-484C-8C37-0DBB1BF90197}" type="sibTrans" cxnId="{FD3EA7C8-926F-4167-99B5-4DD7FAC4BEED}">
      <dgm:prSet/>
      <dgm:spPr/>
      <dgm:t>
        <a:bodyPr/>
        <a:lstStyle/>
        <a:p>
          <a:endParaRPr lang="en-US"/>
        </a:p>
      </dgm:t>
    </dgm:pt>
    <dgm:pt modelId="{571A6AE1-995E-438C-8FF0-674973518A7F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444F467-3FBD-4931-AABD-F48E57BD6F3B}" type="parTrans" cxnId="{3826900D-BD5B-4C0E-B465-BC2F6F36A8A6}">
      <dgm:prSet/>
      <dgm:spPr/>
    </dgm:pt>
    <dgm:pt modelId="{C463BB57-E046-4B4B-A9A9-5E1C83AB3F01}" type="sibTrans" cxnId="{3826900D-BD5B-4C0E-B465-BC2F6F36A8A6}">
      <dgm:prSet/>
      <dgm:spPr/>
      <dgm:t>
        <a:bodyPr/>
        <a:lstStyle/>
        <a:p>
          <a:endParaRPr lang="en-US"/>
        </a:p>
      </dgm:t>
    </dgm:pt>
    <dgm:pt modelId="{76F8F034-6315-403B-BF1C-C120417CA4E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797CCD3-26E2-4C0D-96C9-572F21116F96}" type="parTrans" cxnId="{1A042C3F-79C0-40EC-84AC-E3ED80FED4C5}">
      <dgm:prSet/>
      <dgm:spPr/>
    </dgm:pt>
    <dgm:pt modelId="{B2F5B0FE-7E86-48CF-8758-3986B0BC7A42}" type="sibTrans" cxnId="{1A042C3F-79C0-40EC-84AC-E3ED80FED4C5}">
      <dgm:prSet/>
      <dgm:spPr/>
      <dgm:t>
        <a:bodyPr/>
        <a:lstStyle/>
        <a:p>
          <a:endParaRPr lang="en-US"/>
        </a:p>
      </dgm:t>
    </dgm:pt>
    <dgm:pt modelId="{379F04FF-ACED-4B9B-8CAE-F3B4297382D2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7CC8E18D-86F6-4445-AECC-8401037F15CC}" type="parTrans" cxnId="{2A26B98C-612F-494C-8D69-66306477F5B5}">
      <dgm:prSet/>
      <dgm:spPr/>
    </dgm:pt>
    <dgm:pt modelId="{3A386FC0-83D2-44A9-958E-ABE28230B5D3}" type="sibTrans" cxnId="{2A26B98C-612F-494C-8D69-66306477F5B5}">
      <dgm:prSet/>
      <dgm:spPr/>
    </dgm:pt>
    <dgm:pt modelId="{623BFF63-6AC2-44A4-A1B5-B8A5AC690D9D}" type="pres">
      <dgm:prSet presAssocID="{CDE0889C-215A-4A4E-A614-10A6B0535110}" presName="Name0" presStyleCnt="0">
        <dgm:presLayoutVars>
          <dgm:dir/>
          <dgm:resizeHandles val="exact"/>
        </dgm:presLayoutVars>
      </dgm:prSet>
      <dgm:spPr/>
    </dgm:pt>
    <dgm:pt modelId="{F1042224-784E-435F-ACD0-2CECDF989B2E}" type="pres">
      <dgm:prSet presAssocID="{624622DD-BC0D-4D11-976E-90E46A78DDF5}" presName="node" presStyleLbl="node1" presStyleIdx="0" presStyleCnt="4">
        <dgm:presLayoutVars>
          <dgm:bulletEnabled val="1"/>
        </dgm:presLayoutVars>
      </dgm:prSet>
      <dgm:spPr/>
    </dgm:pt>
    <dgm:pt modelId="{80366766-8C07-474E-8999-5566707FAF4A}" type="pres">
      <dgm:prSet presAssocID="{C93A0F6D-7749-484C-8C37-0DBB1BF90197}" presName="sibTrans" presStyleLbl="sibTrans2D1" presStyleIdx="0" presStyleCnt="3"/>
      <dgm:spPr/>
    </dgm:pt>
    <dgm:pt modelId="{263767C4-B79B-447A-9F67-04D620801FF2}" type="pres">
      <dgm:prSet presAssocID="{C93A0F6D-7749-484C-8C37-0DBB1BF90197}" presName="connectorText" presStyleLbl="sibTrans2D1" presStyleIdx="0" presStyleCnt="3"/>
      <dgm:spPr/>
    </dgm:pt>
    <dgm:pt modelId="{49373C41-01C2-46CB-9B8B-AA136672EA2B}" type="pres">
      <dgm:prSet presAssocID="{571A6AE1-995E-438C-8FF0-674973518A7F}" presName="node" presStyleLbl="node1" presStyleIdx="1" presStyleCnt="4">
        <dgm:presLayoutVars>
          <dgm:bulletEnabled val="1"/>
        </dgm:presLayoutVars>
      </dgm:prSet>
      <dgm:spPr/>
    </dgm:pt>
    <dgm:pt modelId="{21E88C72-6581-46E3-823F-4B155DD42CE2}" type="pres">
      <dgm:prSet presAssocID="{C463BB57-E046-4B4B-A9A9-5E1C83AB3F01}" presName="sibTrans" presStyleLbl="sibTrans2D1" presStyleIdx="1" presStyleCnt="3"/>
      <dgm:spPr/>
    </dgm:pt>
    <dgm:pt modelId="{1BD3A9D1-01C7-4D29-B68E-54F48B12F894}" type="pres">
      <dgm:prSet presAssocID="{C463BB57-E046-4B4B-A9A9-5E1C83AB3F01}" presName="connectorText" presStyleLbl="sibTrans2D1" presStyleIdx="1" presStyleCnt="3"/>
      <dgm:spPr/>
    </dgm:pt>
    <dgm:pt modelId="{195F3C8D-5A64-4C7B-ACEF-B4F41902B86E}" type="pres">
      <dgm:prSet presAssocID="{76F8F034-6315-403B-BF1C-C120417CA4EF}" presName="node" presStyleLbl="node1" presStyleIdx="2" presStyleCnt="4">
        <dgm:presLayoutVars>
          <dgm:bulletEnabled val="1"/>
        </dgm:presLayoutVars>
      </dgm:prSet>
      <dgm:spPr/>
    </dgm:pt>
    <dgm:pt modelId="{69E0A504-C05A-4DC1-AF09-8BE22D0D4B9D}" type="pres">
      <dgm:prSet presAssocID="{B2F5B0FE-7E86-48CF-8758-3986B0BC7A42}" presName="sibTrans" presStyleLbl="sibTrans2D1" presStyleIdx="2" presStyleCnt="3"/>
      <dgm:spPr/>
    </dgm:pt>
    <dgm:pt modelId="{E55E9935-33C5-4CBA-A6F5-61692F3807F1}" type="pres">
      <dgm:prSet presAssocID="{B2F5B0FE-7E86-48CF-8758-3986B0BC7A42}" presName="connectorText" presStyleLbl="sibTrans2D1" presStyleIdx="2" presStyleCnt="3"/>
      <dgm:spPr/>
    </dgm:pt>
    <dgm:pt modelId="{6FA69DA0-1CFA-434A-95D9-16B3F3E9EEFD}" type="pres">
      <dgm:prSet presAssocID="{379F04FF-ACED-4B9B-8CAE-F3B4297382D2}" presName="node" presStyleLbl="node1" presStyleIdx="3" presStyleCnt="4">
        <dgm:presLayoutVars>
          <dgm:bulletEnabled val="1"/>
        </dgm:presLayoutVars>
      </dgm:prSet>
      <dgm:spPr/>
    </dgm:pt>
  </dgm:ptLst>
  <dgm:cxnLst>
    <dgm:cxn modelId="{EBD88506-FB49-4CB5-8E71-C54BE044AA80}" type="presOf" srcId="{C463BB57-E046-4B4B-A9A9-5E1C83AB3F01}" destId="{21E88C72-6581-46E3-823F-4B155DD42CE2}" srcOrd="0" destOrd="0" presId="urn:microsoft.com/office/officeart/2005/8/layout/process1"/>
    <dgm:cxn modelId="{3826900D-BD5B-4C0E-B465-BC2F6F36A8A6}" srcId="{CDE0889C-215A-4A4E-A614-10A6B0535110}" destId="{571A6AE1-995E-438C-8FF0-674973518A7F}" srcOrd="1" destOrd="0" parTransId="{8444F467-3FBD-4931-AABD-F48E57BD6F3B}" sibTransId="{C463BB57-E046-4B4B-A9A9-5E1C83AB3F01}"/>
    <dgm:cxn modelId="{425CB20E-520C-43BD-A5D5-1D12A5960994}" type="presOf" srcId="{B2F5B0FE-7E86-48CF-8758-3986B0BC7A42}" destId="{69E0A504-C05A-4DC1-AF09-8BE22D0D4B9D}" srcOrd="0" destOrd="0" presId="urn:microsoft.com/office/officeart/2005/8/layout/process1"/>
    <dgm:cxn modelId="{43DF4E33-78CC-4DBF-8D12-B8352A161AB8}" type="presOf" srcId="{76F8F034-6315-403B-BF1C-C120417CA4EF}" destId="{195F3C8D-5A64-4C7B-ACEF-B4F41902B86E}" srcOrd="0" destOrd="0" presId="urn:microsoft.com/office/officeart/2005/8/layout/process1"/>
    <dgm:cxn modelId="{1A042C3F-79C0-40EC-84AC-E3ED80FED4C5}" srcId="{CDE0889C-215A-4A4E-A614-10A6B0535110}" destId="{76F8F034-6315-403B-BF1C-C120417CA4EF}" srcOrd="2" destOrd="0" parTransId="{A797CCD3-26E2-4C0D-96C9-572F21116F96}" sibTransId="{B2F5B0FE-7E86-48CF-8758-3986B0BC7A42}"/>
    <dgm:cxn modelId="{FC9D354C-841B-4CBB-8DC1-50A27EAFC191}" type="presOf" srcId="{C463BB57-E046-4B4B-A9A9-5E1C83AB3F01}" destId="{1BD3A9D1-01C7-4D29-B68E-54F48B12F894}" srcOrd="1" destOrd="0" presId="urn:microsoft.com/office/officeart/2005/8/layout/process1"/>
    <dgm:cxn modelId="{B0BEDF8B-E953-4F4E-94D4-71E8D340DCFC}" type="presOf" srcId="{C93A0F6D-7749-484C-8C37-0DBB1BF90197}" destId="{80366766-8C07-474E-8999-5566707FAF4A}" srcOrd="0" destOrd="0" presId="urn:microsoft.com/office/officeart/2005/8/layout/process1"/>
    <dgm:cxn modelId="{2A26B98C-612F-494C-8D69-66306477F5B5}" srcId="{CDE0889C-215A-4A4E-A614-10A6B0535110}" destId="{379F04FF-ACED-4B9B-8CAE-F3B4297382D2}" srcOrd="3" destOrd="0" parTransId="{7CC8E18D-86F6-4445-AECC-8401037F15CC}" sibTransId="{3A386FC0-83D2-44A9-958E-ABE28230B5D3}"/>
    <dgm:cxn modelId="{8257998E-5FE2-4A47-B05A-CCC05D53A3DA}" type="presOf" srcId="{624622DD-BC0D-4D11-976E-90E46A78DDF5}" destId="{F1042224-784E-435F-ACD0-2CECDF989B2E}" srcOrd="0" destOrd="0" presId="urn:microsoft.com/office/officeart/2005/8/layout/process1"/>
    <dgm:cxn modelId="{D385F691-35EB-4B48-9AB0-83A4FF0379C2}" type="presOf" srcId="{B2F5B0FE-7E86-48CF-8758-3986B0BC7A42}" destId="{E55E9935-33C5-4CBA-A6F5-61692F3807F1}" srcOrd="1" destOrd="0" presId="urn:microsoft.com/office/officeart/2005/8/layout/process1"/>
    <dgm:cxn modelId="{FD3EA7C8-926F-4167-99B5-4DD7FAC4BEED}" srcId="{CDE0889C-215A-4A4E-A614-10A6B0535110}" destId="{624622DD-BC0D-4D11-976E-90E46A78DDF5}" srcOrd="0" destOrd="0" parTransId="{EA7F13DD-6BDE-448E-923A-21296CE9B77B}" sibTransId="{C93A0F6D-7749-484C-8C37-0DBB1BF90197}"/>
    <dgm:cxn modelId="{0D9FC5E7-296F-4C34-AD29-5B9FDC374F6C}" type="presOf" srcId="{379F04FF-ACED-4B9B-8CAE-F3B4297382D2}" destId="{6FA69DA0-1CFA-434A-95D9-16B3F3E9EEFD}" srcOrd="0" destOrd="0" presId="urn:microsoft.com/office/officeart/2005/8/layout/process1"/>
    <dgm:cxn modelId="{F7AA4BE8-472B-4A99-9E4E-4325C83E2D23}" type="presOf" srcId="{CDE0889C-215A-4A4E-A614-10A6B0535110}" destId="{623BFF63-6AC2-44A4-A1B5-B8A5AC690D9D}" srcOrd="0" destOrd="0" presId="urn:microsoft.com/office/officeart/2005/8/layout/process1"/>
    <dgm:cxn modelId="{C45DFEF3-8584-4F3D-B7BA-9FC2BD279717}" type="presOf" srcId="{C93A0F6D-7749-484C-8C37-0DBB1BF90197}" destId="{263767C4-B79B-447A-9F67-04D620801FF2}" srcOrd="1" destOrd="0" presId="urn:microsoft.com/office/officeart/2005/8/layout/process1"/>
    <dgm:cxn modelId="{C9E37BF9-D5B0-411E-9E31-5FE5F70F674B}" type="presOf" srcId="{571A6AE1-995E-438C-8FF0-674973518A7F}" destId="{49373C41-01C2-46CB-9B8B-AA136672EA2B}" srcOrd="0" destOrd="0" presId="urn:microsoft.com/office/officeart/2005/8/layout/process1"/>
    <dgm:cxn modelId="{5E93D6A4-528E-4419-B1CC-D039DAE0288A}" type="presParOf" srcId="{623BFF63-6AC2-44A4-A1B5-B8A5AC690D9D}" destId="{F1042224-784E-435F-ACD0-2CECDF989B2E}" srcOrd="0" destOrd="0" presId="urn:microsoft.com/office/officeart/2005/8/layout/process1"/>
    <dgm:cxn modelId="{97F8157C-B860-42A9-8D75-CED9680BEFD2}" type="presParOf" srcId="{623BFF63-6AC2-44A4-A1B5-B8A5AC690D9D}" destId="{80366766-8C07-474E-8999-5566707FAF4A}" srcOrd="1" destOrd="0" presId="urn:microsoft.com/office/officeart/2005/8/layout/process1"/>
    <dgm:cxn modelId="{972CD023-87E1-4066-8566-303C8F3B6829}" type="presParOf" srcId="{80366766-8C07-474E-8999-5566707FAF4A}" destId="{263767C4-B79B-447A-9F67-04D620801FF2}" srcOrd="0" destOrd="0" presId="urn:microsoft.com/office/officeart/2005/8/layout/process1"/>
    <dgm:cxn modelId="{FBC0CED8-D95E-4EE9-ADFB-B4037A02B0D9}" type="presParOf" srcId="{623BFF63-6AC2-44A4-A1B5-B8A5AC690D9D}" destId="{49373C41-01C2-46CB-9B8B-AA136672EA2B}" srcOrd="2" destOrd="0" presId="urn:microsoft.com/office/officeart/2005/8/layout/process1"/>
    <dgm:cxn modelId="{4F5DA913-9762-4B6A-9B56-F193BA3449E8}" type="presParOf" srcId="{623BFF63-6AC2-44A4-A1B5-B8A5AC690D9D}" destId="{21E88C72-6581-46E3-823F-4B155DD42CE2}" srcOrd="3" destOrd="0" presId="urn:microsoft.com/office/officeart/2005/8/layout/process1"/>
    <dgm:cxn modelId="{FBB8219C-6EF4-4FE9-8742-1C5E02A91D58}" type="presParOf" srcId="{21E88C72-6581-46E3-823F-4B155DD42CE2}" destId="{1BD3A9D1-01C7-4D29-B68E-54F48B12F894}" srcOrd="0" destOrd="0" presId="urn:microsoft.com/office/officeart/2005/8/layout/process1"/>
    <dgm:cxn modelId="{2C04CEDD-B1BF-4AE9-AABB-28FE0F573929}" type="presParOf" srcId="{623BFF63-6AC2-44A4-A1B5-B8A5AC690D9D}" destId="{195F3C8D-5A64-4C7B-ACEF-B4F41902B86E}" srcOrd="4" destOrd="0" presId="urn:microsoft.com/office/officeart/2005/8/layout/process1"/>
    <dgm:cxn modelId="{A7BA442B-57E8-4516-B61A-87540A87832A}" type="presParOf" srcId="{623BFF63-6AC2-44A4-A1B5-B8A5AC690D9D}" destId="{69E0A504-C05A-4DC1-AF09-8BE22D0D4B9D}" srcOrd="5" destOrd="0" presId="urn:microsoft.com/office/officeart/2005/8/layout/process1"/>
    <dgm:cxn modelId="{498BBF11-1080-4F02-9477-BC7768C99643}" type="presParOf" srcId="{69E0A504-C05A-4DC1-AF09-8BE22D0D4B9D}" destId="{E55E9935-33C5-4CBA-A6F5-61692F3807F1}" srcOrd="0" destOrd="0" presId="urn:microsoft.com/office/officeart/2005/8/layout/process1"/>
    <dgm:cxn modelId="{3ED48455-1375-4025-BCD3-1D407B59C736}" type="presParOf" srcId="{623BFF63-6AC2-44A4-A1B5-B8A5AC690D9D}" destId="{6FA69DA0-1CFA-434A-95D9-16B3F3E9EEF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F629002-EE42-41DC-A89E-206522DF7D47}" type="doc">
      <dgm:prSet loTypeId="urn:microsoft.com/office/officeart/2005/8/layout/process1" loCatId="process" qsTypeId="urn:microsoft.com/office/officeart/2005/8/quickstyle/simple5" qsCatId="simple" csTypeId="urn:microsoft.com/office/officeart/2005/8/colors/accent1_2" csCatId="accent1" phldr="1"/>
      <dgm:spPr/>
    </dgm:pt>
    <dgm:pt modelId="{6FD3202C-49C3-42BE-89B1-3DE77C81804A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F417336-A190-4C56-8018-B3DE8874B894}" type="parTrans" cxnId="{099DE391-8D50-475E-83AF-3E6EA7050075}">
      <dgm:prSet/>
      <dgm:spPr/>
    </dgm:pt>
    <dgm:pt modelId="{1926E1BE-8239-41A6-95F0-394A7EC94E6D}" type="sibTrans" cxnId="{099DE391-8D50-475E-83AF-3E6EA7050075}">
      <dgm:prSet/>
      <dgm:spPr/>
      <dgm:t>
        <a:bodyPr/>
        <a:lstStyle/>
        <a:p>
          <a:endParaRPr lang="en-US"/>
        </a:p>
      </dgm:t>
    </dgm:pt>
    <dgm:pt modelId="{931A22DE-B2D5-419C-8327-83D5C446377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2B7A66B-A1AE-4195-8769-5877762EB0F6}" type="parTrans" cxnId="{4542AADF-7BAA-4762-8EC3-6BB80055E465}">
      <dgm:prSet/>
      <dgm:spPr/>
    </dgm:pt>
    <dgm:pt modelId="{A2E2E768-3959-4CE8-B112-A9B58A00D438}" type="sibTrans" cxnId="{4542AADF-7BAA-4762-8EC3-6BB80055E465}">
      <dgm:prSet/>
      <dgm:spPr/>
      <dgm:t>
        <a:bodyPr/>
        <a:lstStyle/>
        <a:p>
          <a:endParaRPr lang="en-US"/>
        </a:p>
      </dgm:t>
    </dgm:pt>
    <dgm:pt modelId="{1147DBF4-10B3-4E56-9831-A13BA959EAA9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581626F-EA99-47C2-AC70-95883BFF1518}" type="parTrans" cxnId="{1427E4C4-94E7-4071-B560-C9BBA1B855F5}">
      <dgm:prSet/>
      <dgm:spPr/>
    </dgm:pt>
    <dgm:pt modelId="{88FA4D0D-862B-4FE8-A053-2F25C5CC42A1}" type="sibTrans" cxnId="{1427E4C4-94E7-4071-B560-C9BBA1B855F5}">
      <dgm:prSet/>
      <dgm:spPr/>
      <dgm:t>
        <a:bodyPr/>
        <a:lstStyle/>
        <a:p>
          <a:endParaRPr lang="en-US"/>
        </a:p>
      </dgm:t>
    </dgm:pt>
    <dgm:pt modelId="{1F886FF7-96D5-46E5-80AA-9C63E66474E8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3DAC965D-75D4-4615-998F-9FF039778AF3}" type="parTrans" cxnId="{C3FB2BAF-0377-4DAC-9F99-89B1B8617AEC}">
      <dgm:prSet/>
      <dgm:spPr/>
    </dgm:pt>
    <dgm:pt modelId="{1957EECF-2810-416E-90BB-9F8BA078A5E2}" type="sibTrans" cxnId="{C3FB2BAF-0377-4DAC-9F99-89B1B8617AEC}">
      <dgm:prSet/>
      <dgm:spPr/>
    </dgm:pt>
    <dgm:pt modelId="{75B5C1C8-306A-45AB-AEB0-1A189A987DBB}" type="pres">
      <dgm:prSet presAssocID="{5F629002-EE42-41DC-A89E-206522DF7D47}" presName="Name0" presStyleCnt="0">
        <dgm:presLayoutVars>
          <dgm:dir/>
          <dgm:resizeHandles val="exact"/>
        </dgm:presLayoutVars>
      </dgm:prSet>
      <dgm:spPr/>
    </dgm:pt>
    <dgm:pt modelId="{E8D2FDFD-EFA0-47DA-BB63-8B46434F88F8}" type="pres">
      <dgm:prSet presAssocID="{6FD3202C-49C3-42BE-89B1-3DE77C81804A}" presName="node" presStyleLbl="node1" presStyleIdx="0" presStyleCnt="4">
        <dgm:presLayoutVars>
          <dgm:bulletEnabled val="1"/>
        </dgm:presLayoutVars>
      </dgm:prSet>
      <dgm:spPr/>
    </dgm:pt>
    <dgm:pt modelId="{48465475-C53E-4381-9478-CEC1E5A6788C}" type="pres">
      <dgm:prSet presAssocID="{1926E1BE-8239-41A6-95F0-394A7EC94E6D}" presName="sibTrans" presStyleLbl="sibTrans2D1" presStyleIdx="0" presStyleCnt="3"/>
      <dgm:spPr/>
    </dgm:pt>
    <dgm:pt modelId="{E69A1A34-772D-4FC9-A08E-6C6926A4124B}" type="pres">
      <dgm:prSet presAssocID="{1926E1BE-8239-41A6-95F0-394A7EC94E6D}" presName="connectorText" presStyleLbl="sibTrans2D1" presStyleIdx="0" presStyleCnt="3"/>
      <dgm:spPr/>
    </dgm:pt>
    <dgm:pt modelId="{5C9D9FD5-00AE-4E03-B9CF-A602DBD4418F}" type="pres">
      <dgm:prSet presAssocID="{931A22DE-B2D5-419C-8327-83D5C4463776}" presName="node" presStyleLbl="node1" presStyleIdx="1" presStyleCnt="4">
        <dgm:presLayoutVars>
          <dgm:bulletEnabled val="1"/>
        </dgm:presLayoutVars>
      </dgm:prSet>
      <dgm:spPr/>
    </dgm:pt>
    <dgm:pt modelId="{45649F73-D258-4848-A6EF-B589C20A0382}" type="pres">
      <dgm:prSet presAssocID="{A2E2E768-3959-4CE8-B112-A9B58A00D438}" presName="sibTrans" presStyleLbl="sibTrans2D1" presStyleIdx="1" presStyleCnt="3"/>
      <dgm:spPr/>
    </dgm:pt>
    <dgm:pt modelId="{268213FE-7E74-4203-8114-8941DD797FDA}" type="pres">
      <dgm:prSet presAssocID="{A2E2E768-3959-4CE8-B112-A9B58A00D438}" presName="connectorText" presStyleLbl="sibTrans2D1" presStyleIdx="1" presStyleCnt="3"/>
      <dgm:spPr/>
    </dgm:pt>
    <dgm:pt modelId="{C36C9047-CD12-4FBE-9B22-E0320DAC038E}" type="pres">
      <dgm:prSet presAssocID="{1147DBF4-10B3-4E56-9831-A13BA959EAA9}" presName="node" presStyleLbl="node1" presStyleIdx="2" presStyleCnt="4">
        <dgm:presLayoutVars>
          <dgm:bulletEnabled val="1"/>
        </dgm:presLayoutVars>
      </dgm:prSet>
      <dgm:spPr/>
    </dgm:pt>
    <dgm:pt modelId="{CAEDF535-99E0-497C-9202-3188DA118005}" type="pres">
      <dgm:prSet presAssocID="{88FA4D0D-862B-4FE8-A053-2F25C5CC42A1}" presName="sibTrans" presStyleLbl="sibTrans2D1" presStyleIdx="2" presStyleCnt="3"/>
      <dgm:spPr/>
    </dgm:pt>
    <dgm:pt modelId="{6B6B90E1-5487-44F5-8BC8-D483D0A909C2}" type="pres">
      <dgm:prSet presAssocID="{88FA4D0D-862B-4FE8-A053-2F25C5CC42A1}" presName="connectorText" presStyleLbl="sibTrans2D1" presStyleIdx="2" presStyleCnt="3"/>
      <dgm:spPr/>
    </dgm:pt>
    <dgm:pt modelId="{8570B38D-3C1F-41E0-89EE-7B2171270ED4}" type="pres">
      <dgm:prSet presAssocID="{1F886FF7-96D5-46E5-80AA-9C63E66474E8}" presName="node" presStyleLbl="node1" presStyleIdx="3" presStyleCnt="4">
        <dgm:presLayoutVars>
          <dgm:bulletEnabled val="1"/>
        </dgm:presLayoutVars>
      </dgm:prSet>
      <dgm:spPr/>
    </dgm:pt>
  </dgm:ptLst>
  <dgm:cxnLst>
    <dgm:cxn modelId="{BC8F4222-0519-40DB-92AC-8458944CE3B5}" type="presOf" srcId="{88FA4D0D-862B-4FE8-A053-2F25C5CC42A1}" destId="{CAEDF535-99E0-497C-9202-3188DA118005}" srcOrd="0" destOrd="0" presId="urn:microsoft.com/office/officeart/2005/8/layout/process1"/>
    <dgm:cxn modelId="{56C3EA2C-34DE-4ED4-9DA8-EA34C2ECFDA0}" type="presOf" srcId="{1F886FF7-96D5-46E5-80AA-9C63E66474E8}" destId="{8570B38D-3C1F-41E0-89EE-7B2171270ED4}" srcOrd="0" destOrd="0" presId="urn:microsoft.com/office/officeart/2005/8/layout/process1"/>
    <dgm:cxn modelId="{031EF137-24A6-462C-B49B-9CD7B996EABF}" type="presOf" srcId="{A2E2E768-3959-4CE8-B112-A9B58A00D438}" destId="{45649F73-D258-4848-A6EF-B589C20A0382}" srcOrd="0" destOrd="0" presId="urn:microsoft.com/office/officeart/2005/8/layout/process1"/>
    <dgm:cxn modelId="{51A69944-6ACB-4EBF-898D-06C3FF32BDF5}" type="presOf" srcId="{6FD3202C-49C3-42BE-89B1-3DE77C81804A}" destId="{E8D2FDFD-EFA0-47DA-BB63-8B46434F88F8}" srcOrd="0" destOrd="0" presId="urn:microsoft.com/office/officeart/2005/8/layout/process1"/>
    <dgm:cxn modelId="{099DE391-8D50-475E-83AF-3E6EA7050075}" srcId="{5F629002-EE42-41DC-A89E-206522DF7D47}" destId="{6FD3202C-49C3-42BE-89B1-3DE77C81804A}" srcOrd="0" destOrd="0" parTransId="{4F417336-A190-4C56-8018-B3DE8874B894}" sibTransId="{1926E1BE-8239-41A6-95F0-394A7EC94E6D}"/>
    <dgm:cxn modelId="{FC07839C-7BA8-4566-9333-CC4768FE822D}" type="presOf" srcId="{88FA4D0D-862B-4FE8-A053-2F25C5CC42A1}" destId="{6B6B90E1-5487-44F5-8BC8-D483D0A909C2}" srcOrd="1" destOrd="0" presId="urn:microsoft.com/office/officeart/2005/8/layout/process1"/>
    <dgm:cxn modelId="{6FAE539D-0171-4D26-B2A1-CC36E5D24AF8}" type="presOf" srcId="{A2E2E768-3959-4CE8-B112-A9B58A00D438}" destId="{268213FE-7E74-4203-8114-8941DD797FDA}" srcOrd="1" destOrd="0" presId="urn:microsoft.com/office/officeart/2005/8/layout/process1"/>
    <dgm:cxn modelId="{C3FB2BAF-0377-4DAC-9F99-89B1B8617AEC}" srcId="{5F629002-EE42-41DC-A89E-206522DF7D47}" destId="{1F886FF7-96D5-46E5-80AA-9C63E66474E8}" srcOrd="3" destOrd="0" parTransId="{3DAC965D-75D4-4615-998F-9FF039778AF3}" sibTransId="{1957EECF-2810-416E-90BB-9F8BA078A5E2}"/>
    <dgm:cxn modelId="{1427E4C4-94E7-4071-B560-C9BBA1B855F5}" srcId="{5F629002-EE42-41DC-A89E-206522DF7D47}" destId="{1147DBF4-10B3-4E56-9831-A13BA959EAA9}" srcOrd="2" destOrd="0" parTransId="{7581626F-EA99-47C2-AC70-95883BFF1518}" sibTransId="{88FA4D0D-862B-4FE8-A053-2F25C5CC42A1}"/>
    <dgm:cxn modelId="{D8D471D7-227D-4303-B633-E591DE7637DB}" type="presOf" srcId="{1926E1BE-8239-41A6-95F0-394A7EC94E6D}" destId="{E69A1A34-772D-4FC9-A08E-6C6926A4124B}" srcOrd="1" destOrd="0" presId="urn:microsoft.com/office/officeart/2005/8/layout/process1"/>
    <dgm:cxn modelId="{965878DB-55A5-494F-B637-27CE985A8FFD}" type="presOf" srcId="{931A22DE-B2D5-419C-8327-83D5C4463776}" destId="{5C9D9FD5-00AE-4E03-B9CF-A602DBD4418F}" srcOrd="0" destOrd="0" presId="urn:microsoft.com/office/officeart/2005/8/layout/process1"/>
    <dgm:cxn modelId="{7EA49BDB-76E6-4326-846D-95D0D30F3706}" type="presOf" srcId="{5F629002-EE42-41DC-A89E-206522DF7D47}" destId="{75B5C1C8-306A-45AB-AEB0-1A189A987DBB}" srcOrd="0" destOrd="0" presId="urn:microsoft.com/office/officeart/2005/8/layout/process1"/>
    <dgm:cxn modelId="{4542AADF-7BAA-4762-8EC3-6BB80055E465}" srcId="{5F629002-EE42-41DC-A89E-206522DF7D47}" destId="{931A22DE-B2D5-419C-8327-83D5C4463776}" srcOrd="1" destOrd="0" parTransId="{C2B7A66B-A1AE-4195-8769-5877762EB0F6}" sibTransId="{A2E2E768-3959-4CE8-B112-A9B58A00D438}"/>
    <dgm:cxn modelId="{04CABAE1-373F-4D4C-A708-4AF4CCE8F89D}" type="presOf" srcId="{1926E1BE-8239-41A6-95F0-394A7EC94E6D}" destId="{48465475-C53E-4381-9478-CEC1E5A6788C}" srcOrd="0" destOrd="0" presId="urn:microsoft.com/office/officeart/2005/8/layout/process1"/>
    <dgm:cxn modelId="{293553F9-A313-4AD8-BC2D-8DD78D70D167}" type="presOf" srcId="{1147DBF4-10B3-4E56-9831-A13BA959EAA9}" destId="{C36C9047-CD12-4FBE-9B22-E0320DAC038E}" srcOrd="0" destOrd="0" presId="urn:microsoft.com/office/officeart/2005/8/layout/process1"/>
    <dgm:cxn modelId="{0125433A-B4F5-40C3-AF92-2D8A93559583}" type="presParOf" srcId="{75B5C1C8-306A-45AB-AEB0-1A189A987DBB}" destId="{E8D2FDFD-EFA0-47DA-BB63-8B46434F88F8}" srcOrd="0" destOrd="0" presId="urn:microsoft.com/office/officeart/2005/8/layout/process1"/>
    <dgm:cxn modelId="{CD04B821-F969-4F0F-A7B1-AC6B273B980B}" type="presParOf" srcId="{75B5C1C8-306A-45AB-AEB0-1A189A987DBB}" destId="{48465475-C53E-4381-9478-CEC1E5A6788C}" srcOrd="1" destOrd="0" presId="urn:microsoft.com/office/officeart/2005/8/layout/process1"/>
    <dgm:cxn modelId="{AEBC8CBC-CB33-49DC-96EB-26099C927011}" type="presParOf" srcId="{48465475-C53E-4381-9478-CEC1E5A6788C}" destId="{E69A1A34-772D-4FC9-A08E-6C6926A4124B}" srcOrd="0" destOrd="0" presId="urn:microsoft.com/office/officeart/2005/8/layout/process1"/>
    <dgm:cxn modelId="{6E76D0AB-711E-42BC-AE55-3295B2B069B4}" type="presParOf" srcId="{75B5C1C8-306A-45AB-AEB0-1A189A987DBB}" destId="{5C9D9FD5-00AE-4E03-B9CF-A602DBD4418F}" srcOrd="2" destOrd="0" presId="urn:microsoft.com/office/officeart/2005/8/layout/process1"/>
    <dgm:cxn modelId="{DE99B908-89D7-42F3-854E-CFFB8B7C6E04}" type="presParOf" srcId="{75B5C1C8-306A-45AB-AEB0-1A189A987DBB}" destId="{45649F73-D258-4848-A6EF-B589C20A0382}" srcOrd="3" destOrd="0" presId="urn:microsoft.com/office/officeart/2005/8/layout/process1"/>
    <dgm:cxn modelId="{28E93A00-4616-4A5A-BA0E-603E9F7A5F57}" type="presParOf" srcId="{45649F73-D258-4848-A6EF-B589C20A0382}" destId="{268213FE-7E74-4203-8114-8941DD797FDA}" srcOrd="0" destOrd="0" presId="urn:microsoft.com/office/officeart/2005/8/layout/process1"/>
    <dgm:cxn modelId="{A008C8AA-3F75-4A06-AAF1-AD2283416508}" type="presParOf" srcId="{75B5C1C8-306A-45AB-AEB0-1A189A987DBB}" destId="{C36C9047-CD12-4FBE-9B22-E0320DAC038E}" srcOrd="4" destOrd="0" presId="urn:microsoft.com/office/officeart/2005/8/layout/process1"/>
    <dgm:cxn modelId="{F2D10191-0E1B-4A5A-982E-CAF248F27C0B}" type="presParOf" srcId="{75B5C1C8-306A-45AB-AEB0-1A189A987DBB}" destId="{CAEDF535-99E0-497C-9202-3188DA118005}" srcOrd="5" destOrd="0" presId="urn:microsoft.com/office/officeart/2005/8/layout/process1"/>
    <dgm:cxn modelId="{18D16E26-F41C-4DAD-87D9-8784FD0507D2}" type="presParOf" srcId="{CAEDF535-99E0-497C-9202-3188DA118005}" destId="{6B6B90E1-5487-44F5-8BC8-D483D0A909C2}" srcOrd="0" destOrd="0" presId="urn:microsoft.com/office/officeart/2005/8/layout/process1"/>
    <dgm:cxn modelId="{4DCFD2BA-CB94-4CB6-A092-2177AB578FE2}" type="presParOf" srcId="{75B5C1C8-306A-45AB-AEB0-1A189A987DBB}" destId="{8570B38D-3C1F-41E0-89EE-7B2171270ED4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A8BF5FB-7907-4D2B-BD8F-9608E4CE83AE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</dgm:pt>
    <dgm:pt modelId="{FE12B5E1-A95A-41AC-920D-2E3585439AA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4440BAF-ADF5-4780-B702-F0AF2DE0BE68}" type="parTrans" cxnId="{062A83A6-99A1-40DC-8AD9-751DB5CCCC42}">
      <dgm:prSet/>
      <dgm:spPr/>
    </dgm:pt>
    <dgm:pt modelId="{E185018D-FE48-4E03-B423-39DB0B814D0B}" type="sibTrans" cxnId="{062A83A6-99A1-40DC-8AD9-751DB5CCCC42}">
      <dgm:prSet/>
      <dgm:spPr/>
      <dgm:t>
        <a:bodyPr/>
        <a:lstStyle/>
        <a:p>
          <a:endParaRPr lang="en-US"/>
        </a:p>
      </dgm:t>
    </dgm:pt>
    <dgm:pt modelId="{A1591975-62BD-4888-8883-B85AD8FA295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42FA0764-BF7F-43E4-9FD0-076AA565CA8D}" type="parTrans" cxnId="{55AF2877-0697-4AA0-A4C0-7A0D8B9E49E5}">
      <dgm:prSet/>
      <dgm:spPr/>
    </dgm:pt>
    <dgm:pt modelId="{32263727-FD8E-4F2B-A5E4-7E53CD4173D2}" type="sibTrans" cxnId="{55AF2877-0697-4AA0-A4C0-7A0D8B9E49E5}">
      <dgm:prSet/>
      <dgm:spPr/>
      <dgm:t>
        <a:bodyPr/>
        <a:lstStyle/>
        <a:p>
          <a:endParaRPr lang="en-US"/>
        </a:p>
      </dgm:t>
    </dgm:pt>
    <dgm:pt modelId="{1261FBE8-D2FB-4503-A0A7-2514EBD5992D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05583EC-6129-4BEF-A9C5-B59F611B6047}" type="parTrans" cxnId="{309C6F49-0A38-4016-85F1-16A82F3270D5}">
      <dgm:prSet/>
      <dgm:spPr/>
    </dgm:pt>
    <dgm:pt modelId="{A0E0AE77-A267-4960-BE8D-4973EB356FB8}" type="sibTrans" cxnId="{309C6F49-0A38-4016-85F1-16A82F3270D5}">
      <dgm:prSet/>
      <dgm:spPr/>
      <dgm:t>
        <a:bodyPr/>
        <a:lstStyle/>
        <a:p>
          <a:endParaRPr lang="en-US"/>
        </a:p>
      </dgm:t>
    </dgm:pt>
    <dgm:pt modelId="{D1836D69-F969-4DDC-A7A5-4E7FE00CE9C3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BB8F3C6F-3BF8-4EB9-93DE-AFC0518ABC42}" type="parTrans" cxnId="{610EB5D9-834C-4481-A9EB-A992774DAFF2}">
      <dgm:prSet/>
      <dgm:spPr/>
    </dgm:pt>
    <dgm:pt modelId="{34E09F7C-4DDC-4BFE-864A-DBC2BF03B276}" type="sibTrans" cxnId="{610EB5D9-834C-4481-A9EB-A992774DAFF2}">
      <dgm:prSet/>
      <dgm:spPr/>
    </dgm:pt>
    <dgm:pt modelId="{D4EBB64A-0F35-43E6-882D-E360670302B1}" type="pres">
      <dgm:prSet presAssocID="{CA8BF5FB-7907-4D2B-BD8F-9608E4CE83AE}" presName="Name0" presStyleCnt="0">
        <dgm:presLayoutVars>
          <dgm:dir/>
          <dgm:resizeHandles val="exact"/>
        </dgm:presLayoutVars>
      </dgm:prSet>
      <dgm:spPr/>
    </dgm:pt>
    <dgm:pt modelId="{76021DD2-4885-45D7-9DA4-820D64EB5095}" type="pres">
      <dgm:prSet presAssocID="{FE12B5E1-A95A-41AC-920D-2E3585439AA9}" presName="node" presStyleLbl="node1" presStyleIdx="0" presStyleCnt="4">
        <dgm:presLayoutVars>
          <dgm:bulletEnabled val="1"/>
        </dgm:presLayoutVars>
      </dgm:prSet>
      <dgm:spPr/>
    </dgm:pt>
    <dgm:pt modelId="{3D69B2F9-5947-4566-89AE-D6AD48FCB756}" type="pres">
      <dgm:prSet presAssocID="{E185018D-FE48-4E03-B423-39DB0B814D0B}" presName="sibTrans" presStyleLbl="sibTrans2D1" presStyleIdx="0" presStyleCnt="3"/>
      <dgm:spPr/>
    </dgm:pt>
    <dgm:pt modelId="{CDC5A123-D48E-40C4-A110-99D254535ACD}" type="pres">
      <dgm:prSet presAssocID="{E185018D-FE48-4E03-B423-39DB0B814D0B}" presName="connectorText" presStyleLbl="sibTrans2D1" presStyleIdx="0" presStyleCnt="3"/>
      <dgm:spPr/>
    </dgm:pt>
    <dgm:pt modelId="{6FA679FC-41D1-42CD-BCE8-242FBD1E31A5}" type="pres">
      <dgm:prSet presAssocID="{A1591975-62BD-4888-8883-B85AD8FA2951}" presName="node" presStyleLbl="node1" presStyleIdx="1" presStyleCnt="4">
        <dgm:presLayoutVars>
          <dgm:bulletEnabled val="1"/>
        </dgm:presLayoutVars>
      </dgm:prSet>
      <dgm:spPr/>
    </dgm:pt>
    <dgm:pt modelId="{DA923DA5-B07C-42FB-84C2-73CF3DE81C12}" type="pres">
      <dgm:prSet presAssocID="{32263727-FD8E-4F2B-A5E4-7E53CD4173D2}" presName="sibTrans" presStyleLbl="sibTrans2D1" presStyleIdx="1" presStyleCnt="3"/>
      <dgm:spPr/>
    </dgm:pt>
    <dgm:pt modelId="{EF1464EE-8829-4668-9986-97AD6B5DCAC6}" type="pres">
      <dgm:prSet presAssocID="{32263727-FD8E-4F2B-A5E4-7E53CD4173D2}" presName="connectorText" presStyleLbl="sibTrans2D1" presStyleIdx="1" presStyleCnt="3"/>
      <dgm:spPr/>
    </dgm:pt>
    <dgm:pt modelId="{126B0E7E-9390-42C3-A52C-A59921CA6EE1}" type="pres">
      <dgm:prSet presAssocID="{1261FBE8-D2FB-4503-A0A7-2514EBD5992D}" presName="node" presStyleLbl="node1" presStyleIdx="2" presStyleCnt="4">
        <dgm:presLayoutVars>
          <dgm:bulletEnabled val="1"/>
        </dgm:presLayoutVars>
      </dgm:prSet>
      <dgm:spPr/>
    </dgm:pt>
    <dgm:pt modelId="{EBF73847-4239-4431-BDA4-9547D5D2BCC4}" type="pres">
      <dgm:prSet presAssocID="{A0E0AE77-A267-4960-BE8D-4973EB356FB8}" presName="sibTrans" presStyleLbl="sibTrans2D1" presStyleIdx="2" presStyleCnt="3"/>
      <dgm:spPr/>
    </dgm:pt>
    <dgm:pt modelId="{3EAD314A-9A16-40CE-8E5D-EB82CD0C9A5A}" type="pres">
      <dgm:prSet presAssocID="{A0E0AE77-A267-4960-BE8D-4973EB356FB8}" presName="connectorText" presStyleLbl="sibTrans2D1" presStyleIdx="2" presStyleCnt="3"/>
      <dgm:spPr/>
    </dgm:pt>
    <dgm:pt modelId="{4604F17C-504A-4664-804F-43155861F363}" type="pres">
      <dgm:prSet presAssocID="{D1836D69-F969-4DDC-A7A5-4E7FE00CE9C3}" presName="node" presStyleLbl="node1" presStyleIdx="3" presStyleCnt="4">
        <dgm:presLayoutVars>
          <dgm:bulletEnabled val="1"/>
        </dgm:presLayoutVars>
      </dgm:prSet>
      <dgm:spPr/>
    </dgm:pt>
  </dgm:ptLst>
  <dgm:cxnLst>
    <dgm:cxn modelId="{A5F1C503-965D-425C-911A-5E341B0D812D}" type="presOf" srcId="{1261FBE8-D2FB-4503-A0A7-2514EBD5992D}" destId="{126B0E7E-9390-42C3-A52C-A59921CA6EE1}" srcOrd="0" destOrd="0" presId="urn:microsoft.com/office/officeart/2005/8/layout/process1"/>
    <dgm:cxn modelId="{1894C015-1328-4B8F-B924-C0DBE0A29555}" type="presOf" srcId="{A0E0AE77-A267-4960-BE8D-4973EB356FB8}" destId="{3EAD314A-9A16-40CE-8E5D-EB82CD0C9A5A}" srcOrd="1" destOrd="0" presId="urn:microsoft.com/office/officeart/2005/8/layout/process1"/>
    <dgm:cxn modelId="{BD0C861F-795F-418F-B873-344139051906}" type="presOf" srcId="{E185018D-FE48-4E03-B423-39DB0B814D0B}" destId="{CDC5A123-D48E-40C4-A110-99D254535ACD}" srcOrd="1" destOrd="0" presId="urn:microsoft.com/office/officeart/2005/8/layout/process1"/>
    <dgm:cxn modelId="{EA124430-664E-4FC9-AD66-F2AB687A020F}" type="presOf" srcId="{D1836D69-F969-4DDC-A7A5-4E7FE00CE9C3}" destId="{4604F17C-504A-4664-804F-43155861F363}" srcOrd="0" destOrd="0" presId="urn:microsoft.com/office/officeart/2005/8/layout/process1"/>
    <dgm:cxn modelId="{9FD61B36-8849-4ADE-8141-A92277F6A889}" type="presOf" srcId="{FE12B5E1-A95A-41AC-920D-2E3585439AA9}" destId="{76021DD2-4885-45D7-9DA4-820D64EB5095}" srcOrd="0" destOrd="0" presId="urn:microsoft.com/office/officeart/2005/8/layout/process1"/>
    <dgm:cxn modelId="{DDD31C5D-4A5E-450B-B50F-4A3284F01EEA}" type="presOf" srcId="{32263727-FD8E-4F2B-A5E4-7E53CD4173D2}" destId="{DA923DA5-B07C-42FB-84C2-73CF3DE81C12}" srcOrd="0" destOrd="0" presId="urn:microsoft.com/office/officeart/2005/8/layout/process1"/>
    <dgm:cxn modelId="{309C6F49-0A38-4016-85F1-16A82F3270D5}" srcId="{CA8BF5FB-7907-4D2B-BD8F-9608E4CE83AE}" destId="{1261FBE8-D2FB-4503-A0A7-2514EBD5992D}" srcOrd="2" destOrd="0" parTransId="{B05583EC-6129-4BEF-A9C5-B59F611B6047}" sibTransId="{A0E0AE77-A267-4960-BE8D-4973EB356FB8}"/>
    <dgm:cxn modelId="{E677816A-D5AD-4C82-9118-CCCF0DD004E8}" type="presOf" srcId="{CA8BF5FB-7907-4D2B-BD8F-9608E4CE83AE}" destId="{D4EBB64A-0F35-43E6-882D-E360670302B1}" srcOrd="0" destOrd="0" presId="urn:microsoft.com/office/officeart/2005/8/layout/process1"/>
    <dgm:cxn modelId="{AE2CED70-9AE3-4957-BA3B-4F7D6B756E86}" type="presOf" srcId="{32263727-FD8E-4F2B-A5E4-7E53CD4173D2}" destId="{EF1464EE-8829-4668-9986-97AD6B5DCAC6}" srcOrd="1" destOrd="0" presId="urn:microsoft.com/office/officeart/2005/8/layout/process1"/>
    <dgm:cxn modelId="{55AF2877-0697-4AA0-A4C0-7A0D8B9E49E5}" srcId="{CA8BF5FB-7907-4D2B-BD8F-9608E4CE83AE}" destId="{A1591975-62BD-4888-8883-B85AD8FA2951}" srcOrd="1" destOrd="0" parTransId="{42FA0764-BF7F-43E4-9FD0-076AA565CA8D}" sibTransId="{32263727-FD8E-4F2B-A5E4-7E53CD4173D2}"/>
    <dgm:cxn modelId="{062A83A6-99A1-40DC-8AD9-751DB5CCCC42}" srcId="{CA8BF5FB-7907-4D2B-BD8F-9608E4CE83AE}" destId="{FE12B5E1-A95A-41AC-920D-2E3585439AA9}" srcOrd="0" destOrd="0" parTransId="{64440BAF-ADF5-4780-B702-F0AF2DE0BE68}" sibTransId="{E185018D-FE48-4E03-B423-39DB0B814D0B}"/>
    <dgm:cxn modelId="{BA6D62CB-25F1-4983-9973-D1792BD53495}" type="presOf" srcId="{E185018D-FE48-4E03-B423-39DB0B814D0B}" destId="{3D69B2F9-5947-4566-89AE-D6AD48FCB756}" srcOrd="0" destOrd="0" presId="urn:microsoft.com/office/officeart/2005/8/layout/process1"/>
    <dgm:cxn modelId="{723386D7-37E9-49D3-932A-A848FF433D79}" type="presOf" srcId="{A0E0AE77-A267-4960-BE8D-4973EB356FB8}" destId="{EBF73847-4239-4431-BDA4-9547D5D2BCC4}" srcOrd="0" destOrd="0" presId="urn:microsoft.com/office/officeart/2005/8/layout/process1"/>
    <dgm:cxn modelId="{610EB5D9-834C-4481-A9EB-A992774DAFF2}" srcId="{CA8BF5FB-7907-4D2B-BD8F-9608E4CE83AE}" destId="{D1836D69-F969-4DDC-A7A5-4E7FE00CE9C3}" srcOrd="3" destOrd="0" parTransId="{BB8F3C6F-3BF8-4EB9-93DE-AFC0518ABC42}" sibTransId="{34E09F7C-4DDC-4BFE-864A-DBC2BF03B276}"/>
    <dgm:cxn modelId="{7CB12DE9-F176-474C-AD9F-BF3A25837A78}" type="presOf" srcId="{A1591975-62BD-4888-8883-B85AD8FA2951}" destId="{6FA679FC-41D1-42CD-BCE8-242FBD1E31A5}" srcOrd="0" destOrd="0" presId="urn:microsoft.com/office/officeart/2005/8/layout/process1"/>
    <dgm:cxn modelId="{2EE06351-1454-4EB9-ADEA-0A46C20EBE37}" type="presParOf" srcId="{D4EBB64A-0F35-43E6-882D-E360670302B1}" destId="{76021DD2-4885-45D7-9DA4-820D64EB5095}" srcOrd="0" destOrd="0" presId="urn:microsoft.com/office/officeart/2005/8/layout/process1"/>
    <dgm:cxn modelId="{DA6A9775-0488-4205-B3EF-18D14C7B2889}" type="presParOf" srcId="{D4EBB64A-0F35-43E6-882D-E360670302B1}" destId="{3D69B2F9-5947-4566-89AE-D6AD48FCB756}" srcOrd="1" destOrd="0" presId="urn:microsoft.com/office/officeart/2005/8/layout/process1"/>
    <dgm:cxn modelId="{6DFFA92D-4E79-481C-96A7-8E8ADD91519C}" type="presParOf" srcId="{3D69B2F9-5947-4566-89AE-D6AD48FCB756}" destId="{CDC5A123-D48E-40C4-A110-99D254535ACD}" srcOrd="0" destOrd="0" presId="urn:microsoft.com/office/officeart/2005/8/layout/process1"/>
    <dgm:cxn modelId="{FD62C041-786A-41B2-8F35-C8D1AC570961}" type="presParOf" srcId="{D4EBB64A-0F35-43E6-882D-E360670302B1}" destId="{6FA679FC-41D1-42CD-BCE8-242FBD1E31A5}" srcOrd="2" destOrd="0" presId="urn:microsoft.com/office/officeart/2005/8/layout/process1"/>
    <dgm:cxn modelId="{8EC58CB7-9A09-4782-8B1A-F96D081AFEE3}" type="presParOf" srcId="{D4EBB64A-0F35-43E6-882D-E360670302B1}" destId="{DA923DA5-B07C-42FB-84C2-73CF3DE81C12}" srcOrd="3" destOrd="0" presId="urn:microsoft.com/office/officeart/2005/8/layout/process1"/>
    <dgm:cxn modelId="{4669C585-7928-45B2-8342-26BF2C069580}" type="presParOf" srcId="{DA923DA5-B07C-42FB-84C2-73CF3DE81C12}" destId="{EF1464EE-8829-4668-9986-97AD6B5DCAC6}" srcOrd="0" destOrd="0" presId="urn:microsoft.com/office/officeart/2005/8/layout/process1"/>
    <dgm:cxn modelId="{9881D934-3536-4402-8440-AC7A820DA029}" type="presParOf" srcId="{D4EBB64A-0F35-43E6-882D-E360670302B1}" destId="{126B0E7E-9390-42C3-A52C-A59921CA6EE1}" srcOrd="4" destOrd="0" presId="urn:microsoft.com/office/officeart/2005/8/layout/process1"/>
    <dgm:cxn modelId="{5C734A07-35FD-40D0-B550-F6917FE76341}" type="presParOf" srcId="{D4EBB64A-0F35-43E6-882D-E360670302B1}" destId="{EBF73847-4239-4431-BDA4-9547D5D2BCC4}" srcOrd="5" destOrd="0" presId="urn:microsoft.com/office/officeart/2005/8/layout/process1"/>
    <dgm:cxn modelId="{74346EBD-E91B-4D1F-B3BF-A25F8D82BF9B}" type="presParOf" srcId="{EBF73847-4239-4431-BDA4-9547D5D2BCC4}" destId="{3EAD314A-9A16-40CE-8E5D-EB82CD0C9A5A}" srcOrd="0" destOrd="0" presId="urn:microsoft.com/office/officeart/2005/8/layout/process1"/>
    <dgm:cxn modelId="{1B2031D2-D8D7-440B-9508-8A339E114A21}" type="presParOf" srcId="{D4EBB64A-0F35-43E6-882D-E360670302B1}" destId="{4604F17C-504A-4664-804F-43155861F36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74AB6C9-0F10-4C68-BDBC-6FFAAEDD8617}" type="doc">
      <dgm:prSet loTypeId="urn:microsoft.com/office/officeart/2005/8/layout/process1" loCatId="process" qsTypeId="urn:microsoft.com/office/officeart/2005/8/quickstyle/3d2" qsCatId="3D" csTypeId="urn:microsoft.com/office/officeart/2005/8/colors/accent1_2" csCatId="accent1" phldr="1"/>
      <dgm:spPr/>
    </dgm:pt>
    <dgm:pt modelId="{6B1A1218-C26C-4BBB-A4B1-A4B29EF1442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9A217AA7-E3D2-4887-B9F4-5A87A386AD3B}" type="parTrans" cxnId="{24A05F62-F099-4058-AFDC-B4E8E6EE8877}">
      <dgm:prSet/>
      <dgm:spPr/>
    </dgm:pt>
    <dgm:pt modelId="{A5CE3F1D-A02B-432E-8D88-B854E7D50F56}" type="sibTrans" cxnId="{24A05F62-F099-4058-AFDC-B4E8E6EE8877}">
      <dgm:prSet/>
      <dgm:spPr/>
      <dgm:t>
        <a:bodyPr/>
        <a:lstStyle/>
        <a:p>
          <a:endParaRPr lang="en-US"/>
        </a:p>
      </dgm:t>
    </dgm:pt>
    <dgm:pt modelId="{038E9A7D-8DE1-47BD-B65F-0A6830010DD9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AB378B2F-20D3-41B7-B9FC-F6B2126434E4}" type="parTrans" cxnId="{8392C4C6-4D14-4815-BFAA-AC1DF2143689}">
      <dgm:prSet/>
      <dgm:spPr/>
    </dgm:pt>
    <dgm:pt modelId="{96B30BD5-48C6-4C48-BAE8-6D1913F76A33}" type="sibTrans" cxnId="{8392C4C6-4D14-4815-BFAA-AC1DF2143689}">
      <dgm:prSet/>
      <dgm:spPr/>
      <dgm:t>
        <a:bodyPr/>
        <a:lstStyle/>
        <a:p>
          <a:endParaRPr lang="en-US"/>
        </a:p>
      </dgm:t>
    </dgm:pt>
    <dgm:pt modelId="{2A95EC99-A801-4B1E-B402-59867C20822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5B146FB-6E6D-4595-B42F-2E90663FF685}" type="parTrans" cxnId="{C2869F1F-3F55-4D07-8734-7ADB8BBAE22B}">
      <dgm:prSet/>
      <dgm:spPr/>
    </dgm:pt>
    <dgm:pt modelId="{A6E8DF47-EFA5-453C-9D9B-3E6F380C8EAE}" type="sibTrans" cxnId="{C2869F1F-3F55-4D07-8734-7ADB8BBAE22B}">
      <dgm:prSet/>
      <dgm:spPr/>
      <dgm:t>
        <a:bodyPr/>
        <a:lstStyle/>
        <a:p>
          <a:endParaRPr lang="en-US"/>
        </a:p>
      </dgm:t>
    </dgm:pt>
    <dgm:pt modelId="{773EBC58-5FFE-4D26-B81E-23CB823AA7D0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BD827018-E89F-4C73-BBB6-481EDE2396EE}" type="parTrans" cxnId="{FFEE2E67-619F-4C71-8A95-77BA83489077}">
      <dgm:prSet/>
      <dgm:spPr/>
    </dgm:pt>
    <dgm:pt modelId="{C0E9CDC3-16C0-41CD-86D2-7FEB40246E92}" type="sibTrans" cxnId="{FFEE2E67-619F-4C71-8A95-77BA83489077}">
      <dgm:prSet/>
      <dgm:spPr/>
    </dgm:pt>
    <dgm:pt modelId="{CC921E39-4BD6-4A55-9849-17C9EA89F945}" type="pres">
      <dgm:prSet presAssocID="{874AB6C9-0F10-4C68-BDBC-6FFAAEDD8617}" presName="Name0" presStyleCnt="0">
        <dgm:presLayoutVars>
          <dgm:dir/>
          <dgm:resizeHandles val="exact"/>
        </dgm:presLayoutVars>
      </dgm:prSet>
      <dgm:spPr/>
    </dgm:pt>
    <dgm:pt modelId="{7BC66D04-C7EF-43BC-8882-04F376541C7C}" type="pres">
      <dgm:prSet presAssocID="{6B1A1218-C26C-4BBB-A4B1-A4B29EF14428}" presName="node" presStyleLbl="node1" presStyleIdx="0" presStyleCnt="4">
        <dgm:presLayoutVars>
          <dgm:bulletEnabled val="1"/>
        </dgm:presLayoutVars>
      </dgm:prSet>
      <dgm:spPr/>
    </dgm:pt>
    <dgm:pt modelId="{29356C2C-9AD4-4018-8AC5-6EE0E2080692}" type="pres">
      <dgm:prSet presAssocID="{A5CE3F1D-A02B-432E-8D88-B854E7D50F56}" presName="sibTrans" presStyleLbl="sibTrans2D1" presStyleIdx="0" presStyleCnt="3"/>
      <dgm:spPr/>
    </dgm:pt>
    <dgm:pt modelId="{1C6EBBCE-2BDC-4956-8A78-D43F725E1322}" type="pres">
      <dgm:prSet presAssocID="{A5CE3F1D-A02B-432E-8D88-B854E7D50F56}" presName="connectorText" presStyleLbl="sibTrans2D1" presStyleIdx="0" presStyleCnt="3"/>
      <dgm:spPr/>
    </dgm:pt>
    <dgm:pt modelId="{568219F9-FC20-4E2D-9493-2FAC01897E27}" type="pres">
      <dgm:prSet presAssocID="{038E9A7D-8DE1-47BD-B65F-0A6830010DD9}" presName="node" presStyleLbl="node1" presStyleIdx="1" presStyleCnt="4">
        <dgm:presLayoutVars>
          <dgm:bulletEnabled val="1"/>
        </dgm:presLayoutVars>
      </dgm:prSet>
      <dgm:spPr/>
    </dgm:pt>
    <dgm:pt modelId="{A3823CD2-9C8F-485F-8806-49326F933A63}" type="pres">
      <dgm:prSet presAssocID="{96B30BD5-48C6-4C48-BAE8-6D1913F76A33}" presName="sibTrans" presStyleLbl="sibTrans2D1" presStyleIdx="1" presStyleCnt="3"/>
      <dgm:spPr/>
    </dgm:pt>
    <dgm:pt modelId="{88F35A27-B7EE-41E2-85F5-2EEA523B503D}" type="pres">
      <dgm:prSet presAssocID="{96B30BD5-48C6-4C48-BAE8-6D1913F76A33}" presName="connectorText" presStyleLbl="sibTrans2D1" presStyleIdx="1" presStyleCnt="3"/>
      <dgm:spPr/>
    </dgm:pt>
    <dgm:pt modelId="{75326501-075B-45FE-A131-0053A0F66809}" type="pres">
      <dgm:prSet presAssocID="{2A95EC99-A801-4B1E-B402-59867C208226}" presName="node" presStyleLbl="node1" presStyleIdx="2" presStyleCnt="4">
        <dgm:presLayoutVars>
          <dgm:bulletEnabled val="1"/>
        </dgm:presLayoutVars>
      </dgm:prSet>
      <dgm:spPr/>
    </dgm:pt>
    <dgm:pt modelId="{731741C7-1D3A-4E47-84C9-1A4AC52D09C4}" type="pres">
      <dgm:prSet presAssocID="{A6E8DF47-EFA5-453C-9D9B-3E6F380C8EAE}" presName="sibTrans" presStyleLbl="sibTrans2D1" presStyleIdx="2" presStyleCnt="3"/>
      <dgm:spPr/>
    </dgm:pt>
    <dgm:pt modelId="{92113B80-71AE-4C7C-B9A1-8EA11FCDA948}" type="pres">
      <dgm:prSet presAssocID="{A6E8DF47-EFA5-453C-9D9B-3E6F380C8EAE}" presName="connectorText" presStyleLbl="sibTrans2D1" presStyleIdx="2" presStyleCnt="3"/>
      <dgm:spPr/>
    </dgm:pt>
    <dgm:pt modelId="{8C07ADAD-1721-4C8B-83D2-FC92E0238C1E}" type="pres">
      <dgm:prSet presAssocID="{773EBC58-5FFE-4D26-B81E-23CB823AA7D0}" presName="node" presStyleLbl="node1" presStyleIdx="3" presStyleCnt="4">
        <dgm:presLayoutVars>
          <dgm:bulletEnabled val="1"/>
        </dgm:presLayoutVars>
      </dgm:prSet>
      <dgm:spPr/>
    </dgm:pt>
  </dgm:ptLst>
  <dgm:cxnLst>
    <dgm:cxn modelId="{58E44A17-D077-475C-864F-D5576A7FB8E8}" type="presOf" srcId="{96B30BD5-48C6-4C48-BAE8-6D1913F76A33}" destId="{A3823CD2-9C8F-485F-8806-49326F933A63}" srcOrd="0" destOrd="0" presId="urn:microsoft.com/office/officeart/2005/8/layout/process1"/>
    <dgm:cxn modelId="{C2869F1F-3F55-4D07-8734-7ADB8BBAE22B}" srcId="{874AB6C9-0F10-4C68-BDBC-6FFAAEDD8617}" destId="{2A95EC99-A801-4B1E-B402-59867C208226}" srcOrd="2" destOrd="0" parTransId="{05B146FB-6E6D-4595-B42F-2E90663FF685}" sibTransId="{A6E8DF47-EFA5-453C-9D9B-3E6F380C8EAE}"/>
    <dgm:cxn modelId="{5E14D825-01F7-4B48-89FB-75E5A97E1D7E}" type="presOf" srcId="{A5CE3F1D-A02B-432E-8D88-B854E7D50F56}" destId="{29356C2C-9AD4-4018-8AC5-6EE0E2080692}" srcOrd="0" destOrd="0" presId="urn:microsoft.com/office/officeart/2005/8/layout/process1"/>
    <dgm:cxn modelId="{24A05F62-F099-4058-AFDC-B4E8E6EE8877}" srcId="{874AB6C9-0F10-4C68-BDBC-6FFAAEDD8617}" destId="{6B1A1218-C26C-4BBB-A4B1-A4B29EF14428}" srcOrd="0" destOrd="0" parTransId="{9A217AA7-E3D2-4887-B9F4-5A87A386AD3B}" sibTransId="{A5CE3F1D-A02B-432E-8D88-B854E7D50F56}"/>
    <dgm:cxn modelId="{FFEE2E67-619F-4C71-8A95-77BA83489077}" srcId="{874AB6C9-0F10-4C68-BDBC-6FFAAEDD8617}" destId="{773EBC58-5FFE-4D26-B81E-23CB823AA7D0}" srcOrd="3" destOrd="0" parTransId="{BD827018-E89F-4C73-BBB6-481EDE2396EE}" sibTransId="{C0E9CDC3-16C0-41CD-86D2-7FEB40246E92}"/>
    <dgm:cxn modelId="{6BB7536B-D546-440E-AE82-C645B9A3826C}" type="presOf" srcId="{A5CE3F1D-A02B-432E-8D88-B854E7D50F56}" destId="{1C6EBBCE-2BDC-4956-8A78-D43F725E1322}" srcOrd="1" destOrd="0" presId="urn:microsoft.com/office/officeart/2005/8/layout/process1"/>
    <dgm:cxn modelId="{31DE734B-F1D5-4BDE-9A7A-0B52021D788B}" type="presOf" srcId="{A6E8DF47-EFA5-453C-9D9B-3E6F380C8EAE}" destId="{731741C7-1D3A-4E47-84C9-1A4AC52D09C4}" srcOrd="0" destOrd="0" presId="urn:microsoft.com/office/officeart/2005/8/layout/process1"/>
    <dgm:cxn modelId="{5C363591-9087-4D7F-9AEE-D635D2140DA0}" type="presOf" srcId="{A6E8DF47-EFA5-453C-9D9B-3E6F380C8EAE}" destId="{92113B80-71AE-4C7C-B9A1-8EA11FCDA948}" srcOrd="1" destOrd="0" presId="urn:microsoft.com/office/officeart/2005/8/layout/process1"/>
    <dgm:cxn modelId="{29145EB4-6E75-49A4-A93B-34ADEF12B132}" type="presOf" srcId="{96B30BD5-48C6-4C48-BAE8-6D1913F76A33}" destId="{88F35A27-B7EE-41E2-85F5-2EEA523B503D}" srcOrd="1" destOrd="0" presId="urn:microsoft.com/office/officeart/2005/8/layout/process1"/>
    <dgm:cxn modelId="{8392C4C6-4D14-4815-BFAA-AC1DF2143689}" srcId="{874AB6C9-0F10-4C68-BDBC-6FFAAEDD8617}" destId="{038E9A7D-8DE1-47BD-B65F-0A6830010DD9}" srcOrd="1" destOrd="0" parTransId="{AB378B2F-20D3-41B7-B9FC-F6B2126434E4}" sibTransId="{96B30BD5-48C6-4C48-BAE8-6D1913F76A33}"/>
    <dgm:cxn modelId="{DBAFDDD0-3F36-48BD-8FFD-8BBC8E5277AB}" type="presOf" srcId="{6B1A1218-C26C-4BBB-A4B1-A4B29EF14428}" destId="{7BC66D04-C7EF-43BC-8882-04F376541C7C}" srcOrd="0" destOrd="0" presId="urn:microsoft.com/office/officeart/2005/8/layout/process1"/>
    <dgm:cxn modelId="{C10565D2-E5DD-4215-A329-CC2CC52AE1EA}" type="presOf" srcId="{773EBC58-5FFE-4D26-B81E-23CB823AA7D0}" destId="{8C07ADAD-1721-4C8B-83D2-FC92E0238C1E}" srcOrd="0" destOrd="0" presId="urn:microsoft.com/office/officeart/2005/8/layout/process1"/>
    <dgm:cxn modelId="{2460FBD4-C04F-4926-8309-CFBF2A9D2FBA}" type="presOf" srcId="{038E9A7D-8DE1-47BD-B65F-0A6830010DD9}" destId="{568219F9-FC20-4E2D-9493-2FAC01897E27}" srcOrd="0" destOrd="0" presId="urn:microsoft.com/office/officeart/2005/8/layout/process1"/>
    <dgm:cxn modelId="{192D31DB-D045-49EC-A2D7-BBF4F14FA4E7}" type="presOf" srcId="{2A95EC99-A801-4B1E-B402-59867C208226}" destId="{75326501-075B-45FE-A131-0053A0F66809}" srcOrd="0" destOrd="0" presId="urn:microsoft.com/office/officeart/2005/8/layout/process1"/>
    <dgm:cxn modelId="{EFFC5DF7-67EF-42AE-A948-B76260D7FB79}" type="presOf" srcId="{874AB6C9-0F10-4C68-BDBC-6FFAAEDD8617}" destId="{CC921E39-4BD6-4A55-9849-17C9EA89F945}" srcOrd="0" destOrd="0" presId="urn:microsoft.com/office/officeart/2005/8/layout/process1"/>
    <dgm:cxn modelId="{FB1D2698-DF9D-4664-925E-80296207AE8B}" type="presParOf" srcId="{CC921E39-4BD6-4A55-9849-17C9EA89F945}" destId="{7BC66D04-C7EF-43BC-8882-04F376541C7C}" srcOrd="0" destOrd="0" presId="urn:microsoft.com/office/officeart/2005/8/layout/process1"/>
    <dgm:cxn modelId="{943CE7AE-2B61-4814-A9A9-F9316C86D565}" type="presParOf" srcId="{CC921E39-4BD6-4A55-9849-17C9EA89F945}" destId="{29356C2C-9AD4-4018-8AC5-6EE0E2080692}" srcOrd="1" destOrd="0" presId="urn:microsoft.com/office/officeart/2005/8/layout/process1"/>
    <dgm:cxn modelId="{B57747BA-E747-4B3A-889E-E0B87C79BED1}" type="presParOf" srcId="{29356C2C-9AD4-4018-8AC5-6EE0E2080692}" destId="{1C6EBBCE-2BDC-4956-8A78-D43F725E1322}" srcOrd="0" destOrd="0" presId="urn:microsoft.com/office/officeart/2005/8/layout/process1"/>
    <dgm:cxn modelId="{139E3F6C-F90C-477C-BEF2-37621D08213A}" type="presParOf" srcId="{CC921E39-4BD6-4A55-9849-17C9EA89F945}" destId="{568219F9-FC20-4E2D-9493-2FAC01897E27}" srcOrd="2" destOrd="0" presId="urn:microsoft.com/office/officeart/2005/8/layout/process1"/>
    <dgm:cxn modelId="{974DBBE8-AD32-4D0C-87D2-D6067DFC4949}" type="presParOf" srcId="{CC921E39-4BD6-4A55-9849-17C9EA89F945}" destId="{A3823CD2-9C8F-485F-8806-49326F933A63}" srcOrd="3" destOrd="0" presId="urn:microsoft.com/office/officeart/2005/8/layout/process1"/>
    <dgm:cxn modelId="{3416A34C-31CD-47D0-9F3F-FF805FA433DF}" type="presParOf" srcId="{A3823CD2-9C8F-485F-8806-49326F933A63}" destId="{88F35A27-B7EE-41E2-85F5-2EEA523B503D}" srcOrd="0" destOrd="0" presId="urn:microsoft.com/office/officeart/2005/8/layout/process1"/>
    <dgm:cxn modelId="{07913C45-D1C9-4A20-8762-257A5B908381}" type="presParOf" srcId="{CC921E39-4BD6-4A55-9849-17C9EA89F945}" destId="{75326501-075B-45FE-A131-0053A0F66809}" srcOrd="4" destOrd="0" presId="urn:microsoft.com/office/officeart/2005/8/layout/process1"/>
    <dgm:cxn modelId="{757A3283-18DF-4572-A4E7-98FBB9020570}" type="presParOf" srcId="{CC921E39-4BD6-4A55-9849-17C9EA89F945}" destId="{731741C7-1D3A-4E47-84C9-1A4AC52D09C4}" srcOrd="5" destOrd="0" presId="urn:microsoft.com/office/officeart/2005/8/layout/process1"/>
    <dgm:cxn modelId="{9417477D-589A-45F0-A8D4-9938553B8426}" type="presParOf" srcId="{731741C7-1D3A-4E47-84C9-1A4AC52D09C4}" destId="{92113B80-71AE-4C7C-B9A1-8EA11FCDA948}" srcOrd="0" destOrd="0" presId="urn:microsoft.com/office/officeart/2005/8/layout/process1"/>
    <dgm:cxn modelId="{B59097B9-ACAD-480E-919B-ACBCD80AC895}" type="presParOf" srcId="{CC921E39-4BD6-4A55-9849-17C9EA89F945}" destId="{8C07ADAD-1721-4C8B-83D2-FC92E0238C1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F706B25-18F5-4C68-AADC-A14B78C3684C}" type="doc">
      <dgm:prSet loTypeId="urn:microsoft.com/office/officeart/2005/8/layout/process1" loCatId="process" qsTypeId="urn:microsoft.com/office/officeart/2005/8/quickstyle/3d3" qsCatId="3D" csTypeId="urn:microsoft.com/office/officeart/2005/8/colors/accent1_2" csCatId="accent1" phldr="1"/>
      <dgm:spPr/>
    </dgm:pt>
    <dgm:pt modelId="{1B35F5DA-46C3-43D5-89BC-3BE33378DED1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61D68EC-58DD-4847-9562-DB4FFDF5E3C2}" type="parTrans" cxnId="{9D51EB7B-5AB2-4455-94B4-FFDB7C4BD076}">
      <dgm:prSet/>
      <dgm:spPr/>
    </dgm:pt>
    <dgm:pt modelId="{443A8D32-22F4-4087-8C7E-BF000830EB56}" type="sibTrans" cxnId="{9D51EB7B-5AB2-4455-94B4-FFDB7C4BD076}">
      <dgm:prSet/>
      <dgm:spPr/>
      <dgm:t>
        <a:bodyPr/>
        <a:lstStyle/>
        <a:p>
          <a:endParaRPr lang="en-US"/>
        </a:p>
      </dgm:t>
    </dgm:pt>
    <dgm:pt modelId="{E20C12F6-B595-4124-B89D-EFE9D7D7024D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E33A3530-0D57-41E2-BC8C-9E16B5DD1A67}" type="parTrans" cxnId="{296F58E8-3E6A-4442-885E-CC3A1549D41C}">
      <dgm:prSet/>
      <dgm:spPr/>
    </dgm:pt>
    <dgm:pt modelId="{5A4A4E17-7D40-4812-A57A-01EDBF5E3FC4}" type="sibTrans" cxnId="{296F58E8-3E6A-4442-885E-CC3A1549D41C}">
      <dgm:prSet/>
      <dgm:spPr/>
      <dgm:t>
        <a:bodyPr/>
        <a:lstStyle/>
        <a:p>
          <a:endParaRPr lang="en-US"/>
        </a:p>
      </dgm:t>
    </dgm:pt>
    <dgm:pt modelId="{4D6B0ECB-DA65-450A-85EE-C0DBD8DE89C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A6D62DE-C8AD-426B-AF13-47A170DE33F8}" type="parTrans" cxnId="{2A8CF7ED-2DD0-459E-BAF8-785B9D8D4960}">
      <dgm:prSet/>
      <dgm:spPr/>
    </dgm:pt>
    <dgm:pt modelId="{EC6C970C-46CF-4A63-9117-C9BB7F15AFBD}" type="sibTrans" cxnId="{2A8CF7ED-2DD0-459E-BAF8-785B9D8D4960}">
      <dgm:prSet/>
      <dgm:spPr/>
      <dgm:t>
        <a:bodyPr/>
        <a:lstStyle/>
        <a:p>
          <a:endParaRPr lang="en-US"/>
        </a:p>
      </dgm:t>
    </dgm:pt>
    <dgm:pt modelId="{0E12A3E1-B774-4DF9-A9BE-3BA3161827CC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93E9B01C-49E0-4178-91B2-D3850C43B2FC}" type="parTrans" cxnId="{5D466D29-4159-4E10-8004-239E0A1FE5D4}">
      <dgm:prSet/>
      <dgm:spPr/>
    </dgm:pt>
    <dgm:pt modelId="{BCE37D9C-E986-4CF6-830E-57264D64269F}" type="sibTrans" cxnId="{5D466D29-4159-4E10-8004-239E0A1FE5D4}">
      <dgm:prSet/>
      <dgm:spPr/>
    </dgm:pt>
    <dgm:pt modelId="{640793B8-5C42-4E08-AE90-F2D9C2FA8068}" type="pres">
      <dgm:prSet presAssocID="{3F706B25-18F5-4C68-AADC-A14B78C3684C}" presName="Name0" presStyleCnt="0">
        <dgm:presLayoutVars>
          <dgm:dir/>
          <dgm:resizeHandles val="exact"/>
        </dgm:presLayoutVars>
      </dgm:prSet>
      <dgm:spPr/>
    </dgm:pt>
    <dgm:pt modelId="{6EB4188C-88FF-4696-BB27-0203DE03A94A}" type="pres">
      <dgm:prSet presAssocID="{1B35F5DA-46C3-43D5-89BC-3BE33378DED1}" presName="node" presStyleLbl="node1" presStyleIdx="0" presStyleCnt="4">
        <dgm:presLayoutVars>
          <dgm:bulletEnabled val="1"/>
        </dgm:presLayoutVars>
      </dgm:prSet>
      <dgm:spPr/>
    </dgm:pt>
    <dgm:pt modelId="{87480F7B-2CDB-4E99-88C8-29631EE61476}" type="pres">
      <dgm:prSet presAssocID="{443A8D32-22F4-4087-8C7E-BF000830EB56}" presName="sibTrans" presStyleLbl="sibTrans2D1" presStyleIdx="0" presStyleCnt="3"/>
      <dgm:spPr/>
    </dgm:pt>
    <dgm:pt modelId="{1F8D1731-D42C-43DA-AE42-AE3C2F4A2E5B}" type="pres">
      <dgm:prSet presAssocID="{443A8D32-22F4-4087-8C7E-BF000830EB56}" presName="connectorText" presStyleLbl="sibTrans2D1" presStyleIdx="0" presStyleCnt="3"/>
      <dgm:spPr/>
    </dgm:pt>
    <dgm:pt modelId="{7A1F90EC-AE46-4BE0-83ED-3896BB3E66E1}" type="pres">
      <dgm:prSet presAssocID="{E20C12F6-B595-4124-B89D-EFE9D7D7024D}" presName="node" presStyleLbl="node1" presStyleIdx="1" presStyleCnt="4">
        <dgm:presLayoutVars>
          <dgm:bulletEnabled val="1"/>
        </dgm:presLayoutVars>
      </dgm:prSet>
      <dgm:spPr/>
    </dgm:pt>
    <dgm:pt modelId="{BD17583D-4D8B-453F-BE7C-D4782209D4AA}" type="pres">
      <dgm:prSet presAssocID="{5A4A4E17-7D40-4812-A57A-01EDBF5E3FC4}" presName="sibTrans" presStyleLbl="sibTrans2D1" presStyleIdx="1" presStyleCnt="3"/>
      <dgm:spPr/>
    </dgm:pt>
    <dgm:pt modelId="{CE9132CE-F70A-4E42-B473-4FCD89E5EBCA}" type="pres">
      <dgm:prSet presAssocID="{5A4A4E17-7D40-4812-A57A-01EDBF5E3FC4}" presName="connectorText" presStyleLbl="sibTrans2D1" presStyleIdx="1" presStyleCnt="3"/>
      <dgm:spPr/>
    </dgm:pt>
    <dgm:pt modelId="{DADBD98B-DEC9-4479-A726-084B604D2A59}" type="pres">
      <dgm:prSet presAssocID="{4D6B0ECB-DA65-450A-85EE-C0DBD8DE89C4}" presName="node" presStyleLbl="node1" presStyleIdx="2" presStyleCnt="4">
        <dgm:presLayoutVars>
          <dgm:bulletEnabled val="1"/>
        </dgm:presLayoutVars>
      </dgm:prSet>
      <dgm:spPr/>
    </dgm:pt>
    <dgm:pt modelId="{8BF66D27-6264-4132-8194-856BE684B7F5}" type="pres">
      <dgm:prSet presAssocID="{EC6C970C-46CF-4A63-9117-C9BB7F15AFBD}" presName="sibTrans" presStyleLbl="sibTrans2D1" presStyleIdx="2" presStyleCnt="3"/>
      <dgm:spPr/>
    </dgm:pt>
    <dgm:pt modelId="{4816DF6C-2EFB-4194-BA10-EAA8BCD624A5}" type="pres">
      <dgm:prSet presAssocID="{EC6C970C-46CF-4A63-9117-C9BB7F15AFBD}" presName="connectorText" presStyleLbl="sibTrans2D1" presStyleIdx="2" presStyleCnt="3"/>
      <dgm:spPr/>
    </dgm:pt>
    <dgm:pt modelId="{6567EE33-B7FE-4B06-8861-8B2FDFD88B40}" type="pres">
      <dgm:prSet presAssocID="{0E12A3E1-B774-4DF9-A9BE-3BA3161827CC}" presName="node" presStyleLbl="node1" presStyleIdx="3" presStyleCnt="4">
        <dgm:presLayoutVars>
          <dgm:bulletEnabled val="1"/>
        </dgm:presLayoutVars>
      </dgm:prSet>
      <dgm:spPr/>
    </dgm:pt>
  </dgm:ptLst>
  <dgm:cxnLst>
    <dgm:cxn modelId="{4311260D-BD5A-4E0C-A6F0-FC9A04EFFFC8}" type="presOf" srcId="{3F706B25-18F5-4C68-AADC-A14B78C3684C}" destId="{640793B8-5C42-4E08-AE90-F2D9C2FA8068}" srcOrd="0" destOrd="0" presId="urn:microsoft.com/office/officeart/2005/8/layout/process1"/>
    <dgm:cxn modelId="{B98C8D1B-8859-410B-8681-5742453C7A31}" type="presOf" srcId="{1B35F5DA-46C3-43D5-89BC-3BE33378DED1}" destId="{6EB4188C-88FF-4696-BB27-0203DE03A94A}" srcOrd="0" destOrd="0" presId="urn:microsoft.com/office/officeart/2005/8/layout/process1"/>
    <dgm:cxn modelId="{E65A2823-FED3-40EE-BD10-C05B6478B232}" type="presOf" srcId="{E20C12F6-B595-4124-B89D-EFE9D7D7024D}" destId="{7A1F90EC-AE46-4BE0-83ED-3896BB3E66E1}" srcOrd="0" destOrd="0" presId="urn:microsoft.com/office/officeart/2005/8/layout/process1"/>
    <dgm:cxn modelId="{5D466D29-4159-4E10-8004-239E0A1FE5D4}" srcId="{3F706B25-18F5-4C68-AADC-A14B78C3684C}" destId="{0E12A3E1-B774-4DF9-A9BE-3BA3161827CC}" srcOrd="3" destOrd="0" parTransId="{93E9B01C-49E0-4178-91B2-D3850C43B2FC}" sibTransId="{BCE37D9C-E986-4CF6-830E-57264D64269F}"/>
    <dgm:cxn modelId="{D0477A5D-A65A-46AA-858E-2B582AE45AAC}" type="presOf" srcId="{443A8D32-22F4-4087-8C7E-BF000830EB56}" destId="{1F8D1731-D42C-43DA-AE42-AE3C2F4A2E5B}" srcOrd="1" destOrd="0" presId="urn:microsoft.com/office/officeart/2005/8/layout/process1"/>
    <dgm:cxn modelId="{19FD9E5E-0282-430E-81D8-CB93E0ACE637}" type="presOf" srcId="{EC6C970C-46CF-4A63-9117-C9BB7F15AFBD}" destId="{8BF66D27-6264-4132-8194-856BE684B7F5}" srcOrd="0" destOrd="0" presId="urn:microsoft.com/office/officeart/2005/8/layout/process1"/>
    <dgm:cxn modelId="{DCB68A41-2BE3-48F6-B574-AAF49C4F0995}" type="presOf" srcId="{5A4A4E17-7D40-4812-A57A-01EDBF5E3FC4}" destId="{BD17583D-4D8B-453F-BE7C-D4782209D4AA}" srcOrd="0" destOrd="0" presId="urn:microsoft.com/office/officeart/2005/8/layout/process1"/>
    <dgm:cxn modelId="{9D51EB7B-5AB2-4455-94B4-FFDB7C4BD076}" srcId="{3F706B25-18F5-4C68-AADC-A14B78C3684C}" destId="{1B35F5DA-46C3-43D5-89BC-3BE33378DED1}" srcOrd="0" destOrd="0" parTransId="{F61D68EC-58DD-4847-9562-DB4FFDF5E3C2}" sibTransId="{443A8D32-22F4-4087-8C7E-BF000830EB56}"/>
    <dgm:cxn modelId="{012001B9-58E4-49FB-A257-D394AB8A9DBA}" type="presOf" srcId="{0E12A3E1-B774-4DF9-A9BE-3BA3161827CC}" destId="{6567EE33-B7FE-4B06-8861-8B2FDFD88B40}" srcOrd="0" destOrd="0" presId="urn:microsoft.com/office/officeart/2005/8/layout/process1"/>
    <dgm:cxn modelId="{04C3A9C2-4B10-447D-A5C7-C552238DC0C6}" type="presOf" srcId="{5A4A4E17-7D40-4812-A57A-01EDBF5E3FC4}" destId="{CE9132CE-F70A-4E42-B473-4FCD89E5EBCA}" srcOrd="1" destOrd="0" presId="urn:microsoft.com/office/officeart/2005/8/layout/process1"/>
    <dgm:cxn modelId="{325A5CC3-60DF-4BD8-BDC0-7B44A0373A57}" type="presOf" srcId="{EC6C970C-46CF-4A63-9117-C9BB7F15AFBD}" destId="{4816DF6C-2EFB-4194-BA10-EAA8BCD624A5}" srcOrd="1" destOrd="0" presId="urn:microsoft.com/office/officeart/2005/8/layout/process1"/>
    <dgm:cxn modelId="{2D86A2E3-2295-42FD-ACDD-9500B528E867}" type="presOf" srcId="{4D6B0ECB-DA65-450A-85EE-C0DBD8DE89C4}" destId="{DADBD98B-DEC9-4479-A726-084B604D2A59}" srcOrd="0" destOrd="0" presId="urn:microsoft.com/office/officeart/2005/8/layout/process1"/>
    <dgm:cxn modelId="{296F58E8-3E6A-4442-885E-CC3A1549D41C}" srcId="{3F706B25-18F5-4C68-AADC-A14B78C3684C}" destId="{E20C12F6-B595-4124-B89D-EFE9D7D7024D}" srcOrd="1" destOrd="0" parTransId="{E33A3530-0D57-41E2-BC8C-9E16B5DD1A67}" sibTransId="{5A4A4E17-7D40-4812-A57A-01EDBF5E3FC4}"/>
    <dgm:cxn modelId="{2A8CF7ED-2DD0-459E-BAF8-785B9D8D4960}" srcId="{3F706B25-18F5-4C68-AADC-A14B78C3684C}" destId="{4D6B0ECB-DA65-450A-85EE-C0DBD8DE89C4}" srcOrd="2" destOrd="0" parTransId="{0A6D62DE-C8AD-426B-AF13-47A170DE33F8}" sibTransId="{EC6C970C-46CF-4A63-9117-C9BB7F15AFBD}"/>
    <dgm:cxn modelId="{0B4399EF-01D8-484A-A807-F78CC7FE279F}" type="presOf" srcId="{443A8D32-22F4-4087-8C7E-BF000830EB56}" destId="{87480F7B-2CDB-4E99-88C8-29631EE61476}" srcOrd="0" destOrd="0" presId="urn:microsoft.com/office/officeart/2005/8/layout/process1"/>
    <dgm:cxn modelId="{DF10AD12-DC0B-4391-977D-F974FFAB9101}" type="presParOf" srcId="{640793B8-5C42-4E08-AE90-F2D9C2FA8068}" destId="{6EB4188C-88FF-4696-BB27-0203DE03A94A}" srcOrd="0" destOrd="0" presId="urn:microsoft.com/office/officeart/2005/8/layout/process1"/>
    <dgm:cxn modelId="{ECB29E9D-F6BF-4936-ADBC-A283D723247A}" type="presParOf" srcId="{640793B8-5C42-4E08-AE90-F2D9C2FA8068}" destId="{87480F7B-2CDB-4E99-88C8-29631EE61476}" srcOrd="1" destOrd="0" presId="urn:microsoft.com/office/officeart/2005/8/layout/process1"/>
    <dgm:cxn modelId="{4127DE2D-B6D9-405A-8077-9999648D8332}" type="presParOf" srcId="{87480F7B-2CDB-4E99-88C8-29631EE61476}" destId="{1F8D1731-D42C-43DA-AE42-AE3C2F4A2E5B}" srcOrd="0" destOrd="0" presId="urn:microsoft.com/office/officeart/2005/8/layout/process1"/>
    <dgm:cxn modelId="{AFDA4B1C-9812-4291-93D7-43BBAF40A766}" type="presParOf" srcId="{640793B8-5C42-4E08-AE90-F2D9C2FA8068}" destId="{7A1F90EC-AE46-4BE0-83ED-3896BB3E66E1}" srcOrd="2" destOrd="0" presId="urn:microsoft.com/office/officeart/2005/8/layout/process1"/>
    <dgm:cxn modelId="{2C9B3666-CA9D-4DD7-868A-5DA353CF20D6}" type="presParOf" srcId="{640793B8-5C42-4E08-AE90-F2D9C2FA8068}" destId="{BD17583D-4D8B-453F-BE7C-D4782209D4AA}" srcOrd="3" destOrd="0" presId="urn:microsoft.com/office/officeart/2005/8/layout/process1"/>
    <dgm:cxn modelId="{43DB8804-B9DA-4EA4-B4FF-254FE79FA3CD}" type="presParOf" srcId="{BD17583D-4D8B-453F-BE7C-D4782209D4AA}" destId="{CE9132CE-F70A-4E42-B473-4FCD89E5EBCA}" srcOrd="0" destOrd="0" presId="urn:microsoft.com/office/officeart/2005/8/layout/process1"/>
    <dgm:cxn modelId="{825B48C8-3C98-47E8-98D4-6AC81963FF6A}" type="presParOf" srcId="{640793B8-5C42-4E08-AE90-F2D9C2FA8068}" destId="{DADBD98B-DEC9-4479-A726-084B604D2A59}" srcOrd="4" destOrd="0" presId="urn:microsoft.com/office/officeart/2005/8/layout/process1"/>
    <dgm:cxn modelId="{7B6AEA92-AD86-44E7-9629-E65D324A7989}" type="presParOf" srcId="{640793B8-5C42-4E08-AE90-F2D9C2FA8068}" destId="{8BF66D27-6264-4132-8194-856BE684B7F5}" srcOrd="5" destOrd="0" presId="urn:microsoft.com/office/officeart/2005/8/layout/process1"/>
    <dgm:cxn modelId="{70EA0D2F-2A7C-44CD-9FD1-66856373AC18}" type="presParOf" srcId="{8BF66D27-6264-4132-8194-856BE684B7F5}" destId="{4816DF6C-2EFB-4194-BA10-EAA8BCD624A5}" srcOrd="0" destOrd="0" presId="urn:microsoft.com/office/officeart/2005/8/layout/process1"/>
    <dgm:cxn modelId="{5BD0BB8D-7A53-438A-9276-7C1420DCC6C7}" type="presParOf" srcId="{640793B8-5C42-4E08-AE90-F2D9C2FA8068}" destId="{6567EE33-B7FE-4B06-8861-8B2FDFD88B4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1F88C9B-BD60-485F-BBF6-6F7C16F2F57E}" type="doc">
      <dgm:prSet loTypeId="urn:microsoft.com/office/officeart/2005/8/layout/process1" loCatId="process" qsTypeId="urn:microsoft.com/office/officeart/2005/8/quickstyle/3d4" qsCatId="3D" csTypeId="urn:microsoft.com/office/officeart/2005/8/colors/accent1_2" csCatId="accent1" phldr="1"/>
      <dgm:spPr/>
    </dgm:pt>
    <dgm:pt modelId="{DEA7B6CE-0453-43AD-836F-D24146481E6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2396911D-B671-4E49-8283-561D03CA99F8}" type="parTrans" cxnId="{D785C2CC-6C0E-4C16-96CD-97F30B51A36C}">
      <dgm:prSet/>
      <dgm:spPr/>
    </dgm:pt>
    <dgm:pt modelId="{C39B294B-1695-4895-9DA3-05C8544D7B7D}" type="sibTrans" cxnId="{D785C2CC-6C0E-4C16-96CD-97F30B51A36C}">
      <dgm:prSet/>
      <dgm:spPr/>
      <dgm:t>
        <a:bodyPr/>
        <a:lstStyle/>
        <a:p>
          <a:endParaRPr lang="en-US"/>
        </a:p>
      </dgm:t>
    </dgm:pt>
    <dgm:pt modelId="{7F70A476-2413-4190-BA84-FB8512729778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D648D669-8D19-4BC8-B825-806358C9A3EF}" type="parTrans" cxnId="{16E10677-0566-463A-AE89-0BC1C43C83E6}">
      <dgm:prSet/>
      <dgm:spPr/>
    </dgm:pt>
    <dgm:pt modelId="{37BAB3CA-E32E-489C-AC2A-D6F443717441}" type="sibTrans" cxnId="{16E10677-0566-463A-AE89-0BC1C43C83E6}">
      <dgm:prSet/>
      <dgm:spPr/>
      <dgm:t>
        <a:bodyPr/>
        <a:lstStyle/>
        <a:p>
          <a:endParaRPr lang="en-US"/>
        </a:p>
      </dgm:t>
    </dgm:pt>
    <dgm:pt modelId="{DDFA62DE-B7D4-40C2-ADB5-01776C5DC4B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3B9C1F2F-84C0-452C-A10A-7F16FE6CE77C}" type="parTrans" cxnId="{BBD7445A-A848-4EB8-BB2E-DB92C3A0B90B}">
      <dgm:prSet/>
      <dgm:spPr/>
    </dgm:pt>
    <dgm:pt modelId="{C86DBCC6-EA1D-414A-9A7A-6124F47DE6B6}" type="sibTrans" cxnId="{BBD7445A-A848-4EB8-BB2E-DB92C3A0B90B}">
      <dgm:prSet/>
      <dgm:spPr/>
      <dgm:t>
        <a:bodyPr/>
        <a:lstStyle/>
        <a:p>
          <a:endParaRPr lang="en-US"/>
        </a:p>
      </dgm:t>
    </dgm:pt>
    <dgm:pt modelId="{FB3ED162-02E0-43AA-9E67-E809AD3B4FF4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C6F4BAB6-3C17-40C1-A7A9-57400006EDE8}" type="parTrans" cxnId="{50EF4720-3262-42F8-85FC-B73791155442}">
      <dgm:prSet/>
      <dgm:spPr/>
    </dgm:pt>
    <dgm:pt modelId="{ED388AAB-EA24-4A37-A56A-03D29E72D175}" type="sibTrans" cxnId="{50EF4720-3262-42F8-85FC-B73791155442}">
      <dgm:prSet/>
      <dgm:spPr/>
    </dgm:pt>
    <dgm:pt modelId="{7BA734D4-84D9-48DD-B8D7-E49F808CD489}" type="pres">
      <dgm:prSet presAssocID="{D1F88C9B-BD60-485F-BBF6-6F7C16F2F57E}" presName="Name0" presStyleCnt="0">
        <dgm:presLayoutVars>
          <dgm:dir/>
          <dgm:resizeHandles val="exact"/>
        </dgm:presLayoutVars>
      </dgm:prSet>
      <dgm:spPr/>
    </dgm:pt>
    <dgm:pt modelId="{A897E253-16A6-4535-9CAD-307A6F5C783F}" type="pres">
      <dgm:prSet presAssocID="{DEA7B6CE-0453-43AD-836F-D24146481E6F}" presName="node" presStyleLbl="node1" presStyleIdx="0" presStyleCnt="4">
        <dgm:presLayoutVars>
          <dgm:bulletEnabled val="1"/>
        </dgm:presLayoutVars>
      </dgm:prSet>
      <dgm:spPr/>
    </dgm:pt>
    <dgm:pt modelId="{C30C947A-C186-4C6B-9504-E93B5E7ACA8E}" type="pres">
      <dgm:prSet presAssocID="{C39B294B-1695-4895-9DA3-05C8544D7B7D}" presName="sibTrans" presStyleLbl="sibTrans2D1" presStyleIdx="0" presStyleCnt="3"/>
      <dgm:spPr/>
    </dgm:pt>
    <dgm:pt modelId="{764B46D5-86DD-4FCE-835D-2E9A63456BB6}" type="pres">
      <dgm:prSet presAssocID="{C39B294B-1695-4895-9DA3-05C8544D7B7D}" presName="connectorText" presStyleLbl="sibTrans2D1" presStyleIdx="0" presStyleCnt="3"/>
      <dgm:spPr/>
    </dgm:pt>
    <dgm:pt modelId="{0835ACA5-55AD-46C4-84B3-7E29361D016F}" type="pres">
      <dgm:prSet presAssocID="{7F70A476-2413-4190-BA84-FB8512729778}" presName="node" presStyleLbl="node1" presStyleIdx="1" presStyleCnt="4">
        <dgm:presLayoutVars>
          <dgm:bulletEnabled val="1"/>
        </dgm:presLayoutVars>
      </dgm:prSet>
      <dgm:spPr/>
    </dgm:pt>
    <dgm:pt modelId="{5CAE6705-91FA-4947-B041-BA9EE8179084}" type="pres">
      <dgm:prSet presAssocID="{37BAB3CA-E32E-489C-AC2A-D6F443717441}" presName="sibTrans" presStyleLbl="sibTrans2D1" presStyleIdx="1" presStyleCnt="3"/>
      <dgm:spPr/>
    </dgm:pt>
    <dgm:pt modelId="{9A4141B4-8C0B-4859-BB5E-A9EA555D6BFC}" type="pres">
      <dgm:prSet presAssocID="{37BAB3CA-E32E-489C-AC2A-D6F443717441}" presName="connectorText" presStyleLbl="sibTrans2D1" presStyleIdx="1" presStyleCnt="3"/>
      <dgm:spPr/>
    </dgm:pt>
    <dgm:pt modelId="{4F048F64-CB8E-478F-80E4-31AF2B2EE755}" type="pres">
      <dgm:prSet presAssocID="{DDFA62DE-B7D4-40C2-ADB5-01776C5DC4B4}" presName="node" presStyleLbl="node1" presStyleIdx="2" presStyleCnt="4">
        <dgm:presLayoutVars>
          <dgm:bulletEnabled val="1"/>
        </dgm:presLayoutVars>
      </dgm:prSet>
      <dgm:spPr/>
    </dgm:pt>
    <dgm:pt modelId="{4513579F-4579-4FB6-B424-363EB1AF38CF}" type="pres">
      <dgm:prSet presAssocID="{C86DBCC6-EA1D-414A-9A7A-6124F47DE6B6}" presName="sibTrans" presStyleLbl="sibTrans2D1" presStyleIdx="2" presStyleCnt="3"/>
      <dgm:spPr/>
    </dgm:pt>
    <dgm:pt modelId="{BCA1AB1A-2A10-4361-9203-F18FBFBC744F}" type="pres">
      <dgm:prSet presAssocID="{C86DBCC6-EA1D-414A-9A7A-6124F47DE6B6}" presName="connectorText" presStyleLbl="sibTrans2D1" presStyleIdx="2" presStyleCnt="3"/>
      <dgm:spPr/>
    </dgm:pt>
    <dgm:pt modelId="{41BEEFBC-0CA6-4928-BDF2-6C9B9C596795}" type="pres">
      <dgm:prSet presAssocID="{FB3ED162-02E0-43AA-9E67-E809AD3B4FF4}" presName="node" presStyleLbl="node1" presStyleIdx="3" presStyleCnt="4">
        <dgm:presLayoutVars>
          <dgm:bulletEnabled val="1"/>
        </dgm:presLayoutVars>
      </dgm:prSet>
      <dgm:spPr/>
    </dgm:pt>
  </dgm:ptLst>
  <dgm:cxnLst>
    <dgm:cxn modelId="{50EF4720-3262-42F8-85FC-B73791155442}" srcId="{D1F88C9B-BD60-485F-BBF6-6F7C16F2F57E}" destId="{FB3ED162-02E0-43AA-9E67-E809AD3B4FF4}" srcOrd="3" destOrd="0" parTransId="{C6F4BAB6-3C17-40C1-A7A9-57400006EDE8}" sibTransId="{ED388AAB-EA24-4A37-A56A-03D29E72D175}"/>
    <dgm:cxn modelId="{10849236-6C05-4B22-A334-15F68446574C}" type="presOf" srcId="{D1F88C9B-BD60-485F-BBF6-6F7C16F2F57E}" destId="{7BA734D4-84D9-48DD-B8D7-E49F808CD489}" srcOrd="0" destOrd="0" presId="urn:microsoft.com/office/officeart/2005/8/layout/process1"/>
    <dgm:cxn modelId="{01C08D3C-67CF-4BE7-8C13-ABB7ED1AB2EB}" type="presOf" srcId="{37BAB3CA-E32E-489C-AC2A-D6F443717441}" destId="{5CAE6705-91FA-4947-B041-BA9EE8179084}" srcOrd="0" destOrd="0" presId="urn:microsoft.com/office/officeart/2005/8/layout/process1"/>
    <dgm:cxn modelId="{16E10677-0566-463A-AE89-0BC1C43C83E6}" srcId="{D1F88C9B-BD60-485F-BBF6-6F7C16F2F57E}" destId="{7F70A476-2413-4190-BA84-FB8512729778}" srcOrd="1" destOrd="0" parTransId="{D648D669-8D19-4BC8-B825-806358C9A3EF}" sibTransId="{37BAB3CA-E32E-489C-AC2A-D6F443717441}"/>
    <dgm:cxn modelId="{BBD7445A-A848-4EB8-BB2E-DB92C3A0B90B}" srcId="{D1F88C9B-BD60-485F-BBF6-6F7C16F2F57E}" destId="{DDFA62DE-B7D4-40C2-ADB5-01776C5DC4B4}" srcOrd="2" destOrd="0" parTransId="{3B9C1F2F-84C0-452C-A10A-7F16FE6CE77C}" sibTransId="{C86DBCC6-EA1D-414A-9A7A-6124F47DE6B6}"/>
    <dgm:cxn modelId="{CD398E7B-C1ED-4310-9E7F-D75B1DD0538B}" type="presOf" srcId="{C86DBCC6-EA1D-414A-9A7A-6124F47DE6B6}" destId="{BCA1AB1A-2A10-4361-9203-F18FBFBC744F}" srcOrd="1" destOrd="0" presId="urn:microsoft.com/office/officeart/2005/8/layout/process1"/>
    <dgm:cxn modelId="{465FC57C-8E35-4ABE-87EE-0A2DB063D160}" type="presOf" srcId="{DDFA62DE-B7D4-40C2-ADB5-01776C5DC4B4}" destId="{4F048F64-CB8E-478F-80E4-31AF2B2EE755}" srcOrd="0" destOrd="0" presId="urn:microsoft.com/office/officeart/2005/8/layout/process1"/>
    <dgm:cxn modelId="{5DA14B83-FDED-4AE0-A0DD-EC3D8394E0CD}" type="presOf" srcId="{C39B294B-1695-4895-9DA3-05C8544D7B7D}" destId="{764B46D5-86DD-4FCE-835D-2E9A63456BB6}" srcOrd="1" destOrd="0" presId="urn:microsoft.com/office/officeart/2005/8/layout/process1"/>
    <dgm:cxn modelId="{F503CE86-29D0-480F-8AB9-B26F763DDD28}" type="presOf" srcId="{C86DBCC6-EA1D-414A-9A7A-6124F47DE6B6}" destId="{4513579F-4579-4FB6-B424-363EB1AF38CF}" srcOrd="0" destOrd="0" presId="urn:microsoft.com/office/officeart/2005/8/layout/process1"/>
    <dgm:cxn modelId="{49E45C93-CEA0-417B-9C1E-0D9A29CB0703}" type="presOf" srcId="{FB3ED162-02E0-43AA-9E67-E809AD3B4FF4}" destId="{41BEEFBC-0CA6-4928-BDF2-6C9B9C596795}" srcOrd="0" destOrd="0" presId="urn:microsoft.com/office/officeart/2005/8/layout/process1"/>
    <dgm:cxn modelId="{06E90AB9-21F3-410F-ADE2-6E822C6232FB}" type="presOf" srcId="{37BAB3CA-E32E-489C-AC2A-D6F443717441}" destId="{9A4141B4-8C0B-4859-BB5E-A9EA555D6BFC}" srcOrd="1" destOrd="0" presId="urn:microsoft.com/office/officeart/2005/8/layout/process1"/>
    <dgm:cxn modelId="{044AD4C5-309E-4B82-BDD3-3DEBE8045B8E}" type="presOf" srcId="{DEA7B6CE-0453-43AD-836F-D24146481E6F}" destId="{A897E253-16A6-4535-9CAD-307A6F5C783F}" srcOrd="0" destOrd="0" presId="urn:microsoft.com/office/officeart/2005/8/layout/process1"/>
    <dgm:cxn modelId="{D785C2CC-6C0E-4C16-96CD-97F30B51A36C}" srcId="{D1F88C9B-BD60-485F-BBF6-6F7C16F2F57E}" destId="{DEA7B6CE-0453-43AD-836F-D24146481E6F}" srcOrd="0" destOrd="0" parTransId="{2396911D-B671-4E49-8283-561D03CA99F8}" sibTransId="{C39B294B-1695-4895-9DA3-05C8544D7B7D}"/>
    <dgm:cxn modelId="{B987CFE3-18FA-415D-90A6-276348A0BF23}" type="presOf" srcId="{7F70A476-2413-4190-BA84-FB8512729778}" destId="{0835ACA5-55AD-46C4-84B3-7E29361D016F}" srcOrd="0" destOrd="0" presId="urn:microsoft.com/office/officeart/2005/8/layout/process1"/>
    <dgm:cxn modelId="{3CCDDAEE-C731-4BDB-9043-9B5E0B4A8C57}" type="presOf" srcId="{C39B294B-1695-4895-9DA3-05C8544D7B7D}" destId="{C30C947A-C186-4C6B-9504-E93B5E7ACA8E}" srcOrd="0" destOrd="0" presId="urn:microsoft.com/office/officeart/2005/8/layout/process1"/>
    <dgm:cxn modelId="{BE67231F-8144-4F7E-8A63-BBF1A80F8D8E}" type="presParOf" srcId="{7BA734D4-84D9-48DD-B8D7-E49F808CD489}" destId="{A897E253-16A6-4535-9CAD-307A6F5C783F}" srcOrd="0" destOrd="0" presId="urn:microsoft.com/office/officeart/2005/8/layout/process1"/>
    <dgm:cxn modelId="{F409B249-98E8-4DA7-8321-9A15DCBDC1EE}" type="presParOf" srcId="{7BA734D4-84D9-48DD-B8D7-E49F808CD489}" destId="{C30C947A-C186-4C6B-9504-E93B5E7ACA8E}" srcOrd="1" destOrd="0" presId="urn:microsoft.com/office/officeart/2005/8/layout/process1"/>
    <dgm:cxn modelId="{50E18E85-5259-4049-AE6B-206C49919481}" type="presParOf" srcId="{C30C947A-C186-4C6B-9504-E93B5E7ACA8E}" destId="{764B46D5-86DD-4FCE-835D-2E9A63456BB6}" srcOrd="0" destOrd="0" presId="urn:microsoft.com/office/officeart/2005/8/layout/process1"/>
    <dgm:cxn modelId="{3AE023E7-908F-4CDA-9649-C2FDAE24AE40}" type="presParOf" srcId="{7BA734D4-84D9-48DD-B8D7-E49F808CD489}" destId="{0835ACA5-55AD-46C4-84B3-7E29361D016F}" srcOrd="2" destOrd="0" presId="urn:microsoft.com/office/officeart/2005/8/layout/process1"/>
    <dgm:cxn modelId="{06E4A868-5BD0-4459-8AA0-D44B4C1317CA}" type="presParOf" srcId="{7BA734D4-84D9-48DD-B8D7-E49F808CD489}" destId="{5CAE6705-91FA-4947-B041-BA9EE8179084}" srcOrd="3" destOrd="0" presId="urn:microsoft.com/office/officeart/2005/8/layout/process1"/>
    <dgm:cxn modelId="{9B9ACF68-30F1-4273-A830-AE66836DD1CA}" type="presParOf" srcId="{5CAE6705-91FA-4947-B041-BA9EE8179084}" destId="{9A4141B4-8C0B-4859-BB5E-A9EA555D6BFC}" srcOrd="0" destOrd="0" presId="urn:microsoft.com/office/officeart/2005/8/layout/process1"/>
    <dgm:cxn modelId="{2D8BEC14-FD0E-47E6-94D2-FE8A6575C4B2}" type="presParOf" srcId="{7BA734D4-84D9-48DD-B8D7-E49F808CD489}" destId="{4F048F64-CB8E-478F-80E4-31AF2B2EE755}" srcOrd="4" destOrd="0" presId="urn:microsoft.com/office/officeart/2005/8/layout/process1"/>
    <dgm:cxn modelId="{502C6B28-7E08-4803-8B24-0F58B1A155B6}" type="presParOf" srcId="{7BA734D4-84D9-48DD-B8D7-E49F808CD489}" destId="{4513579F-4579-4FB6-B424-363EB1AF38CF}" srcOrd="5" destOrd="0" presId="urn:microsoft.com/office/officeart/2005/8/layout/process1"/>
    <dgm:cxn modelId="{62BA9EEE-736A-481C-81F8-71796B3E1C28}" type="presParOf" srcId="{4513579F-4579-4FB6-B424-363EB1AF38CF}" destId="{BCA1AB1A-2A10-4361-9203-F18FBFBC744F}" srcOrd="0" destOrd="0" presId="urn:microsoft.com/office/officeart/2005/8/layout/process1"/>
    <dgm:cxn modelId="{94E13945-B993-4A43-9887-B710A4479FC6}" type="presParOf" srcId="{7BA734D4-84D9-48DD-B8D7-E49F808CD489}" destId="{41BEEFBC-0CA6-4928-BDF2-6C9B9C59679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C1FB620C-CF93-4B5E-87EC-7AEA8BA68C55}" type="doc">
      <dgm:prSet loTypeId="urn:microsoft.com/office/officeart/2005/8/layout/process1" loCatId="process" qsTypeId="urn:microsoft.com/office/officeart/2005/8/quickstyle/3d5" qsCatId="3D" csTypeId="urn:microsoft.com/office/officeart/2005/8/colors/accent1_2" csCatId="accent1" phldr="1"/>
      <dgm:spPr/>
    </dgm:pt>
    <dgm:pt modelId="{11286502-0DCD-4729-8D89-69C4262F6761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53198E8-CFFA-4342-A625-D6E65DE90FD3}" type="parTrans" cxnId="{5CF70402-70E4-47A2-BBD6-F2259A689891}">
      <dgm:prSet/>
      <dgm:spPr/>
    </dgm:pt>
    <dgm:pt modelId="{428FC2E3-741E-492D-AA41-A22A4B7C8C6F}" type="sibTrans" cxnId="{5CF70402-70E4-47A2-BBD6-F2259A689891}">
      <dgm:prSet/>
      <dgm:spPr/>
      <dgm:t>
        <a:bodyPr/>
        <a:lstStyle/>
        <a:p>
          <a:endParaRPr lang="en-US"/>
        </a:p>
      </dgm:t>
    </dgm:pt>
    <dgm:pt modelId="{376DED87-AE79-468D-9AA8-045FB068C4D8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307889A6-65F6-44A2-81ED-A8FDB2913D00}" type="parTrans" cxnId="{137C6FD8-FDD9-4136-BF94-1DA98C036693}">
      <dgm:prSet/>
      <dgm:spPr/>
    </dgm:pt>
    <dgm:pt modelId="{CCBDC8CD-27A6-4249-A8D1-EC1A926E6D73}" type="sibTrans" cxnId="{137C6FD8-FDD9-4136-BF94-1DA98C036693}">
      <dgm:prSet/>
      <dgm:spPr/>
      <dgm:t>
        <a:bodyPr/>
        <a:lstStyle/>
        <a:p>
          <a:endParaRPr lang="en-US"/>
        </a:p>
      </dgm:t>
    </dgm:pt>
    <dgm:pt modelId="{2F6A290F-D01D-4440-911D-FC638D676D08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9AE7CDD-7071-450E-BB49-AA7324999DED}" type="parTrans" cxnId="{8A43B8F8-FBBF-4FB4-95D6-DD079D95DB56}">
      <dgm:prSet/>
      <dgm:spPr/>
    </dgm:pt>
    <dgm:pt modelId="{C1D3B597-43FA-48AF-8EE9-137D71DC978D}" type="sibTrans" cxnId="{8A43B8F8-FBBF-4FB4-95D6-DD079D95DB56}">
      <dgm:prSet/>
      <dgm:spPr/>
      <dgm:t>
        <a:bodyPr/>
        <a:lstStyle/>
        <a:p>
          <a:endParaRPr lang="en-US"/>
        </a:p>
      </dgm:t>
    </dgm:pt>
    <dgm:pt modelId="{2B2AD864-90E4-4F6A-A488-A147B73F9643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55D5F180-CE4A-41A1-8F07-F8894CA8BBE2}" type="parTrans" cxnId="{6F7B3C8A-060D-4B17-90A7-BDF8AF1E5007}">
      <dgm:prSet/>
      <dgm:spPr/>
    </dgm:pt>
    <dgm:pt modelId="{2E0E7AF4-6A43-48ED-BFEA-0A969EF98D82}" type="sibTrans" cxnId="{6F7B3C8A-060D-4B17-90A7-BDF8AF1E5007}">
      <dgm:prSet/>
      <dgm:spPr/>
    </dgm:pt>
    <dgm:pt modelId="{E48F93FA-A1D0-4F03-ACC3-86AB7B638E26}" type="pres">
      <dgm:prSet presAssocID="{C1FB620C-CF93-4B5E-87EC-7AEA8BA68C55}" presName="Name0" presStyleCnt="0">
        <dgm:presLayoutVars>
          <dgm:dir/>
          <dgm:resizeHandles val="exact"/>
        </dgm:presLayoutVars>
      </dgm:prSet>
      <dgm:spPr/>
    </dgm:pt>
    <dgm:pt modelId="{DF667C0E-7C58-4F57-ACBE-C0E0E48DC170}" type="pres">
      <dgm:prSet presAssocID="{11286502-0DCD-4729-8D89-69C4262F6761}" presName="node" presStyleLbl="node1" presStyleIdx="0" presStyleCnt="4">
        <dgm:presLayoutVars>
          <dgm:bulletEnabled val="1"/>
        </dgm:presLayoutVars>
      </dgm:prSet>
      <dgm:spPr/>
    </dgm:pt>
    <dgm:pt modelId="{D0BAE4D1-0C89-4B93-9C1F-14C9B5FA3690}" type="pres">
      <dgm:prSet presAssocID="{428FC2E3-741E-492D-AA41-A22A4B7C8C6F}" presName="sibTrans" presStyleLbl="sibTrans2D1" presStyleIdx="0" presStyleCnt="3"/>
      <dgm:spPr/>
    </dgm:pt>
    <dgm:pt modelId="{3EB0EE00-E9F2-4978-9BFB-9C14FCD46152}" type="pres">
      <dgm:prSet presAssocID="{428FC2E3-741E-492D-AA41-A22A4B7C8C6F}" presName="connectorText" presStyleLbl="sibTrans2D1" presStyleIdx="0" presStyleCnt="3"/>
      <dgm:spPr/>
    </dgm:pt>
    <dgm:pt modelId="{AB5221A8-CF11-4D7E-A5AD-55BB42E292F1}" type="pres">
      <dgm:prSet presAssocID="{376DED87-AE79-468D-9AA8-045FB068C4D8}" presName="node" presStyleLbl="node1" presStyleIdx="1" presStyleCnt="4">
        <dgm:presLayoutVars>
          <dgm:bulletEnabled val="1"/>
        </dgm:presLayoutVars>
      </dgm:prSet>
      <dgm:spPr/>
    </dgm:pt>
    <dgm:pt modelId="{E4766F86-04C1-4983-8E8E-E33AA6B4158F}" type="pres">
      <dgm:prSet presAssocID="{CCBDC8CD-27A6-4249-A8D1-EC1A926E6D73}" presName="sibTrans" presStyleLbl="sibTrans2D1" presStyleIdx="1" presStyleCnt="3"/>
      <dgm:spPr/>
    </dgm:pt>
    <dgm:pt modelId="{EAAE7B5B-91DF-48F6-848F-E6FE38E8575D}" type="pres">
      <dgm:prSet presAssocID="{CCBDC8CD-27A6-4249-A8D1-EC1A926E6D73}" presName="connectorText" presStyleLbl="sibTrans2D1" presStyleIdx="1" presStyleCnt="3"/>
      <dgm:spPr/>
    </dgm:pt>
    <dgm:pt modelId="{C7094FE4-65DA-48F7-AF03-B27935D09524}" type="pres">
      <dgm:prSet presAssocID="{2F6A290F-D01D-4440-911D-FC638D676D08}" presName="node" presStyleLbl="node1" presStyleIdx="2" presStyleCnt="4">
        <dgm:presLayoutVars>
          <dgm:bulletEnabled val="1"/>
        </dgm:presLayoutVars>
      </dgm:prSet>
      <dgm:spPr/>
    </dgm:pt>
    <dgm:pt modelId="{2F3566CF-A98F-4744-BDB6-97239C56C7A4}" type="pres">
      <dgm:prSet presAssocID="{C1D3B597-43FA-48AF-8EE9-137D71DC978D}" presName="sibTrans" presStyleLbl="sibTrans2D1" presStyleIdx="2" presStyleCnt="3"/>
      <dgm:spPr/>
    </dgm:pt>
    <dgm:pt modelId="{2D367A14-C2B7-42B9-BE79-D37C47C0A5DB}" type="pres">
      <dgm:prSet presAssocID="{C1D3B597-43FA-48AF-8EE9-137D71DC978D}" presName="connectorText" presStyleLbl="sibTrans2D1" presStyleIdx="2" presStyleCnt="3"/>
      <dgm:spPr/>
    </dgm:pt>
    <dgm:pt modelId="{DF58A295-E371-4A49-857D-AA3E8F56D590}" type="pres">
      <dgm:prSet presAssocID="{2B2AD864-90E4-4F6A-A488-A147B73F9643}" presName="node" presStyleLbl="node1" presStyleIdx="3" presStyleCnt="4">
        <dgm:presLayoutVars>
          <dgm:bulletEnabled val="1"/>
        </dgm:presLayoutVars>
      </dgm:prSet>
      <dgm:spPr/>
    </dgm:pt>
  </dgm:ptLst>
  <dgm:cxnLst>
    <dgm:cxn modelId="{5CF70402-70E4-47A2-BBD6-F2259A689891}" srcId="{C1FB620C-CF93-4B5E-87EC-7AEA8BA68C55}" destId="{11286502-0DCD-4729-8D89-69C4262F6761}" srcOrd="0" destOrd="0" parTransId="{F53198E8-CFFA-4342-A625-D6E65DE90FD3}" sibTransId="{428FC2E3-741E-492D-AA41-A22A4B7C8C6F}"/>
    <dgm:cxn modelId="{C8CCBA03-009E-4852-8574-E4F7F2FF60CA}" type="presOf" srcId="{376DED87-AE79-468D-9AA8-045FB068C4D8}" destId="{AB5221A8-CF11-4D7E-A5AD-55BB42E292F1}" srcOrd="0" destOrd="0" presId="urn:microsoft.com/office/officeart/2005/8/layout/process1"/>
    <dgm:cxn modelId="{BBC01E38-A344-4F82-893D-A7955091A9C7}" type="presOf" srcId="{CCBDC8CD-27A6-4249-A8D1-EC1A926E6D73}" destId="{E4766F86-04C1-4983-8E8E-E33AA6B4158F}" srcOrd="0" destOrd="0" presId="urn:microsoft.com/office/officeart/2005/8/layout/process1"/>
    <dgm:cxn modelId="{CA8A2863-89E8-41D8-A127-7B362F29C164}" type="presOf" srcId="{2F6A290F-D01D-4440-911D-FC638D676D08}" destId="{C7094FE4-65DA-48F7-AF03-B27935D09524}" srcOrd="0" destOrd="0" presId="urn:microsoft.com/office/officeart/2005/8/layout/process1"/>
    <dgm:cxn modelId="{25413765-B068-4FD9-9C6F-2C528A423337}" type="presOf" srcId="{428FC2E3-741E-492D-AA41-A22A4B7C8C6F}" destId="{3EB0EE00-E9F2-4978-9BFB-9C14FCD46152}" srcOrd="1" destOrd="0" presId="urn:microsoft.com/office/officeart/2005/8/layout/process1"/>
    <dgm:cxn modelId="{FB339C6B-7919-4BD4-AF10-266799E8AFA2}" type="presOf" srcId="{11286502-0DCD-4729-8D89-69C4262F6761}" destId="{DF667C0E-7C58-4F57-ACBE-C0E0E48DC170}" srcOrd="0" destOrd="0" presId="urn:microsoft.com/office/officeart/2005/8/layout/process1"/>
    <dgm:cxn modelId="{6F7B3C8A-060D-4B17-90A7-BDF8AF1E5007}" srcId="{C1FB620C-CF93-4B5E-87EC-7AEA8BA68C55}" destId="{2B2AD864-90E4-4F6A-A488-A147B73F9643}" srcOrd="3" destOrd="0" parTransId="{55D5F180-CE4A-41A1-8F07-F8894CA8BBE2}" sibTransId="{2E0E7AF4-6A43-48ED-BFEA-0A969EF98D82}"/>
    <dgm:cxn modelId="{FF36C6A5-D9A6-4246-9CDD-030BE803C267}" type="presOf" srcId="{428FC2E3-741E-492D-AA41-A22A4B7C8C6F}" destId="{D0BAE4D1-0C89-4B93-9C1F-14C9B5FA3690}" srcOrd="0" destOrd="0" presId="urn:microsoft.com/office/officeart/2005/8/layout/process1"/>
    <dgm:cxn modelId="{5236DBB1-FADE-4F88-A2B5-C1934D76E61F}" type="presOf" srcId="{CCBDC8CD-27A6-4249-A8D1-EC1A926E6D73}" destId="{EAAE7B5B-91DF-48F6-848F-E6FE38E8575D}" srcOrd="1" destOrd="0" presId="urn:microsoft.com/office/officeart/2005/8/layout/process1"/>
    <dgm:cxn modelId="{9C8ABBB2-9F7C-4EDE-B2E3-479879C6D64E}" type="presOf" srcId="{C1D3B597-43FA-48AF-8EE9-137D71DC978D}" destId="{2D367A14-C2B7-42B9-BE79-D37C47C0A5DB}" srcOrd="1" destOrd="0" presId="urn:microsoft.com/office/officeart/2005/8/layout/process1"/>
    <dgm:cxn modelId="{E1077ED5-ACCB-4B1B-A570-41AD79E7A465}" type="presOf" srcId="{2B2AD864-90E4-4F6A-A488-A147B73F9643}" destId="{DF58A295-E371-4A49-857D-AA3E8F56D590}" srcOrd="0" destOrd="0" presId="urn:microsoft.com/office/officeart/2005/8/layout/process1"/>
    <dgm:cxn modelId="{137C6FD8-FDD9-4136-BF94-1DA98C036693}" srcId="{C1FB620C-CF93-4B5E-87EC-7AEA8BA68C55}" destId="{376DED87-AE79-468D-9AA8-045FB068C4D8}" srcOrd="1" destOrd="0" parTransId="{307889A6-65F6-44A2-81ED-A8FDB2913D00}" sibTransId="{CCBDC8CD-27A6-4249-A8D1-EC1A926E6D73}"/>
    <dgm:cxn modelId="{8807F9DD-66E1-407E-94BE-E9138920075E}" type="presOf" srcId="{C1FB620C-CF93-4B5E-87EC-7AEA8BA68C55}" destId="{E48F93FA-A1D0-4F03-ACC3-86AB7B638E26}" srcOrd="0" destOrd="0" presId="urn:microsoft.com/office/officeart/2005/8/layout/process1"/>
    <dgm:cxn modelId="{AE27B3EA-211A-49E2-A1BB-EF2B7C141A95}" type="presOf" srcId="{C1D3B597-43FA-48AF-8EE9-137D71DC978D}" destId="{2F3566CF-A98F-4744-BDB6-97239C56C7A4}" srcOrd="0" destOrd="0" presId="urn:microsoft.com/office/officeart/2005/8/layout/process1"/>
    <dgm:cxn modelId="{8A43B8F8-FBBF-4FB4-95D6-DD079D95DB56}" srcId="{C1FB620C-CF93-4B5E-87EC-7AEA8BA68C55}" destId="{2F6A290F-D01D-4440-911D-FC638D676D08}" srcOrd="2" destOrd="0" parTransId="{B9AE7CDD-7071-450E-BB49-AA7324999DED}" sibTransId="{C1D3B597-43FA-48AF-8EE9-137D71DC978D}"/>
    <dgm:cxn modelId="{7D75BF57-9A11-4444-88F0-FD77D4A8B082}" type="presParOf" srcId="{E48F93FA-A1D0-4F03-ACC3-86AB7B638E26}" destId="{DF667C0E-7C58-4F57-ACBE-C0E0E48DC170}" srcOrd="0" destOrd="0" presId="urn:microsoft.com/office/officeart/2005/8/layout/process1"/>
    <dgm:cxn modelId="{A94C0061-4E14-4D30-8059-0A9B894E89E8}" type="presParOf" srcId="{E48F93FA-A1D0-4F03-ACC3-86AB7B638E26}" destId="{D0BAE4D1-0C89-4B93-9C1F-14C9B5FA3690}" srcOrd="1" destOrd="0" presId="urn:microsoft.com/office/officeart/2005/8/layout/process1"/>
    <dgm:cxn modelId="{303B1748-9504-4D31-995B-225C4E75BFE1}" type="presParOf" srcId="{D0BAE4D1-0C89-4B93-9C1F-14C9B5FA3690}" destId="{3EB0EE00-E9F2-4978-9BFB-9C14FCD46152}" srcOrd="0" destOrd="0" presId="urn:microsoft.com/office/officeart/2005/8/layout/process1"/>
    <dgm:cxn modelId="{EBCF242A-EB0E-4517-92C0-7C69A2176196}" type="presParOf" srcId="{E48F93FA-A1D0-4F03-ACC3-86AB7B638E26}" destId="{AB5221A8-CF11-4D7E-A5AD-55BB42E292F1}" srcOrd="2" destOrd="0" presId="urn:microsoft.com/office/officeart/2005/8/layout/process1"/>
    <dgm:cxn modelId="{8DC79745-AF98-451C-B879-B9C8CD1361FF}" type="presParOf" srcId="{E48F93FA-A1D0-4F03-ACC3-86AB7B638E26}" destId="{E4766F86-04C1-4983-8E8E-E33AA6B4158F}" srcOrd="3" destOrd="0" presId="urn:microsoft.com/office/officeart/2005/8/layout/process1"/>
    <dgm:cxn modelId="{23D57F9A-212E-4777-A3A4-BEA5CA618758}" type="presParOf" srcId="{E4766F86-04C1-4983-8E8E-E33AA6B4158F}" destId="{EAAE7B5B-91DF-48F6-848F-E6FE38E8575D}" srcOrd="0" destOrd="0" presId="urn:microsoft.com/office/officeart/2005/8/layout/process1"/>
    <dgm:cxn modelId="{A6E09E10-C366-4115-8690-FE9C081C4C0C}" type="presParOf" srcId="{E48F93FA-A1D0-4F03-ACC3-86AB7B638E26}" destId="{C7094FE4-65DA-48F7-AF03-B27935D09524}" srcOrd="4" destOrd="0" presId="urn:microsoft.com/office/officeart/2005/8/layout/process1"/>
    <dgm:cxn modelId="{5529E29C-31FA-4F0B-B878-56A594C6FD95}" type="presParOf" srcId="{E48F93FA-A1D0-4F03-ACC3-86AB7B638E26}" destId="{2F3566CF-A98F-4744-BDB6-97239C56C7A4}" srcOrd="5" destOrd="0" presId="urn:microsoft.com/office/officeart/2005/8/layout/process1"/>
    <dgm:cxn modelId="{BA7AF5AE-5030-488A-B9AD-43D4F795218C}" type="presParOf" srcId="{2F3566CF-A98F-4744-BDB6-97239C56C7A4}" destId="{2D367A14-C2B7-42B9-BE79-D37C47C0A5DB}" srcOrd="0" destOrd="0" presId="urn:microsoft.com/office/officeart/2005/8/layout/process1"/>
    <dgm:cxn modelId="{50F94965-B632-4BBE-89AE-412552279AB0}" type="presParOf" srcId="{E48F93FA-A1D0-4F03-ACC3-86AB7B638E26}" destId="{DF58A295-E371-4A49-857D-AA3E8F56D59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49D845C8-E4C1-4F82-99F1-8AE4634A24E3}" type="doc">
      <dgm:prSet loTypeId="urn:microsoft.com/office/officeart/2005/8/layout/process1" loCatId="process" qsTypeId="urn:microsoft.com/office/officeart/2005/8/quickstyle/3d6" qsCatId="3D" csTypeId="urn:microsoft.com/office/officeart/2005/8/colors/accent1_2" csCatId="accent1" phldr="1"/>
      <dgm:spPr/>
    </dgm:pt>
    <dgm:pt modelId="{EC6C390B-D713-45F6-AD5F-75CDAE5E611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A090DC28-744E-49FB-B815-2C5C18E75413}" type="parTrans" cxnId="{5E9AF163-E0CA-4555-AFC9-D03CFDF91A61}">
      <dgm:prSet/>
      <dgm:spPr/>
    </dgm:pt>
    <dgm:pt modelId="{CC9341E6-2146-4DDE-A165-E8D90590BC22}" type="sibTrans" cxnId="{5E9AF163-E0CA-4555-AFC9-D03CFDF91A61}">
      <dgm:prSet/>
      <dgm:spPr/>
      <dgm:t>
        <a:bodyPr/>
        <a:lstStyle/>
        <a:p>
          <a:endParaRPr lang="en-US"/>
        </a:p>
      </dgm:t>
    </dgm:pt>
    <dgm:pt modelId="{02FAE8F0-48BB-46A8-9850-2D0E193FA188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4105BF8E-827E-46C0-9496-7EF835DFFB66}" type="parTrans" cxnId="{003CE0FB-D31D-4758-A3AC-1B2501850E9C}">
      <dgm:prSet/>
      <dgm:spPr/>
    </dgm:pt>
    <dgm:pt modelId="{07B128F9-65B1-44EF-8EE8-8FBA16AFDB57}" type="sibTrans" cxnId="{003CE0FB-D31D-4758-A3AC-1B2501850E9C}">
      <dgm:prSet/>
      <dgm:spPr/>
      <dgm:t>
        <a:bodyPr/>
        <a:lstStyle/>
        <a:p>
          <a:endParaRPr lang="en-US"/>
        </a:p>
      </dgm:t>
    </dgm:pt>
    <dgm:pt modelId="{58CF651A-41FC-4E50-819A-EBB75A46BE0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039F679-D935-447A-A79A-11103641A50B}" type="parTrans" cxnId="{13EF2672-5102-447E-BFEB-D2058CA0BE94}">
      <dgm:prSet/>
      <dgm:spPr/>
    </dgm:pt>
    <dgm:pt modelId="{93E46771-70B2-4A54-A7F5-1F187453D07C}" type="sibTrans" cxnId="{13EF2672-5102-447E-BFEB-D2058CA0BE94}">
      <dgm:prSet/>
      <dgm:spPr/>
      <dgm:t>
        <a:bodyPr/>
        <a:lstStyle/>
        <a:p>
          <a:endParaRPr lang="en-US"/>
        </a:p>
      </dgm:t>
    </dgm:pt>
    <dgm:pt modelId="{B142FD04-9094-4418-98C1-E17817069F53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C7D986A3-D1E9-4EE7-9E23-C41AD1091463}" type="parTrans" cxnId="{D7C0F260-A8CB-47DE-A3C1-28BBA373E37C}">
      <dgm:prSet/>
      <dgm:spPr/>
    </dgm:pt>
    <dgm:pt modelId="{1142DC6B-16AF-4F61-BA5E-424D81EB1E7D}" type="sibTrans" cxnId="{D7C0F260-A8CB-47DE-A3C1-28BBA373E37C}">
      <dgm:prSet/>
      <dgm:spPr/>
    </dgm:pt>
    <dgm:pt modelId="{F6916862-C169-4C1A-B915-AE712F2A600A}" type="pres">
      <dgm:prSet presAssocID="{49D845C8-E4C1-4F82-99F1-8AE4634A24E3}" presName="Name0" presStyleCnt="0">
        <dgm:presLayoutVars>
          <dgm:dir/>
          <dgm:resizeHandles val="exact"/>
        </dgm:presLayoutVars>
      </dgm:prSet>
      <dgm:spPr/>
    </dgm:pt>
    <dgm:pt modelId="{5B706375-97FE-4FF6-AC9F-A3850A080B85}" type="pres">
      <dgm:prSet presAssocID="{EC6C390B-D713-45F6-AD5F-75CDAE5E611F}" presName="node" presStyleLbl="node1" presStyleIdx="0" presStyleCnt="4">
        <dgm:presLayoutVars>
          <dgm:bulletEnabled val="1"/>
        </dgm:presLayoutVars>
      </dgm:prSet>
      <dgm:spPr/>
    </dgm:pt>
    <dgm:pt modelId="{12272762-B16D-414E-A895-D3EBD1C05E2C}" type="pres">
      <dgm:prSet presAssocID="{CC9341E6-2146-4DDE-A165-E8D90590BC22}" presName="sibTrans" presStyleLbl="sibTrans2D1" presStyleIdx="0" presStyleCnt="3"/>
      <dgm:spPr/>
    </dgm:pt>
    <dgm:pt modelId="{7DD328F2-83F4-4408-8731-1D02122CA93F}" type="pres">
      <dgm:prSet presAssocID="{CC9341E6-2146-4DDE-A165-E8D90590BC22}" presName="connectorText" presStyleLbl="sibTrans2D1" presStyleIdx="0" presStyleCnt="3"/>
      <dgm:spPr/>
    </dgm:pt>
    <dgm:pt modelId="{5849E41A-4AB3-46A0-9865-7E1AF989A91A}" type="pres">
      <dgm:prSet presAssocID="{02FAE8F0-48BB-46A8-9850-2D0E193FA188}" presName="node" presStyleLbl="node1" presStyleIdx="1" presStyleCnt="4">
        <dgm:presLayoutVars>
          <dgm:bulletEnabled val="1"/>
        </dgm:presLayoutVars>
      </dgm:prSet>
      <dgm:spPr/>
    </dgm:pt>
    <dgm:pt modelId="{5849712E-76F3-42AB-96B8-3045CDF13ABE}" type="pres">
      <dgm:prSet presAssocID="{07B128F9-65B1-44EF-8EE8-8FBA16AFDB57}" presName="sibTrans" presStyleLbl="sibTrans2D1" presStyleIdx="1" presStyleCnt="3"/>
      <dgm:spPr/>
    </dgm:pt>
    <dgm:pt modelId="{6D7D89DA-DEB4-42A1-AB03-4029A44BCD7D}" type="pres">
      <dgm:prSet presAssocID="{07B128F9-65B1-44EF-8EE8-8FBA16AFDB57}" presName="connectorText" presStyleLbl="sibTrans2D1" presStyleIdx="1" presStyleCnt="3"/>
      <dgm:spPr/>
    </dgm:pt>
    <dgm:pt modelId="{E9646B4D-0EC0-4445-BD16-F9DC08AFDF29}" type="pres">
      <dgm:prSet presAssocID="{58CF651A-41FC-4E50-819A-EBB75A46BE0B}" presName="node" presStyleLbl="node1" presStyleIdx="2" presStyleCnt="4">
        <dgm:presLayoutVars>
          <dgm:bulletEnabled val="1"/>
        </dgm:presLayoutVars>
      </dgm:prSet>
      <dgm:spPr/>
    </dgm:pt>
    <dgm:pt modelId="{6B796217-5CE9-4430-B13B-D9330A288181}" type="pres">
      <dgm:prSet presAssocID="{93E46771-70B2-4A54-A7F5-1F187453D07C}" presName="sibTrans" presStyleLbl="sibTrans2D1" presStyleIdx="2" presStyleCnt="3"/>
      <dgm:spPr/>
    </dgm:pt>
    <dgm:pt modelId="{81FE0058-7002-4285-B965-9E6D69A1E95D}" type="pres">
      <dgm:prSet presAssocID="{93E46771-70B2-4A54-A7F5-1F187453D07C}" presName="connectorText" presStyleLbl="sibTrans2D1" presStyleIdx="2" presStyleCnt="3"/>
      <dgm:spPr/>
    </dgm:pt>
    <dgm:pt modelId="{080D2324-071C-4013-A807-ABDC0B84DE7B}" type="pres">
      <dgm:prSet presAssocID="{B142FD04-9094-4418-98C1-E17817069F53}" presName="node" presStyleLbl="node1" presStyleIdx="3" presStyleCnt="4">
        <dgm:presLayoutVars>
          <dgm:bulletEnabled val="1"/>
        </dgm:presLayoutVars>
      </dgm:prSet>
      <dgm:spPr/>
    </dgm:pt>
  </dgm:ptLst>
  <dgm:cxnLst>
    <dgm:cxn modelId="{2ADC4209-CF31-4918-88AB-BBA41D973422}" type="presOf" srcId="{02FAE8F0-48BB-46A8-9850-2D0E193FA188}" destId="{5849E41A-4AB3-46A0-9865-7E1AF989A91A}" srcOrd="0" destOrd="0" presId="urn:microsoft.com/office/officeart/2005/8/layout/process1"/>
    <dgm:cxn modelId="{A4F97A1C-EC77-417D-A9B2-6D9511197412}" type="presOf" srcId="{CC9341E6-2146-4DDE-A165-E8D90590BC22}" destId="{7DD328F2-83F4-4408-8731-1D02122CA93F}" srcOrd="1" destOrd="0" presId="urn:microsoft.com/office/officeart/2005/8/layout/process1"/>
    <dgm:cxn modelId="{056EC635-DA55-437B-B43F-A5D8C7E0D1F7}" type="presOf" srcId="{B142FD04-9094-4418-98C1-E17817069F53}" destId="{080D2324-071C-4013-A807-ABDC0B84DE7B}" srcOrd="0" destOrd="0" presId="urn:microsoft.com/office/officeart/2005/8/layout/process1"/>
    <dgm:cxn modelId="{ED654636-DABB-46BE-BE82-34E7E9FA2659}" type="presOf" srcId="{EC6C390B-D713-45F6-AD5F-75CDAE5E611F}" destId="{5B706375-97FE-4FF6-AC9F-A3850A080B85}" srcOrd="0" destOrd="0" presId="urn:microsoft.com/office/officeart/2005/8/layout/process1"/>
    <dgm:cxn modelId="{3CFFA136-9D5C-4544-8805-B34C9195C213}" type="presOf" srcId="{07B128F9-65B1-44EF-8EE8-8FBA16AFDB57}" destId="{5849712E-76F3-42AB-96B8-3045CDF13ABE}" srcOrd="0" destOrd="0" presId="urn:microsoft.com/office/officeart/2005/8/layout/process1"/>
    <dgm:cxn modelId="{F12A4940-E8A2-4126-B3E9-E2DA1C7CF591}" type="presOf" srcId="{93E46771-70B2-4A54-A7F5-1F187453D07C}" destId="{6B796217-5CE9-4430-B13B-D9330A288181}" srcOrd="0" destOrd="0" presId="urn:microsoft.com/office/officeart/2005/8/layout/process1"/>
    <dgm:cxn modelId="{EB04015B-A849-4E02-8192-46A33E9AB163}" type="presOf" srcId="{93E46771-70B2-4A54-A7F5-1F187453D07C}" destId="{81FE0058-7002-4285-B965-9E6D69A1E95D}" srcOrd="1" destOrd="0" presId="urn:microsoft.com/office/officeart/2005/8/layout/process1"/>
    <dgm:cxn modelId="{D7C0F260-A8CB-47DE-A3C1-28BBA373E37C}" srcId="{49D845C8-E4C1-4F82-99F1-8AE4634A24E3}" destId="{B142FD04-9094-4418-98C1-E17817069F53}" srcOrd="3" destOrd="0" parTransId="{C7D986A3-D1E9-4EE7-9E23-C41AD1091463}" sibTransId="{1142DC6B-16AF-4F61-BA5E-424D81EB1E7D}"/>
    <dgm:cxn modelId="{5E9AF163-E0CA-4555-AFC9-D03CFDF91A61}" srcId="{49D845C8-E4C1-4F82-99F1-8AE4634A24E3}" destId="{EC6C390B-D713-45F6-AD5F-75CDAE5E611F}" srcOrd="0" destOrd="0" parTransId="{A090DC28-744E-49FB-B815-2C5C18E75413}" sibTransId="{CC9341E6-2146-4DDE-A165-E8D90590BC22}"/>
    <dgm:cxn modelId="{36F04149-FB7D-4871-82C7-9A20EDB04B2E}" type="presOf" srcId="{49D845C8-E4C1-4F82-99F1-8AE4634A24E3}" destId="{F6916862-C169-4C1A-B915-AE712F2A600A}" srcOrd="0" destOrd="0" presId="urn:microsoft.com/office/officeart/2005/8/layout/process1"/>
    <dgm:cxn modelId="{C1C38F70-685C-42EB-B7E6-FCB28AA3E38A}" type="presOf" srcId="{58CF651A-41FC-4E50-819A-EBB75A46BE0B}" destId="{E9646B4D-0EC0-4445-BD16-F9DC08AFDF29}" srcOrd="0" destOrd="0" presId="urn:microsoft.com/office/officeart/2005/8/layout/process1"/>
    <dgm:cxn modelId="{13EF2672-5102-447E-BFEB-D2058CA0BE94}" srcId="{49D845C8-E4C1-4F82-99F1-8AE4634A24E3}" destId="{58CF651A-41FC-4E50-819A-EBB75A46BE0B}" srcOrd="2" destOrd="0" parTransId="{0039F679-D935-447A-A79A-11103641A50B}" sibTransId="{93E46771-70B2-4A54-A7F5-1F187453D07C}"/>
    <dgm:cxn modelId="{457897AF-A503-42F7-8EC1-D0D6D1277AD3}" type="presOf" srcId="{CC9341E6-2146-4DDE-A165-E8D90590BC22}" destId="{12272762-B16D-414E-A895-D3EBD1C05E2C}" srcOrd="0" destOrd="0" presId="urn:microsoft.com/office/officeart/2005/8/layout/process1"/>
    <dgm:cxn modelId="{003CE0FB-D31D-4758-A3AC-1B2501850E9C}" srcId="{49D845C8-E4C1-4F82-99F1-8AE4634A24E3}" destId="{02FAE8F0-48BB-46A8-9850-2D0E193FA188}" srcOrd="1" destOrd="0" parTransId="{4105BF8E-827E-46C0-9496-7EF835DFFB66}" sibTransId="{07B128F9-65B1-44EF-8EE8-8FBA16AFDB57}"/>
    <dgm:cxn modelId="{7AD444FF-B698-43C8-A5FD-4E51D89B34FD}" type="presOf" srcId="{07B128F9-65B1-44EF-8EE8-8FBA16AFDB57}" destId="{6D7D89DA-DEB4-42A1-AB03-4029A44BCD7D}" srcOrd="1" destOrd="0" presId="urn:microsoft.com/office/officeart/2005/8/layout/process1"/>
    <dgm:cxn modelId="{4EEF2C77-242B-45A6-93D4-37B0751076DE}" type="presParOf" srcId="{F6916862-C169-4C1A-B915-AE712F2A600A}" destId="{5B706375-97FE-4FF6-AC9F-A3850A080B85}" srcOrd="0" destOrd="0" presId="urn:microsoft.com/office/officeart/2005/8/layout/process1"/>
    <dgm:cxn modelId="{7A139B95-24E6-45AC-BEAA-BE07733C0084}" type="presParOf" srcId="{F6916862-C169-4C1A-B915-AE712F2A600A}" destId="{12272762-B16D-414E-A895-D3EBD1C05E2C}" srcOrd="1" destOrd="0" presId="urn:microsoft.com/office/officeart/2005/8/layout/process1"/>
    <dgm:cxn modelId="{45CFC10D-9FFD-43F3-A5AE-2936C28E0FFB}" type="presParOf" srcId="{12272762-B16D-414E-A895-D3EBD1C05E2C}" destId="{7DD328F2-83F4-4408-8731-1D02122CA93F}" srcOrd="0" destOrd="0" presId="urn:microsoft.com/office/officeart/2005/8/layout/process1"/>
    <dgm:cxn modelId="{84A06B94-39FA-4073-9AAB-496891D3F61C}" type="presParOf" srcId="{F6916862-C169-4C1A-B915-AE712F2A600A}" destId="{5849E41A-4AB3-46A0-9865-7E1AF989A91A}" srcOrd="2" destOrd="0" presId="urn:microsoft.com/office/officeart/2005/8/layout/process1"/>
    <dgm:cxn modelId="{11CE2719-42A6-45A8-BCFD-39C9F35B88C1}" type="presParOf" srcId="{F6916862-C169-4C1A-B915-AE712F2A600A}" destId="{5849712E-76F3-42AB-96B8-3045CDF13ABE}" srcOrd="3" destOrd="0" presId="urn:microsoft.com/office/officeart/2005/8/layout/process1"/>
    <dgm:cxn modelId="{261CDE5A-52EA-4677-B8D0-A60CC2A1FE53}" type="presParOf" srcId="{5849712E-76F3-42AB-96B8-3045CDF13ABE}" destId="{6D7D89DA-DEB4-42A1-AB03-4029A44BCD7D}" srcOrd="0" destOrd="0" presId="urn:microsoft.com/office/officeart/2005/8/layout/process1"/>
    <dgm:cxn modelId="{6982BB4D-75A7-445F-899E-B5B926D7806D}" type="presParOf" srcId="{F6916862-C169-4C1A-B915-AE712F2A600A}" destId="{E9646B4D-0EC0-4445-BD16-F9DC08AFDF29}" srcOrd="4" destOrd="0" presId="urn:microsoft.com/office/officeart/2005/8/layout/process1"/>
    <dgm:cxn modelId="{B5423C85-D902-48E5-8D69-83DFD98F9AAE}" type="presParOf" srcId="{F6916862-C169-4C1A-B915-AE712F2A600A}" destId="{6B796217-5CE9-4430-B13B-D9330A288181}" srcOrd="5" destOrd="0" presId="urn:microsoft.com/office/officeart/2005/8/layout/process1"/>
    <dgm:cxn modelId="{F717F273-89AA-4E1D-A7FC-C9FE87A4BEC2}" type="presParOf" srcId="{6B796217-5CE9-4430-B13B-D9330A288181}" destId="{81FE0058-7002-4285-B965-9E6D69A1E95D}" srcOrd="0" destOrd="0" presId="urn:microsoft.com/office/officeart/2005/8/layout/process1"/>
    <dgm:cxn modelId="{500A14AD-FED4-4D55-97C4-5B0252B235D3}" type="presParOf" srcId="{F6916862-C169-4C1A-B915-AE712F2A600A}" destId="{080D2324-071C-4013-A807-ABDC0B84DE7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4369ABBB-B2D1-4ECC-BE85-B7683B64C1AB}" type="doc">
      <dgm:prSet loTypeId="urn:microsoft.com/office/officeart/2005/8/layout/process1" loCatId="process" qsTypeId="urn:microsoft.com/office/officeart/2005/8/quickstyle/3d7" qsCatId="3D" csTypeId="urn:microsoft.com/office/officeart/2005/8/colors/accent1_2" csCatId="accent1" phldr="1"/>
      <dgm:spPr/>
    </dgm:pt>
    <dgm:pt modelId="{08D945EB-ECA4-4BE7-9F4F-21B218E0CC3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7DE68FFB-A7B8-4BED-974B-922AE61857E0}" type="parTrans" cxnId="{89A512D5-AD5F-43A1-A10A-16867C2A7ABA}">
      <dgm:prSet/>
      <dgm:spPr/>
    </dgm:pt>
    <dgm:pt modelId="{8B6D4234-E44E-481A-BB54-60B72AA515BD}" type="sibTrans" cxnId="{89A512D5-AD5F-43A1-A10A-16867C2A7ABA}">
      <dgm:prSet/>
      <dgm:spPr/>
      <dgm:t>
        <a:bodyPr/>
        <a:lstStyle/>
        <a:p>
          <a:endParaRPr lang="en-US"/>
        </a:p>
      </dgm:t>
    </dgm:pt>
    <dgm:pt modelId="{82B8B99A-0854-4FD7-A827-41C8C1A331B4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A33418D-0A1C-492F-AA20-BA1DC4445943}" type="parTrans" cxnId="{98E8ECCC-2C75-42CB-9132-4D94C2355F00}">
      <dgm:prSet/>
      <dgm:spPr/>
    </dgm:pt>
    <dgm:pt modelId="{54521A84-65DA-4884-9BC1-E818DD24732D}" type="sibTrans" cxnId="{98E8ECCC-2C75-42CB-9132-4D94C2355F00}">
      <dgm:prSet/>
      <dgm:spPr/>
      <dgm:t>
        <a:bodyPr/>
        <a:lstStyle/>
        <a:p>
          <a:endParaRPr lang="en-US"/>
        </a:p>
      </dgm:t>
    </dgm:pt>
    <dgm:pt modelId="{9672E961-D81F-4447-BC4D-7FE54E1CA84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2690328-4E68-418F-9332-714164F10536}" type="parTrans" cxnId="{229B1FBA-2EAB-4ADF-8EB0-F98D0737F8B2}">
      <dgm:prSet/>
      <dgm:spPr/>
    </dgm:pt>
    <dgm:pt modelId="{CCD7A7B2-70F4-4C19-A812-7F8857BC6B10}" type="sibTrans" cxnId="{229B1FBA-2EAB-4ADF-8EB0-F98D0737F8B2}">
      <dgm:prSet/>
      <dgm:spPr/>
      <dgm:t>
        <a:bodyPr/>
        <a:lstStyle/>
        <a:p>
          <a:endParaRPr lang="en-US"/>
        </a:p>
      </dgm:t>
    </dgm:pt>
    <dgm:pt modelId="{E6498AA3-6BC6-4801-BBAC-ED94BABB0EA1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05F8C729-01E7-414A-BD61-5BB31FDDD080}" type="parTrans" cxnId="{BCF51B38-D519-42D4-9565-02214916EA7A}">
      <dgm:prSet/>
      <dgm:spPr/>
    </dgm:pt>
    <dgm:pt modelId="{8C0EC7CA-F53E-4173-92F9-85F5FB3F5081}" type="sibTrans" cxnId="{BCF51B38-D519-42D4-9565-02214916EA7A}">
      <dgm:prSet/>
      <dgm:spPr/>
    </dgm:pt>
    <dgm:pt modelId="{8A17A673-0A5C-4917-B1E3-A63DF7A01EF7}" type="pres">
      <dgm:prSet presAssocID="{4369ABBB-B2D1-4ECC-BE85-B7683B64C1AB}" presName="Name0" presStyleCnt="0">
        <dgm:presLayoutVars>
          <dgm:dir/>
          <dgm:resizeHandles val="exact"/>
        </dgm:presLayoutVars>
      </dgm:prSet>
      <dgm:spPr/>
    </dgm:pt>
    <dgm:pt modelId="{DCB9DBE3-850E-40B9-B17E-7FAA6C6D2854}" type="pres">
      <dgm:prSet presAssocID="{08D945EB-ECA4-4BE7-9F4F-21B218E0CC3D}" presName="node" presStyleLbl="node1" presStyleIdx="0" presStyleCnt="4">
        <dgm:presLayoutVars>
          <dgm:bulletEnabled val="1"/>
        </dgm:presLayoutVars>
      </dgm:prSet>
      <dgm:spPr/>
    </dgm:pt>
    <dgm:pt modelId="{5B59BFFB-CCC5-4C1E-9CB0-F37B70685002}" type="pres">
      <dgm:prSet presAssocID="{8B6D4234-E44E-481A-BB54-60B72AA515BD}" presName="sibTrans" presStyleLbl="sibTrans2D1" presStyleIdx="0" presStyleCnt="3"/>
      <dgm:spPr/>
    </dgm:pt>
    <dgm:pt modelId="{627C3CD1-5469-46C3-A4AD-E4AB7BB10213}" type="pres">
      <dgm:prSet presAssocID="{8B6D4234-E44E-481A-BB54-60B72AA515BD}" presName="connectorText" presStyleLbl="sibTrans2D1" presStyleIdx="0" presStyleCnt="3"/>
      <dgm:spPr/>
    </dgm:pt>
    <dgm:pt modelId="{4E6EFEE1-0E25-4C11-841D-E80BF796A373}" type="pres">
      <dgm:prSet presAssocID="{82B8B99A-0854-4FD7-A827-41C8C1A331B4}" presName="node" presStyleLbl="node1" presStyleIdx="1" presStyleCnt="4">
        <dgm:presLayoutVars>
          <dgm:bulletEnabled val="1"/>
        </dgm:presLayoutVars>
      </dgm:prSet>
      <dgm:spPr/>
    </dgm:pt>
    <dgm:pt modelId="{2F22D37B-C311-4877-8BB2-61A91A2BF697}" type="pres">
      <dgm:prSet presAssocID="{54521A84-65DA-4884-9BC1-E818DD24732D}" presName="sibTrans" presStyleLbl="sibTrans2D1" presStyleIdx="1" presStyleCnt="3"/>
      <dgm:spPr/>
    </dgm:pt>
    <dgm:pt modelId="{CF9EA17C-51B8-4C46-89BB-BFEE43FBACA9}" type="pres">
      <dgm:prSet presAssocID="{54521A84-65DA-4884-9BC1-E818DD24732D}" presName="connectorText" presStyleLbl="sibTrans2D1" presStyleIdx="1" presStyleCnt="3"/>
      <dgm:spPr/>
    </dgm:pt>
    <dgm:pt modelId="{FE854994-27EE-4BE7-8F14-38C95EF03034}" type="pres">
      <dgm:prSet presAssocID="{9672E961-D81F-4447-BC4D-7FE54E1CA840}" presName="node" presStyleLbl="node1" presStyleIdx="2" presStyleCnt="4">
        <dgm:presLayoutVars>
          <dgm:bulletEnabled val="1"/>
        </dgm:presLayoutVars>
      </dgm:prSet>
      <dgm:spPr/>
    </dgm:pt>
    <dgm:pt modelId="{A22B1DCE-EF2F-4AAE-8FEC-3D6F6F0C274A}" type="pres">
      <dgm:prSet presAssocID="{CCD7A7B2-70F4-4C19-A812-7F8857BC6B10}" presName="sibTrans" presStyleLbl="sibTrans2D1" presStyleIdx="2" presStyleCnt="3"/>
      <dgm:spPr/>
    </dgm:pt>
    <dgm:pt modelId="{5E5BCAC1-CFF4-4AD0-985B-72F616A56FB4}" type="pres">
      <dgm:prSet presAssocID="{CCD7A7B2-70F4-4C19-A812-7F8857BC6B10}" presName="connectorText" presStyleLbl="sibTrans2D1" presStyleIdx="2" presStyleCnt="3"/>
      <dgm:spPr/>
    </dgm:pt>
    <dgm:pt modelId="{C5C99725-5D9F-4020-A4E0-EE1A98CDC963}" type="pres">
      <dgm:prSet presAssocID="{E6498AA3-6BC6-4801-BBAC-ED94BABB0EA1}" presName="node" presStyleLbl="node1" presStyleIdx="3" presStyleCnt="4">
        <dgm:presLayoutVars>
          <dgm:bulletEnabled val="1"/>
        </dgm:presLayoutVars>
      </dgm:prSet>
      <dgm:spPr/>
    </dgm:pt>
  </dgm:ptLst>
  <dgm:cxnLst>
    <dgm:cxn modelId="{10E6790C-2828-436B-8CDD-C2210FFCCAB6}" type="presOf" srcId="{54521A84-65DA-4884-9BC1-E818DD24732D}" destId="{2F22D37B-C311-4877-8BB2-61A91A2BF697}" srcOrd="0" destOrd="0" presId="urn:microsoft.com/office/officeart/2005/8/layout/process1"/>
    <dgm:cxn modelId="{8398A31C-7DDA-4734-A665-2457E117972F}" type="presOf" srcId="{4369ABBB-B2D1-4ECC-BE85-B7683B64C1AB}" destId="{8A17A673-0A5C-4917-B1E3-A63DF7A01EF7}" srcOrd="0" destOrd="0" presId="urn:microsoft.com/office/officeart/2005/8/layout/process1"/>
    <dgm:cxn modelId="{D73AEF34-CF88-4ADC-8CFD-B93D86068EDE}" type="presOf" srcId="{54521A84-65DA-4884-9BC1-E818DD24732D}" destId="{CF9EA17C-51B8-4C46-89BB-BFEE43FBACA9}" srcOrd="1" destOrd="0" presId="urn:microsoft.com/office/officeart/2005/8/layout/process1"/>
    <dgm:cxn modelId="{BCF51B38-D519-42D4-9565-02214916EA7A}" srcId="{4369ABBB-B2D1-4ECC-BE85-B7683B64C1AB}" destId="{E6498AA3-6BC6-4801-BBAC-ED94BABB0EA1}" srcOrd="3" destOrd="0" parTransId="{05F8C729-01E7-414A-BD61-5BB31FDDD080}" sibTransId="{8C0EC7CA-F53E-4173-92F9-85F5FB3F5081}"/>
    <dgm:cxn modelId="{D6796A38-3E6C-4C88-BCAB-C951041F9295}" type="presOf" srcId="{9672E961-D81F-4447-BC4D-7FE54E1CA840}" destId="{FE854994-27EE-4BE7-8F14-38C95EF03034}" srcOrd="0" destOrd="0" presId="urn:microsoft.com/office/officeart/2005/8/layout/process1"/>
    <dgm:cxn modelId="{E604D340-86A6-4B68-B512-FEFCB0E51304}" type="presOf" srcId="{CCD7A7B2-70F4-4C19-A812-7F8857BC6B10}" destId="{A22B1DCE-EF2F-4AAE-8FEC-3D6F6F0C274A}" srcOrd="0" destOrd="0" presId="urn:microsoft.com/office/officeart/2005/8/layout/process1"/>
    <dgm:cxn modelId="{AF27D85F-C178-43B6-8E2C-37A3DC32F0F6}" type="presOf" srcId="{8B6D4234-E44E-481A-BB54-60B72AA515BD}" destId="{627C3CD1-5469-46C3-A4AD-E4AB7BB10213}" srcOrd="1" destOrd="0" presId="urn:microsoft.com/office/officeart/2005/8/layout/process1"/>
    <dgm:cxn modelId="{D5FA0F63-78F0-4792-9A91-3481D17F7148}" type="presOf" srcId="{08D945EB-ECA4-4BE7-9F4F-21B218E0CC3D}" destId="{DCB9DBE3-850E-40B9-B17E-7FAA6C6D2854}" srcOrd="0" destOrd="0" presId="urn:microsoft.com/office/officeart/2005/8/layout/process1"/>
    <dgm:cxn modelId="{A9121469-4DD1-49D8-8E0E-37F9ADA91AD4}" type="presOf" srcId="{E6498AA3-6BC6-4801-BBAC-ED94BABB0EA1}" destId="{C5C99725-5D9F-4020-A4E0-EE1A98CDC963}" srcOrd="0" destOrd="0" presId="urn:microsoft.com/office/officeart/2005/8/layout/process1"/>
    <dgm:cxn modelId="{025977A4-62F0-4147-A7DC-07DEEE25D7FA}" type="presOf" srcId="{82B8B99A-0854-4FD7-A827-41C8C1A331B4}" destId="{4E6EFEE1-0E25-4C11-841D-E80BF796A373}" srcOrd="0" destOrd="0" presId="urn:microsoft.com/office/officeart/2005/8/layout/process1"/>
    <dgm:cxn modelId="{B2BA23B2-4BF6-4E3D-BD0B-367587B4E1EF}" type="presOf" srcId="{CCD7A7B2-70F4-4C19-A812-7F8857BC6B10}" destId="{5E5BCAC1-CFF4-4AD0-985B-72F616A56FB4}" srcOrd="1" destOrd="0" presId="urn:microsoft.com/office/officeart/2005/8/layout/process1"/>
    <dgm:cxn modelId="{229B1FBA-2EAB-4ADF-8EB0-F98D0737F8B2}" srcId="{4369ABBB-B2D1-4ECC-BE85-B7683B64C1AB}" destId="{9672E961-D81F-4447-BC4D-7FE54E1CA840}" srcOrd="2" destOrd="0" parTransId="{F2690328-4E68-418F-9332-714164F10536}" sibTransId="{CCD7A7B2-70F4-4C19-A812-7F8857BC6B10}"/>
    <dgm:cxn modelId="{18043EBD-5AE0-45EE-AF1A-9D0A8AEAD523}" type="presOf" srcId="{8B6D4234-E44E-481A-BB54-60B72AA515BD}" destId="{5B59BFFB-CCC5-4C1E-9CB0-F37B70685002}" srcOrd="0" destOrd="0" presId="urn:microsoft.com/office/officeart/2005/8/layout/process1"/>
    <dgm:cxn modelId="{98E8ECCC-2C75-42CB-9132-4D94C2355F00}" srcId="{4369ABBB-B2D1-4ECC-BE85-B7683B64C1AB}" destId="{82B8B99A-0854-4FD7-A827-41C8C1A331B4}" srcOrd="1" destOrd="0" parTransId="{7A33418D-0A1C-492F-AA20-BA1DC4445943}" sibTransId="{54521A84-65DA-4884-9BC1-E818DD24732D}"/>
    <dgm:cxn modelId="{89A512D5-AD5F-43A1-A10A-16867C2A7ABA}" srcId="{4369ABBB-B2D1-4ECC-BE85-B7683B64C1AB}" destId="{08D945EB-ECA4-4BE7-9F4F-21B218E0CC3D}" srcOrd="0" destOrd="0" parTransId="{7DE68FFB-A7B8-4BED-974B-922AE61857E0}" sibTransId="{8B6D4234-E44E-481A-BB54-60B72AA515BD}"/>
    <dgm:cxn modelId="{E5B09BE1-D596-4E74-8D0D-8635FB6DD92C}" type="presParOf" srcId="{8A17A673-0A5C-4917-B1E3-A63DF7A01EF7}" destId="{DCB9DBE3-850E-40B9-B17E-7FAA6C6D2854}" srcOrd="0" destOrd="0" presId="urn:microsoft.com/office/officeart/2005/8/layout/process1"/>
    <dgm:cxn modelId="{DE28D1EA-09AC-4258-B7CB-16A6F94E4568}" type="presParOf" srcId="{8A17A673-0A5C-4917-B1E3-A63DF7A01EF7}" destId="{5B59BFFB-CCC5-4C1E-9CB0-F37B70685002}" srcOrd="1" destOrd="0" presId="urn:microsoft.com/office/officeart/2005/8/layout/process1"/>
    <dgm:cxn modelId="{DCF23C56-0630-4E9D-BA2B-3AD720FDBB5A}" type="presParOf" srcId="{5B59BFFB-CCC5-4C1E-9CB0-F37B70685002}" destId="{627C3CD1-5469-46C3-A4AD-E4AB7BB10213}" srcOrd="0" destOrd="0" presId="urn:microsoft.com/office/officeart/2005/8/layout/process1"/>
    <dgm:cxn modelId="{837AF73F-C0C7-492E-855B-5BC35B455088}" type="presParOf" srcId="{8A17A673-0A5C-4917-B1E3-A63DF7A01EF7}" destId="{4E6EFEE1-0E25-4C11-841D-E80BF796A373}" srcOrd="2" destOrd="0" presId="urn:microsoft.com/office/officeart/2005/8/layout/process1"/>
    <dgm:cxn modelId="{5E1F4EF8-89DD-4D17-9A51-DCEE311B1BC7}" type="presParOf" srcId="{8A17A673-0A5C-4917-B1E3-A63DF7A01EF7}" destId="{2F22D37B-C311-4877-8BB2-61A91A2BF697}" srcOrd="3" destOrd="0" presId="urn:microsoft.com/office/officeart/2005/8/layout/process1"/>
    <dgm:cxn modelId="{32737FDF-F86D-4AAA-9EBC-6E0DC27A671A}" type="presParOf" srcId="{2F22D37B-C311-4877-8BB2-61A91A2BF697}" destId="{CF9EA17C-51B8-4C46-89BB-BFEE43FBACA9}" srcOrd="0" destOrd="0" presId="urn:microsoft.com/office/officeart/2005/8/layout/process1"/>
    <dgm:cxn modelId="{0C2FA171-3967-4BFE-B0CB-5D664F895B32}" type="presParOf" srcId="{8A17A673-0A5C-4917-B1E3-A63DF7A01EF7}" destId="{FE854994-27EE-4BE7-8F14-38C95EF03034}" srcOrd="4" destOrd="0" presId="urn:microsoft.com/office/officeart/2005/8/layout/process1"/>
    <dgm:cxn modelId="{7E0E007B-085F-4F1A-93E5-073E0CF69EDC}" type="presParOf" srcId="{8A17A673-0A5C-4917-B1E3-A63DF7A01EF7}" destId="{A22B1DCE-EF2F-4AAE-8FEC-3D6F6F0C274A}" srcOrd="5" destOrd="0" presId="urn:microsoft.com/office/officeart/2005/8/layout/process1"/>
    <dgm:cxn modelId="{578CC7F7-6059-4DD4-A59A-A7C79BF4B43D}" type="presParOf" srcId="{A22B1DCE-EF2F-4AAE-8FEC-3D6F6F0C274A}" destId="{5E5BCAC1-CFF4-4AD0-985B-72F616A56FB4}" srcOrd="0" destOrd="0" presId="urn:microsoft.com/office/officeart/2005/8/layout/process1"/>
    <dgm:cxn modelId="{561668B5-6F08-4B33-A613-B302E32E55A4}" type="presParOf" srcId="{8A17A673-0A5C-4917-B1E3-A63DF7A01EF7}" destId="{C5C99725-5D9F-4020-A4E0-EE1A98CDC96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E2F401CC-E7C0-4C70-B083-3B5D814090EA}" type="doc">
      <dgm:prSet loTypeId="urn:microsoft.com/office/officeart/2005/8/layout/process1" loCatId="process" qsTypeId="urn:microsoft.com/office/officeart/2009/2/quickstyle/3d8" qsCatId="3D" csTypeId="urn:microsoft.com/office/officeart/2005/8/colors/accent1_2" csCatId="accent1" phldr="1"/>
      <dgm:spPr/>
    </dgm:pt>
    <dgm:pt modelId="{53FE0F6D-A269-4153-9888-921553A3246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F31D2BC-74F0-4BBB-BF0F-D8B0E24141F7}" type="parTrans" cxnId="{AC23BD70-E01B-4AD6-92CA-A8EA9179915A}">
      <dgm:prSet/>
      <dgm:spPr/>
    </dgm:pt>
    <dgm:pt modelId="{EBA54F9D-9CF8-4C23-910A-5A191B46287E}" type="sibTrans" cxnId="{AC23BD70-E01B-4AD6-92CA-A8EA9179915A}">
      <dgm:prSet/>
      <dgm:spPr/>
      <dgm:t>
        <a:bodyPr/>
        <a:lstStyle/>
        <a:p>
          <a:endParaRPr lang="en-US"/>
        </a:p>
      </dgm:t>
    </dgm:pt>
    <dgm:pt modelId="{BAFB6B58-FAD4-49C6-85B3-F565EEA3CF02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AD56E09-C8F4-4272-B00F-78455BF6CA56}" type="parTrans" cxnId="{710DE390-F51A-40BF-8CCC-218AF981C5BE}">
      <dgm:prSet/>
      <dgm:spPr/>
    </dgm:pt>
    <dgm:pt modelId="{8C868C15-BE2B-47B0-97D7-27DE8A7E702F}" type="sibTrans" cxnId="{710DE390-F51A-40BF-8CCC-218AF981C5BE}">
      <dgm:prSet/>
      <dgm:spPr/>
      <dgm:t>
        <a:bodyPr/>
        <a:lstStyle/>
        <a:p>
          <a:endParaRPr lang="en-US"/>
        </a:p>
      </dgm:t>
    </dgm:pt>
    <dgm:pt modelId="{AE142DFA-FE8F-4F25-9F86-62E7532AA1DC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53EEDDF-F92C-493E-80B4-F4872B87FB81}" type="parTrans" cxnId="{F56FD986-D11D-4526-A29F-4F123DC6B5D5}">
      <dgm:prSet/>
      <dgm:spPr/>
    </dgm:pt>
    <dgm:pt modelId="{22E6B7DA-0F16-4D13-A1CD-D12F10E4E00B}" type="sibTrans" cxnId="{F56FD986-D11D-4526-A29F-4F123DC6B5D5}">
      <dgm:prSet/>
      <dgm:spPr/>
      <dgm:t>
        <a:bodyPr/>
        <a:lstStyle/>
        <a:p>
          <a:endParaRPr lang="en-US"/>
        </a:p>
      </dgm:t>
    </dgm:pt>
    <dgm:pt modelId="{63B604A4-8BEC-4344-B4F1-DA1BD80C03E0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B707CE40-523A-4EDB-99F1-D74AD4AC39D5}" type="parTrans" cxnId="{56E2C1FF-1D2A-4C09-BD49-F9EECBA1BE67}">
      <dgm:prSet/>
      <dgm:spPr/>
    </dgm:pt>
    <dgm:pt modelId="{DD039A21-00B0-4641-84F8-005C27EBBE29}" type="sibTrans" cxnId="{56E2C1FF-1D2A-4C09-BD49-F9EECBA1BE67}">
      <dgm:prSet/>
      <dgm:spPr/>
    </dgm:pt>
    <dgm:pt modelId="{3CA3FE83-A04E-4579-99FB-BB1F223D4612}" type="pres">
      <dgm:prSet presAssocID="{E2F401CC-E7C0-4C70-B083-3B5D814090EA}" presName="Name0" presStyleCnt="0">
        <dgm:presLayoutVars>
          <dgm:dir/>
          <dgm:resizeHandles val="exact"/>
        </dgm:presLayoutVars>
      </dgm:prSet>
      <dgm:spPr/>
    </dgm:pt>
    <dgm:pt modelId="{A582EB71-9232-4199-979A-D40D6CF7B974}" type="pres">
      <dgm:prSet presAssocID="{53FE0F6D-A269-4153-9888-921553A32462}" presName="node" presStyleLbl="node1" presStyleIdx="0" presStyleCnt="4">
        <dgm:presLayoutVars>
          <dgm:bulletEnabled val="1"/>
        </dgm:presLayoutVars>
      </dgm:prSet>
      <dgm:spPr/>
    </dgm:pt>
    <dgm:pt modelId="{3E2ACB8E-9DA9-4F2F-9AED-A380FD4A7542}" type="pres">
      <dgm:prSet presAssocID="{EBA54F9D-9CF8-4C23-910A-5A191B46287E}" presName="sibTrans" presStyleLbl="sibTrans2D1" presStyleIdx="0" presStyleCnt="3"/>
      <dgm:spPr/>
    </dgm:pt>
    <dgm:pt modelId="{12229C19-801A-48CD-AC4B-B266BC8F66CF}" type="pres">
      <dgm:prSet presAssocID="{EBA54F9D-9CF8-4C23-910A-5A191B46287E}" presName="connectorText" presStyleLbl="sibTrans2D1" presStyleIdx="0" presStyleCnt="3"/>
      <dgm:spPr/>
    </dgm:pt>
    <dgm:pt modelId="{AB86C60A-36CF-44B7-A873-84309DDE9CFD}" type="pres">
      <dgm:prSet presAssocID="{BAFB6B58-FAD4-49C6-85B3-F565EEA3CF02}" presName="node" presStyleLbl="node1" presStyleIdx="1" presStyleCnt="4">
        <dgm:presLayoutVars>
          <dgm:bulletEnabled val="1"/>
        </dgm:presLayoutVars>
      </dgm:prSet>
      <dgm:spPr/>
    </dgm:pt>
    <dgm:pt modelId="{3EBFD5ED-0F67-4768-90B6-08676B65F55E}" type="pres">
      <dgm:prSet presAssocID="{8C868C15-BE2B-47B0-97D7-27DE8A7E702F}" presName="sibTrans" presStyleLbl="sibTrans2D1" presStyleIdx="1" presStyleCnt="3"/>
      <dgm:spPr/>
    </dgm:pt>
    <dgm:pt modelId="{B5C5CDB1-65EA-4F4A-A207-36366D1F12BE}" type="pres">
      <dgm:prSet presAssocID="{8C868C15-BE2B-47B0-97D7-27DE8A7E702F}" presName="connectorText" presStyleLbl="sibTrans2D1" presStyleIdx="1" presStyleCnt="3"/>
      <dgm:spPr/>
    </dgm:pt>
    <dgm:pt modelId="{1BED80FB-8390-427B-89BA-08CE7EB5E1B9}" type="pres">
      <dgm:prSet presAssocID="{AE142DFA-FE8F-4F25-9F86-62E7532AA1DC}" presName="node" presStyleLbl="node1" presStyleIdx="2" presStyleCnt="4">
        <dgm:presLayoutVars>
          <dgm:bulletEnabled val="1"/>
        </dgm:presLayoutVars>
      </dgm:prSet>
      <dgm:spPr/>
    </dgm:pt>
    <dgm:pt modelId="{196E6CA4-716B-4208-A0F7-CA87585EEEA9}" type="pres">
      <dgm:prSet presAssocID="{22E6B7DA-0F16-4D13-A1CD-D12F10E4E00B}" presName="sibTrans" presStyleLbl="sibTrans2D1" presStyleIdx="2" presStyleCnt="3"/>
      <dgm:spPr/>
    </dgm:pt>
    <dgm:pt modelId="{24DE513E-E6A2-4DC3-89F0-F0C7A1AE9BAA}" type="pres">
      <dgm:prSet presAssocID="{22E6B7DA-0F16-4D13-A1CD-D12F10E4E00B}" presName="connectorText" presStyleLbl="sibTrans2D1" presStyleIdx="2" presStyleCnt="3"/>
      <dgm:spPr/>
    </dgm:pt>
    <dgm:pt modelId="{1904E7AF-1362-4100-9268-79F4CFCA0377}" type="pres">
      <dgm:prSet presAssocID="{63B604A4-8BEC-4344-B4F1-DA1BD80C03E0}" presName="node" presStyleLbl="node1" presStyleIdx="3" presStyleCnt="4">
        <dgm:presLayoutVars>
          <dgm:bulletEnabled val="1"/>
        </dgm:presLayoutVars>
      </dgm:prSet>
      <dgm:spPr/>
    </dgm:pt>
  </dgm:ptLst>
  <dgm:cxnLst>
    <dgm:cxn modelId="{2D181005-F613-41D6-BEE6-EFC7A8889E63}" type="presOf" srcId="{EBA54F9D-9CF8-4C23-910A-5A191B46287E}" destId="{3E2ACB8E-9DA9-4F2F-9AED-A380FD4A7542}" srcOrd="0" destOrd="0" presId="urn:microsoft.com/office/officeart/2005/8/layout/process1"/>
    <dgm:cxn modelId="{F46F2D42-12F3-46E1-9375-9A4E6585D292}" type="presOf" srcId="{E2F401CC-E7C0-4C70-B083-3B5D814090EA}" destId="{3CA3FE83-A04E-4579-99FB-BB1F223D4612}" srcOrd="0" destOrd="0" presId="urn:microsoft.com/office/officeart/2005/8/layout/process1"/>
    <dgm:cxn modelId="{AC23BD70-E01B-4AD6-92CA-A8EA9179915A}" srcId="{E2F401CC-E7C0-4C70-B083-3B5D814090EA}" destId="{53FE0F6D-A269-4153-9888-921553A32462}" srcOrd="0" destOrd="0" parTransId="{FF31D2BC-74F0-4BBB-BF0F-D8B0E24141F7}" sibTransId="{EBA54F9D-9CF8-4C23-910A-5A191B46287E}"/>
    <dgm:cxn modelId="{906B1072-5BEC-40F0-B8B1-3FCE381399A0}" type="presOf" srcId="{8C868C15-BE2B-47B0-97D7-27DE8A7E702F}" destId="{B5C5CDB1-65EA-4F4A-A207-36366D1F12BE}" srcOrd="1" destOrd="0" presId="urn:microsoft.com/office/officeart/2005/8/layout/process1"/>
    <dgm:cxn modelId="{BDF3A984-2885-49D8-B7D8-8372F2384B93}" type="presOf" srcId="{BAFB6B58-FAD4-49C6-85B3-F565EEA3CF02}" destId="{AB86C60A-36CF-44B7-A873-84309DDE9CFD}" srcOrd="0" destOrd="0" presId="urn:microsoft.com/office/officeart/2005/8/layout/process1"/>
    <dgm:cxn modelId="{F56FD986-D11D-4526-A29F-4F123DC6B5D5}" srcId="{E2F401CC-E7C0-4C70-B083-3B5D814090EA}" destId="{AE142DFA-FE8F-4F25-9F86-62E7532AA1DC}" srcOrd="2" destOrd="0" parTransId="{753EEDDF-F92C-493E-80B4-F4872B87FB81}" sibTransId="{22E6B7DA-0F16-4D13-A1CD-D12F10E4E00B}"/>
    <dgm:cxn modelId="{710DE390-F51A-40BF-8CCC-218AF981C5BE}" srcId="{E2F401CC-E7C0-4C70-B083-3B5D814090EA}" destId="{BAFB6B58-FAD4-49C6-85B3-F565EEA3CF02}" srcOrd="1" destOrd="0" parTransId="{CAD56E09-C8F4-4272-B00F-78455BF6CA56}" sibTransId="{8C868C15-BE2B-47B0-97D7-27DE8A7E702F}"/>
    <dgm:cxn modelId="{259AE79D-25DA-4575-85AF-245C63F97D33}" type="presOf" srcId="{EBA54F9D-9CF8-4C23-910A-5A191B46287E}" destId="{12229C19-801A-48CD-AC4B-B266BC8F66CF}" srcOrd="1" destOrd="0" presId="urn:microsoft.com/office/officeart/2005/8/layout/process1"/>
    <dgm:cxn modelId="{E517CBA2-A6C7-4037-830A-CE0388FAB0EB}" type="presOf" srcId="{22E6B7DA-0F16-4D13-A1CD-D12F10E4E00B}" destId="{196E6CA4-716B-4208-A0F7-CA87585EEEA9}" srcOrd="0" destOrd="0" presId="urn:microsoft.com/office/officeart/2005/8/layout/process1"/>
    <dgm:cxn modelId="{AF7982DD-0948-4127-87B7-028A7796C611}" type="presOf" srcId="{53FE0F6D-A269-4153-9888-921553A32462}" destId="{A582EB71-9232-4199-979A-D40D6CF7B974}" srcOrd="0" destOrd="0" presId="urn:microsoft.com/office/officeart/2005/8/layout/process1"/>
    <dgm:cxn modelId="{D42D5AE2-1E41-425A-8406-12323A598576}" type="presOf" srcId="{22E6B7DA-0F16-4D13-A1CD-D12F10E4E00B}" destId="{24DE513E-E6A2-4DC3-89F0-F0C7A1AE9BAA}" srcOrd="1" destOrd="0" presId="urn:microsoft.com/office/officeart/2005/8/layout/process1"/>
    <dgm:cxn modelId="{9BACE4E8-C3D0-4546-9C8C-331262CD412A}" type="presOf" srcId="{8C868C15-BE2B-47B0-97D7-27DE8A7E702F}" destId="{3EBFD5ED-0F67-4768-90B6-08676B65F55E}" srcOrd="0" destOrd="0" presId="urn:microsoft.com/office/officeart/2005/8/layout/process1"/>
    <dgm:cxn modelId="{E1F262EA-C81B-4BA5-93BB-7A90236B4E74}" type="presOf" srcId="{AE142DFA-FE8F-4F25-9F86-62E7532AA1DC}" destId="{1BED80FB-8390-427B-89BA-08CE7EB5E1B9}" srcOrd="0" destOrd="0" presId="urn:microsoft.com/office/officeart/2005/8/layout/process1"/>
    <dgm:cxn modelId="{C810E3F0-6FC1-4C90-A5C4-D80CF8812A7C}" type="presOf" srcId="{63B604A4-8BEC-4344-B4F1-DA1BD80C03E0}" destId="{1904E7AF-1362-4100-9268-79F4CFCA0377}" srcOrd="0" destOrd="0" presId="urn:microsoft.com/office/officeart/2005/8/layout/process1"/>
    <dgm:cxn modelId="{56E2C1FF-1D2A-4C09-BD49-F9EECBA1BE67}" srcId="{E2F401CC-E7C0-4C70-B083-3B5D814090EA}" destId="{63B604A4-8BEC-4344-B4F1-DA1BD80C03E0}" srcOrd="3" destOrd="0" parTransId="{B707CE40-523A-4EDB-99F1-D74AD4AC39D5}" sibTransId="{DD039A21-00B0-4641-84F8-005C27EBBE29}"/>
    <dgm:cxn modelId="{CF3980C4-9405-4938-BBE5-13C286F1D030}" type="presParOf" srcId="{3CA3FE83-A04E-4579-99FB-BB1F223D4612}" destId="{A582EB71-9232-4199-979A-D40D6CF7B974}" srcOrd="0" destOrd="0" presId="urn:microsoft.com/office/officeart/2005/8/layout/process1"/>
    <dgm:cxn modelId="{7AD83E75-AFC8-439A-8D96-4064517B7BAF}" type="presParOf" srcId="{3CA3FE83-A04E-4579-99FB-BB1F223D4612}" destId="{3E2ACB8E-9DA9-4F2F-9AED-A380FD4A7542}" srcOrd="1" destOrd="0" presId="urn:microsoft.com/office/officeart/2005/8/layout/process1"/>
    <dgm:cxn modelId="{ABAFAC5E-B667-4269-A81A-A6577F9AC6C6}" type="presParOf" srcId="{3E2ACB8E-9DA9-4F2F-9AED-A380FD4A7542}" destId="{12229C19-801A-48CD-AC4B-B266BC8F66CF}" srcOrd="0" destOrd="0" presId="urn:microsoft.com/office/officeart/2005/8/layout/process1"/>
    <dgm:cxn modelId="{0AC25A49-360B-472F-8C34-7865B4067570}" type="presParOf" srcId="{3CA3FE83-A04E-4579-99FB-BB1F223D4612}" destId="{AB86C60A-36CF-44B7-A873-84309DDE9CFD}" srcOrd="2" destOrd="0" presId="urn:microsoft.com/office/officeart/2005/8/layout/process1"/>
    <dgm:cxn modelId="{682C242F-EC5A-45AF-884A-DB7C2CE48A32}" type="presParOf" srcId="{3CA3FE83-A04E-4579-99FB-BB1F223D4612}" destId="{3EBFD5ED-0F67-4768-90B6-08676B65F55E}" srcOrd="3" destOrd="0" presId="urn:microsoft.com/office/officeart/2005/8/layout/process1"/>
    <dgm:cxn modelId="{667C6BDF-ADF6-47DA-9FB2-8314428A1099}" type="presParOf" srcId="{3EBFD5ED-0F67-4768-90B6-08676B65F55E}" destId="{B5C5CDB1-65EA-4F4A-A207-36366D1F12BE}" srcOrd="0" destOrd="0" presId="urn:microsoft.com/office/officeart/2005/8/layout/process1"/>
    <dgm:cxn modelId="{0034B4B9-ED2D-4DF6-88A7-4AAA4AA8F166}" type="presParOf" srcId="{3CA3FE83-A04E-4579-99FB-BB1F223D4612}" destId="{1BED80FB-8390-427B-89BA-08CE7EB5E1B9}" srcOrd="4" destOrd="0" presId="urn:microsoft.com/office/officeart/2005/8/layout/process1"/>
    <dgm:cxn modelId="{297E3FF7-D2EB-4C1A-BE2F-39434EFFD434}" type="presParOf" srcId="{3CA3FE83-A04E-4579-99FB-BB1F223D4612}" destId="{196E6CA4-716B-4208-A0F7-CA87585EEEA9}" srcOrd="5" destOrd="0" presId="urn:microsoft.com/office/officeart/2005/8/layout/process1"/>
    <dgm:cxn modelId="{7DE3FDF9-7842-4912-BA61-7BEBCEF23694}" type="presParOf" srcId="{196E6CA4-716B-4208-A0F7-CA87585EEEA9}" destId="{24DE513E-E6A2-4DC3-89F0-F0C7A1AE9BAA}" srcOrd="0" destOrd="0" presId="urn:microsoft.com/office/officeart/2005/8/layout/process1"/>
    <dgm:cxn modelId="{BD876E6F-271A-4794-8B2D-870579D7A2D3}" type="presParOf" srcId="{3CA3FE83-A04E-4579-99FB-BB1F223D4612}" destId="{1904E7AF-1362-4100-9268-79F4CFCA037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F592787-37B5-4E17-A3FE-E82A8E18F6DF}" type="doc">
      <dgm:prSet loTypeId="urn:microsoft.com/office/officeart/2005/8/layout/process1" loCatId="process" qsTypeId="urn:microsoft.com/office/officeart/2005/8/quickstyle/3d9" qsCatId="3D" csTypeId="urn:microsoft.com/office/officeart/2005/8/colors/accent1_2" csCatId="accent1" phldr="1"/>
      <dgm:spPr/>
    </dgm:pt>
    <dgm:pt modelId="{8F279F3C-9408-4A6E-8136-E8584B6D1C0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D975E01-FFA6-41EC-A709-B565D3C93B27}" type="parTrans" cxnId="{7203D192-5361-4AB0-83FF-023EA9AACD02}">
      <dgm:prSet/>
      <dgm:spPr/>
    </dgm:pt>
    <dgm:pt modelId="{87F2FF28-2C12-4E53-8B76-E0B603FB7A8D}" type="sibTrans" cxnId="{7203D192-5361-4AB0-83FF-023EA9AACD02}">
      <dgm:prSet/>
      <dgm:spPr/>
      <dgm:t>
        <a:bodyPr/>
        <a:lstStyle/>
        <a:p>
          <a:endParaRPr lang="en-US"/>
        </a:p>
      </dgm:t>
    </dgm:pt>
    <dgm:pt modelId="{96AEBE69-D997-48D7-A643-16FFFF7BB2DB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9402655D-C4DA-433B-BC02-F497D92B195F}" type="parTrans" cxnId="{D6BEBA74-46C3-4A4E-B3C5-2E8E06C9FA6B}">
      <dgm:prSet/>
      <dgm:spPr/>
    </dgm:pt>
    <dgm:pt modelId="{A46B82A5-4B00-45A2-BFA9-9DBCFEB444B8}" type="sibTrans" cxnId="{D6BEBA74-46C3-4A4E-B3C5-2E8E06C9FA6B}">
      <dgm:prSet/>
      <dgm:spPr/>
      <dgm:t>
        <a:bodyPr/>
        <a:lstStyle/>
        <a:p>
          <a:endParaRPr lang="en-US"/>
        </a:p>
      </dgm:t>
    </dgm:pt>
    <dgm:pt modelId="{013F4069-CF25-4077-9FBD-C42E5433C3D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9B55D31F-88F5-4A63-9545-7CC2E957B627}" type="parTrans" cxnId="{10430CB3-9C9B-42A3-8C6C-CD05894601FA}">
      <dgm:prSet/>
      <dgm:spPr/>
    </dgm:pt>
    <dgm:pt modelId="{F753A011-933E-4744-9BFE-DBC9D71A55C0}" type="sibTrans" cxnId="{10430CB3-9C9B-42A3-8C6C-CD05894601FA}">
      <dgm:prSet/>
      <dgm:spPr/>
      <dgm:t>
        <a:bodyPr/>
        <a:lstStyle/>
        <a:p>
          <a:endParaRPr lang="en-US"/>
        </a:p>
      </dgm:t>
    </dgm:pt>
    <dgm:pt modelId="{F8A33FD4-196E-4250-BC24-9948949D7A4E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0F14AA8F-B0F7-49CE-BE1B-E7CAD530751C}" type="parTrans" cxnId="{E262E8C5-17F3-48B9-86D3-4B94267C746A}">
      <dgm:prSet/>
      <dgm:spPr/>
    </dgm:pt>
    <dgm:pt modelId="{7CBC4FC2-EEC2-4F42-908D-3CB5556FED2E}" type="sibTrans" cxnId="{E262E8C5-17F3-48B9-86D3-4B94267C746A}">
      <dgm:prSet/>
      <dgm:spPr/>
    </dgm:pt>
    <dgm:pt modelId="{608A09AC-0A34-42E9-A3CE-1D44B78CEA97}" type="pres">
      <dgm:prSet presAssocID="{9F592787-37B5-4E17-A3FE-E82A8E18F6DF}" presName="Name0" presStyleCnt="0">
        <dgm:presLayoutVars>
          <dgm:dir/>
          <dgm:resizeHandles val="exact"/>
        </dgm:presLayoutVars>
      </dgm:prSet>
      <dgm:spPr/>
    </dgm:pt>
    <dgm:pt modelId="{63309900-005B-43EE-8B26-3FBD7029C845}" type="pres">
      <dgm:prSet presAssocID="{8F279F3C-9408-4A6E-8136-E8584B6D1C06}" presName="node" presStyleLbl="node1" presStyleIdx="0" presStyleCnt="4">
        <dgm:presLayoutVars>
          <dgm:bulletEnabled val="1"/>
        </dgm:presLayoutVars>
      </dgm:prSet>
      <dgm:spPr/>
    </dgm:pt>
    <dgm:pt modelId="{2608A08C-6D99-405C-B638-49F149DD97E4}" type="pres">
      <dgm:prSet presAssocID="{87F2FF28-2C12-4E53-8B76-E0B603FB7A8D}" presName="sibTrans" presStyleLbl="sibTrans2D1" presStyleIdx="0" presStyleCnt="3"/>
      <dgm:spPr/>
    </dgm:pt>
    <dgm:pt modelId="{5DC6BEA4-DADE-4858-825F-97D50B8046DE}" type="pres">
      <dgm:prSet presAssocID="{87F2FF28-2C12-4E53-8B76-E0B603FB7A8D}" presName="connectorText" presStyleLbl="sibTrans2D1" presStyleIdx="0" presStyleCnt="3"/>
      <dgm:spPr/>
    </dgm:pt>
    <dgm:pt modelId="{46CBABB0-6280-4195-B109-B29F10007342}" type="pres">
      <dgm:prSet presAssocID="{96AEBE69-D997-48D7-A643-16FFFF7BB2DB}" presName="node" presStyleLbl="node1" presStyleIdx="1" presStyleCnt="4">
        <dgm:presLayoutVars>
          <dgm:bulletEnabled val="1"/>
        </dgm:presLayoutVars>
      </dgm:prSet>
      <dgm:spPr/>
    </dgm:pt>
    <dgm:pt modelId="{8DDA823A-0E2E-4FAE-A4A5-E5FD4A4C6BFF}" type="pres">
      <dgm:prSet presAssocID="{A46B82A5-4B00-45A2-BFA9-9DBCFEB444B8}" presName="sibTrans" presStyleLbl="sibTrans2D1" presStyleIdx="1" presStyleCnt="3"/>
      <dgm:spPr/>
    </dgm:pt>
    <dgm:pt modelId="{AB34CECB-0878-4385-B67A-B634307C7DBA}" type="pres">
      <dgm:prSet presAssocID="{A46B82A5-4B00-45A2-BFA9-9DBCFEB444B8}" presName="connectorText" presStyleLbl="sibTrans2D1" presStyleIdx="1" presStyleCnt="3"/>
      <dgm:spPr/>
    </dgm:pt>
    <dgm:pt modelId="{3A9DA176-A019-4619-B95D-999DD8BCBDB1}" type="pres">
      <dgm:prSet presAssocID="{013F4069-CF25-4077-9FBD-C42E5433C3DF}" presName="node" presStyleLbl="node1" presStyleIdx="2" presStyleCnt="4">
        <dgm:presLayoutVars>
          <dgm:bulletEnabled val="1"/>
        </dgm:presLayoutVars>
      </dgm:prSet>
      <dgm:spPr/>
    </dgm:pt>
    <dgm:pt modelId="{56A104F8-C586-427C-8044-E1BDEA9949D2}" type="pres">
      <dgm:prSet presAssocID="{F753A011-933E-4744-9BFE-DBC9D71A55C0}" presName="sibTrans" presStyleLbl="sibTrans2D1" presStyleIdx="2" presStyleCnt="3"/>
      <dgm:spPr/>
    </dgm:pt>
    <dgm:pt modelId="{A04E8C08-200C-417F-86D4-55C604FC7840}" type="pres">
      <dgm:prSet presAssocID="{F753A011-933E-4744-9BFE-DBC9D71A55C0}" presName="connectorText" presStyleLbl="sibTrans2D1" presStyleIdx="2" presStyleCnt="3"/>
      <dgm:spPr/>
    </dgm:pt>
    <dgm:pt modelId="{CEF925E3-8F74-421C-AD04-75F9624130B6}" type="pres">
      <dgm:prSet presAssocID="{F8A33FD4-196E-4250-BC24-9948949D7A4E}" presName="node" presStyleLbl="node1" presStyleIdx="3" presStyleCnt="4">
        <dgm:presLayoutVars>
          <dgm:bulletEnabled val="1"/>
        </dgm:presLayoutVars>
      </dgm:prSet>
      <dgm:spPr/>
    </dgm:pt>
  </dgm:ptLst>
  <dgm:cxnLst>
    <dgm:cxn modelId="{C7466915-E7CA-41F5-ABB2-C37C360A7E23}" type="presOf" srcId="{F753A011-933E-4744-9BFE-DBC9D71A55C0}" destId="{A04E8C08-200C-417F-86D4-55C604FC7840}" srcOrd="1" destOrd="0" presId="urn:microsoft.com/office/officeart/2005/8/layout/process1"/>
    <dgm:cxn modelId="{71D6D520-2D42-447F-B33B-B4B2E896659C}" type="presOf" srcId="{8F279F3C-9408-4A6E-8136-E8584B6D1C06}" destId="{63309900-005B-43EE-8B26-3FBD7029C845}" srcOrd="0" destOrd="0" presId="urn:microsoft.com/office/officeart/2005/8/layout/process1"/>
    <dgm:cxn modelId="{BBF41D21-6201-4E0E-B051-9FA0ADD5D5BD}" type="presOf" srcId="{F8A33FD4-196E-4250-BC24-9948949D7A4E}" destId="{CEF925E3-8F74-421C-AD04-75F9624130B6}" srcOrd="0" destOrd="0" presId="urn:microsoft.com/office/officeart/2005/8/layout/process1"/>
    <dgm:cxn modelId="{DA0FEA2D-E92D-48A7-AB9C-F61323F69BB2}" type="presOf" srcId="{9F592787-37B5-4E17-A3FE-E82A8E18F6DF}" destId="{608A09AC-0A34-42E9-A3CE-1D44B78CEA97}" srcOrd="0" destOrd="0" presId="urn:microsoft.com/office/officeart/2005/8/layout/process1"/>
    <dgm:cxn modelId="{A2F2C42E-C8BC-4678-8068-DF1FD76F2CF4}" type="presOf" srcId="{F753A011-933E-4744-9BFE-DBC9D71A55C0}" destId="{56A104F8-C586-427C-8044-E1BDEA9949D2}" srcOrd="0" destOrd="0" presId="urn:microsoft.com/office/officeart/2005/8/layout/process1"/>
    <dgm:cxn modelId="{D2E2B134-E8B0-475A-82EA-55FD8FDB79EA}" type="presOf" srcId="{96AEBE69-D997-48D7-A643-16FFFF7BB2DB}" destId="{46CBABB0-6280-4195-B109-B29F10007342}" srcOrd="0" destOrd="0" presId="urn:microsoft.com/office/officeart/2005/8/layout/process1"/>
    <dgm:cxn modelId="{07E5F542-4CF0-4239-ADF9-08EAD45050AB}" type="presOf" srcId="{A46B82A5-4B00-45A2-BFA9-9DBCFEB444B8}" destId="{AB34CECB-0878-4385-B67A-B634307C7DBA}" srcOrd="1" destOrd="0" presId="urn:microsoft.com/office/officeart/2005/8/layout/process1"/>
    <dgm:cxn modelId="{D6BEBA74-46C3-4A4E-B3C5-2E8E06C9FA6B}" srcId="{9F592787-37B5-4E17-A3FE-E82A8E18F6DF}" destId="{96AEBE69-D997-48D7-A643-16FFFF7BB2DB}" srcOrd="1" destOrd="0" parTransId="{9402655D-C4DA-433B-BC02-F497D92B195F}" sibTransId="{A46B82A5-4B00-45A2-BFA9-9DBCFEB444B8}"/>
    <dgm:cxn modelId="{83769685-0DDD-4762-96BD-86C4A49B8CC2}" type="presOf" srcId="{87F2FF28-2C12-4E53-8B76-E0B603FB7A8D}" destId="{5DC6BEA4-DADE-4858-825F-97D50B8046DE}" srcOrd="1" destOrd="0" presId="urn:microsoft.com/office/officeart/2005/8/layout/process1"/>
    <dgm:cxn modelId="{7203D192-5361-4AB0-83FF-023EA9AACD02}" srcId="{9F592787-37B5-4E17-A3FE-E82A8E18F6DF}" destId="{8F279F3C-9408-4A6E-8136-E8584B6D1C06}" srcOrd="0" destOrd="0" parTransId="{6D975E01-FFA6-41EC-A709-B565D3C93B27}" sibTransId="{87F2FF28-2C12-4E53-8B76-E0B603FB7A8D}"/>
    <dgm:cxn modelId="{47040098-9952-42D1-A7EB-A940ACF24F44}" type="presOf" srcId="{A46B82A5-4B00-45A2-BFA9-9DBCFEB444B8}" destId="{8DDA823A-0E2E-4FAE-A4A5-E5FD4A4C6BFF}" srcOrd="0" destOrd="0" presId="urn:microsoft.com/office/officeart/2005/8/layout/process1"/>
    <dgm:cxn modelId="{AD250898-C051-498F-BDEA-3A05DAC6FE0E}" type="presOf" srcId="{87F2FF28-2C12-4E53-8B76-E0B603FB7A8D}" destId="{2608A08C-6D99-405C-B638-49F149DD97E4}" srcOrd="0" destOrd="0" presId="urn:microsoft.com/office/officeart/2005/8/layout/process1"/>
    <dgm:cxn modelId="{10430CB3-9C9B-42A3-8C6C-CD05894601FA}" srcId="{9F592787-37B5-4E17-A3FE-E82A8E18F6DF}" destId="{013F4069-CF25-4077-9FBD-C42E5433C3DF}" srcOrd="2" destOrd="0" parTransId="{9B55D31F-88F5-4A63-9545-7CC2E957B627}" sibTransId="{F753A011-933E-4744-9BFE-DBC9D71A55C0}"/>
    <dgm:cxn modelId="{E262E8C5-17F3-48B9-86D3-4B94267C746A}" srcId="{9F592787-37B5-4E17-A3FE-E82A8E18F6DF}" destId="{F8A33FD4-196E-4250-BC24-9948949D7A4E}" srcOrd="3" destOrd="0" parTransId="{0F14AA8F-B0F7-49CE-BE1B-E7CAD530751C}" sibTransId="{7CBC4FC2-EEC2-4F42-908D-3CB5556FED2E}"/>
    <dgm:cxn modelId="{6427B3F2-2B6F-4A34-9D08-BA5E5E180865}" type="presOf" srcId="{013F4069-CF25-4077-9FBD-C42E5433C3DF}" destId="{3A9DA176-A019-4619-B95D-999DD8BCBDB1}" srcOrd="0" destOrd="0" presId="urn:microsoft.com/office/officeart/2005/8/layout/process1"/>
    <dgm:cxn modelId="{50BD5154-99B7-4851-9AF0-406A9D019BBB}" type="presParOf" srcId="{608A09AC-0A34-42E9-A3CE-1D44B78CEA97}" destId="{63309900-005B-43EE-8B26-3FBD7029C845}" srcOrd="0" destOrd="0" presId="urn:microsoft.com/office/officeart/2005/8/layout/process1"/>
    <dgm:cxn modelId="{2EF62ED8-3220-466C-9100-0EE8EE8F6E16}" type="presParOf" srcId="{608A09AC-0A34-42E9-A3CE-1D44B78CEA97}" destId="{2608A08C-6D99-405C-B638-49F149DD97E4}" srcOrd="1" destOrd="0" presId="urn:microsoft.com/office/officeart/2005/8/layout/process1"/>
    <dgm:cxn modelId="{28FBE7DB-35D7-4822-B176-FB556B1A5A40}" type="presParOf" srcId="{2608A08C-6D99-405C-B638-49F149DD97E4}" destId="{5DC6BEA4-DADE-4858-825F-97D50B8046DE}" srcOrd="0" destOrd="0" presId="urn:microsoft.com/office/officeart/2005/8/layout/process1"/>
    <dgm:cxn modelId="{FF89A0A5-5255-4A6C-83F9-6822AFBB9F3D}" type="presParOf" srcId="{608A09AC-0A34-42E9-A3CE-1D44B78CEA97}" destId="{46CBABB0-6280-4195-B109-B29F10007342}" srcOrd="2" destOrd="0" presId="urn:microsoft.com/office/officeart/2005/8/layout/process1"/>
    <dgm:cxn modelId="{80A2406B-3DEC-4401-9815-7446B0F10733}" type="presParOf" srcId="{608A09AC-0A34-42E9-A3CE-1D44B78CEA97}" destId="{8DDA823A-0E2E-4FAE-A4A5-E5FD4A4C6BFF}" srcOrd="3" destOrd="0" presId="urn:microsoft.com/office/officeart/2005/8/layout/process1"/>
    <dgm:cxn modelId="{A24ABE40-6AD6-4AB2-95E9-7CD85CE114C9}" type="presParOf" srcId="{8DDA823A-0E2E-4FAE-A4A5-E5FD4A4C6BFF}" destId="{AB34CECB-0878-4385-B67A-B634307C7DBA}" srcOrd="0" destOrd="0" presId="urn:microsoft.com/office/officeart/2005/8/layout/process1"/>
    <dgm:cxn modelId="{2591F497-DEDB-45FB-8E57-8E6948D9DEFF}" type="presParOf" srcId="{608A09AC-0A34-42E9-A3CE-1D44B78CEA97}" destId="{3A9DA176-A019-4619-B95D-999DD8BCBDB1}" srcOrd="4" destOrd="0" presId="urn:microsoft.com/office/officeart/2005/8/layout/process1"/>
    <dgm:cxn modelId="{3FEAABE2-B037-4003-8897-7A7F4B890BD4}" type="presParOf" srcId="{608A09AC-0A34-42E9-A3CE-1D44B78CEA97}" destId="{56A104F8-C586-427C-8044-E1BDEA9949D2}" srcOrd="5" destOrd="0" presId="urn:microsoft.com/office/officeart/2005/8/layout/process1"/>
    <dgm:cxn modelId="{C738BD63-F332-4A3D-89BE-B5DF4539822B}" type="presParOf" srcId="{56A104F8-C586-427C-8044-E1BDEA9949D2}" destId="{A04E8C08-200C-417F-86D4-55C604FC7840}" srcOrd="0" destOrd="0" presId="urn:microsoft.com/office/officeart/2005/8/layout/process1"/>
    <dgm:cxn modelId="{A5E5E734-5E46-454A-9D7D-F3BDAAF4A73B}" type="presParOf" srcId="{608A09AC-0A34-42E9-A3CE-1D44B78CEA97}" destId="{CEF925E3-8F74-421C-AD04-75F9624130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449CA674-0016-4D2F-B10D-1B1F01D69A6D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B9CA2E-B58A-4775-903A-CDC90991119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4378830-8960-4F7B-A484-F146D6BA200E}" type="parTrans" cxnId="{E7717222-ABBA-4CE4-80EB-708C65C14260}">
      <dgm:prSet/>
      <dgm:spPr/>
    </dgm:pt>
    <dgm:pt modelId="{C29D7652-E157-4ED9-B22A-4DF37E499660}" type="sibTrans" cxnId="{E7717222-ABBA-4CE4-80EB-708C65C14260}">
      <dgm:prSet/>
      <dgm:spPr/>
      <dgm:t>
        <a:bodyPr/>
        <a:lstStyle/>
        <a:p>
          <a:endParaRPr lang="en-US"/>
        </a:p>
      </dgm:t>
    </dgm:pt>
    <dgm:pt modelId="{B572A920-7733-4C15-9E9E-4F4B7C72A03D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A524C99-A4BE-41F3-82FF-AA752BD06791}" type="parTrans" cxnId="{F0CDAEA6-70C8-4716-AF78-1CDE8F8B01FE}">
      <dgm:prSet/>
      <dgm:spPr/>
    </dgm:pt>
    <dgm:pt modelId="{CE214F22-3067-4174-88DE-344A3DF8C340}" type="sibTrans" cxnId="{F0CDAEA6-70C8-4716-AF78-1CDE8F8B01FE}">
      <dgm:prSet/>
      <dgm:spPr/>
      <dgm:t>
        <a:bodyPr/>
        <a:lstStyle/>
        <a:p>
          <a:endParaRPr lang="en-US"/>
        </a:p>
      </dgm:t>
    </dgm:pt>
    <dgm:pt modelId="{6F09F869-C4F4-43D5-A50F-1D0305EBFDB8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3D7D2B05-608F-4F3F-930A-81760A0E98D8}" type="parTrans" cxnId="{E31C2579-274D-4E24-A17D-F9367B0E3817}">
      <dgm:prSet/>
      <dgm:spPr/>
    </dgm:pt>
    <dgm:pt modelId="{0623E442-D8C4-4917-8CDE-9EE2A25AAF9A}" type="sibTrans" cxnId="{E31C2579-274D-4E24-A17D-F9367B0E3817}">
      <dgm:prSet/>
      <dgm:spPr/>
      <dgm:t>
        <a:bodyPr/>
        <a:lstStyle/>
        <a:p>
          <a:endParaRPr lang="en-US"/>
        </a:p>
      </dgm:t>
    </dgm:pt>
    <dgm:pt modelId="{9726E986-2272-4BE5-BB35-56DB0F74B622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924F7F0B-7FAA-4373-B748-B878DEBC7DED}" type="parTrans" cxnId="{EAE44EAD-DC59-4686-A348-320947AC3FC7}">
      <dgm:prSet/>
      <dgm:spPr/>
    </dgm:pt>
    <dgm:pt modelId="{81908957-B03F-4724-B1CC-67FFFDDBCC0B}" type="sibTrans" cxnId="{EAE44EAD-DC59-4686-A348-320947AC3FC7}">
      <dgm:prSet/>
      <dgm:spPr/>
      <dgm:t>
        <a:bodyPr/>
        <a:lstStyle/>
        <a:p>
          <a:endParaRPr lang="en-US"/>
        </a:p>
      </dgm:t>
    </dgm:pt>
    <dgm:pt modelId="{47ACC6CF-F6DA-47FC-98C2-9C38DB1CCFB5}" type="pres">
      <dgm:prSet presAssocID="{449CA674-0016-4D2F-B10D-1B1F01D69A6D}" presName="cycle" presStyleCnt="0">
        <dgm:presLayoutVars>
          <dgm:dir/>
          <dgm:resizeHandles val="exact"/>
        </dgm:presLayoutVars>
      </dgm:prSet>
      <dgm:spPr/>
    </dgm:pt>
    <dgm:pt modelId="{D9FD7912-1280-4783-99AB-815D712B7104}" type="pres">
      <dgm:prSet presAssocID="{32B9CA2E-B58A-4775-903A-CDC909911199}" presName="node" presStyleLbl="node1" presStyleIdx="0" presStyleCnt="4">
        <dgm:presLayoutVars>
          <dgm:bulletEnabled val="1"/>
        </dgm:presLayoutVars>
      </dgm:prSet>
      <dgm:spPr/>
    </dgm:pt>
    <dgm:pt modelId="{4E8183E6-C039-4390-9232-FE4A02AB5901}" type="pres">
      <dgm:prSet presAssocID="{C29D7652-E157-4ED9-B22A-4DF37E499660}" presName="sibTrans" presStyleLbl="sibTrans2D1" presStyleIdx="0" presStyleCnt="4"/>
      <dgm:spPr/>
    </dgm:pt>
    <dgm:pt modelId="{EA815168-F215-4D4E-A9D0-EFA852A2980A}" type="pres">
      <dgm:prSet presAssocID="{C29D7652-E157-4ED9-B22A-4DF37E499660}" presName="connectorText" presStyleLbl="sibTrans2D1" presStyleIdx="0" presStyleCnt="4"/>
      <dgm:spPr/>
    </dgm:pt>
    <dgm:pt modelId="{37676493-42CF-4B6B-9FA4-FE499BFAB6FE}" type="pres">
      <dgm:prSet presAssocID="{B572A920-7733-4C15-9E9E-4F4B7C72A03D}" presName="node" presStyleLbl="node1" presStyleIdx="1" presStyleCnt="4">
        <dgm:presLayoutVars>
          <dgm:bulletEnabled val="1"/>
        </dgm:presLayoutVars>
      </dgm:prSet>
      <dgm:spPr/>
    </dgm:pt>
    <dgm:pt modelId="{427FBAD8-CDA5-4B75-9FE6-42EC703224F9}" type="pres">
      <dgm:prSet presAssocID="{CE214F22-3067-4174-88DE-344A3DF8C340}" presName="sibTrans" presStyleLbl="sibTrans2D1" presStyleIdx="1" presStyleCnt="4"/>
      <dgm:spPr/>
    </dgm:pt>
    <dgm:pt modelId="{4CE9FE99-D612-4B63-8FC9-B26D0DF4A84C}" type="pres">
      <dgm:prSet presAssocID="{CE214F22-3067-4174-88DE-344A3DF8C340}" presName="connectorText" presStyleLbl="sibTrans2D1" presStyleIdx="1" presStyleCnt="4"/>
      <dgm:spPr/>
    </dgm:pt>
    <dgm:pt modelId="{785BD31A-49BD-4D06-9F62-3EDD67365397}" type="pres">
      <dgm:prSet presAssocID="{6F09F869-C4F4-43D5-A50F-1D0305EBFDB8}" presName="node" presStyleLbl="node1" presStyleIdx="2" presStyleCnt="4">
        <dgm:presLayoutVars>
          <dgm:bulletEnabled val="1"/>
        </dgm:presLayoutVars>
      </dgm:prSet>
      <dgm:spPr/>
    </dgm:pt>
    <dgm:pt modelId="{392B82B7-5361-4902-885C-B4B7569BFD32}" type="pres">
      <dgm:prSet presAssocID="{0623E442-D8C4-4917-8CDE-9EE2A25AAF9A}" presName="sibTrans" presStyleLbl="sibTrans2D1" presStyleIdx="2" presStyleCnt="4"/>
      <dgm:spPr/>
    </dgm:pt>
    <dgm:pt modelId="{1217D72D-8F07-4B0C-AA37-AB740EA1B67D}" type="pres">
      <dgm:prSet presAssocID="{0623E442-D8C4-4917-8CDE-9EE2A25AAF9A}" presName="connectorText" presStyleLbl="sibTrans2D1" presStyleIdx="2" presStyleCnt="4"/>
      <dgm:spPr/>
    </dgm:pt>
    <dgm:pt modelId="{3FD33395-7D88-4BFD-9D91-DD693F131905}" type="pres">
      <dgm:prSet presAssocID="{9726E986-2272-4BE5-BB35-56DB0F74B622}" presName="node" presStyleLbl="node1" presStyleIdx="3" presStyleCnt="4">
        <dgm:presLayoutVars>
          <dgm:bulletEnabled val="1"/>
        </dgm:presLayoutVars>
      </dgm:prSet>
      <dgm:spPr/>
    </dgm:pt>
    <dgm:pt modelId="{707F7AA7-22DE-49E9-B1E1-5867634F9172}" type="pres">
      <dgm:prSet presAssocID="{81908957-B03F-4724-B1CC-67FFFDDBCC0B}" presName="sibTrans" presStyleLbl="sibTrans2D1" presStyleIdx="3" presStyleCnt="4"/>
      <dgm:spPr/>
    </dgm:pt>
    <dgm:pt modelId="{29EAE4B7-E08C-49C5-986D-EAD1F1739452}" type="pres">
      <dgm:prSet presAssocID="{81908957-B03F-4724-B1CC-67FFFDDBCC0B}" presName="connectorText" presStyleLbl="sibTrans2D1" presStyleIdx="3" presStyleCnt="4"/>
      <dgm:spPr/>
    </dgm:pt>
  </dgm:ptLst>
  <dgm:cxnLst>
    <dgm:cxn modelId="{0AE9BD01-3B14-499F-B026-4CF1218ED8EF}" type="presOf" srcId="{9726E986-2272-4BE5-BB35-56DB0F74B622}" destId="{3FD33395-7D88-4BFD-9D91-DD693F131905}" srcOrd="0" destOrd="0" presId="urn:microsoft.com/office/officeart/2005/8/layout/cycle2"/>
    <dgm:cxn modelId="{E7717222-ABBA-4CE4-80EB-708C65C14260}" srcId="{449CA674-0016-4D2F-B10D-1B1F01D69A6D}" destId="{32B9CA2E-B58A-4775-903A-CDC909911199}" srcOrd="0" destOrd="0" parTransId="{E4378830-8960-4F7B-A484-F146D6BA200E}" sibTransId="{C29D7652-E157-4ED9-B22A-4DF37E499660}"/>
    <dgm:cxn modelId="{D2AE782B-6F6C-4CB7-937F-100422119AB0}" type="presOf" srcId="{81908957-B03F-4724-B1CC-67FFFDDBCC0B}" destId="{707F7AA7-22DE-49E9-B1E1-5867634F9172}" srcOrd="0" destOrd="0" presId="urn:microsoft.com/office/officeart/2005/8/layout/cycle2"/>
    <dgm:cxn modelId="{B0D6EB30-3015-45B9-B998-60D9AB462588}" type="presOf" srcId="{0623E442-D8C4-4917-8CDE-9EE2A25AAF9A}" destId="{1217D72D-8F07-4B0C-AA37-AB740EA1B67D}" srcOrd="1" destOrd="0" presId="urn:microsoft.com/office/officeart/2005/8/layout/cycle2"/>
    <dgm:cxn modelId="{66D32251-D41E-44F3-ADFD-40C5C0E97172}" type="presOf" srcId="{CE214F22-3067-4174-88DE-344A3DF8C340}" destId="{4CE9FE99-D612-4B63-8FC9-B26D0DF4A84C}" srcOrd="1" destOrd="0" presId="urn:microsoft.com/office/officeart/2005/8/layout/cycle2"/>
    <dgm:cxn modelId="{08CBD753-45DE-455E-8969-BF2307CBAC58}" type="presOf" srcId="{81908957-B03F-4724-B1CC-67FFFDDBCC0B}" destId="{29EAE4B7-E08C-49C5-986D-EAD1F1739452}" srcOrd="1" destOrd="0" presId="urn:microsoft.com/office/officeart/2005/8/layout/cycle2"/>
    <dgm:cxn modelId="{57599675-42D6-441D-AE78-4D89D661C913}" type="presOf" srcId="{CE214F22-3067-4174-88DE-344A3DF8C340}" destId="{427FBAD8-CDA5-4B75-9FE6-42EC703224F9}" srcOrd="0" destOrd="0" presId="urn:microsoft.com/office/officeart/2005/8/layout/cycle2"/>
    <dgm:cxn modelId="{E31C2579-274D-4E24-A17D-F9367B0E3817}" srcId="{449CA674-0016-4D2F-B10D-1B1F01D69A6D}" destId="{6F09F869-C4F4-43D5-A50F-1D0305EBFDB8}" srcOrd="2" destOrd="0" parTransId="{3D7D2B05-608F-4F3F-930A-81760A0E98D8}" sibTransId="{0623E442-D8C4-4917-8CDE-9EE2A25AAF9A}"/>
    <dgm:cxn modelId="{8D705187-D4FC-405F-AA96-525AF33F7FA0}" type="presOf" srcId="{B572A920-7733-4C15-9E9E-4F4B7C72A03D}" destId="{37676493-42CF-4B6B-9FA4-FE499BFAB6FE}" srcOrd="0" destOrd="0" presId="urn:microsoft.com/office/officeart/2005/8/layout/cycle2"/>
    <dgm:cxn modelId="{F0CDAEA6-70C8-4716-AF78-1CDE8F8B01FE}" srcId="{449CA674-0016-4D2F-B10D-1B1F01D69A6D}" destId="{B572A920-7733-4C15-9E9E-4F4B7C72A03D}" srcOrd="1" destOrd="0" parTransId="{CA524C99-A4BE-41F3-82FF-AA752BD06791}" sibTransId="{CE214F22-3067-4174-88DE-344A3DF8C340}"/>
    <dgm:cxn modelId="{EEECA3A7-A784-458E-B9C0-5A9DA9018AB3}" type="presOf" srcId="{449CA674-0016-4D2F-B10D-1B1F01D69A6D}" destId="{47ACC6CF-F6DA-47FC-98C2-9C38DB1CCFB5}" srcOrd="0" destOrd="0" presId="urn:microsoft.com/office/officeart/2005/8/layout/cycle2"/>
    <dgm:cxn modelId="{EAE44EAD-DC59-4686-A348-320947AC3FC7}" srcId="{449CA674-0016-4D2F-B10D-1B1F01D69A6D}" destId="{9726E986-2272-4BE5-BB35-56DB0F74B622}" srcOrd="3" destOrd="0" parTransId="{924F7F0B-7FAA-4373-B748-B878DEBC7DED}" sibTransId="{81908957-B03F-4724-B1CC-67FFFDDBCC0B}"/>
    <dgm:cxn modelId="{F6A789B2-65D8-4E6C-BAD0-8398CCEAD55E}" type="presOf" srcId="{32B9CA2E-B58A-4775-903A-CDC909911199}" destId="{D9FD7912-1280-4783-99AB-815D712B7104}" srcOrd="0" destOrd="0" presId="urn:microsoft.com/office/officeart/2005/8/layout/cycle2"/>
    <dgm:cxn modelId="{DDCD33BF-2565-4343-A2A0-63817EBC6876}" type="presOf" srcId="{C29D7652-E157-4ED9-B22A-4DF37E499660}" destId="{4E8183E6-C039-4390-9232-FE4A02AB5901}" srcOrd="0" destOrd="0" presId="urn:microsoft.com/office/officeart/2005/8/layout/cycle2"/>
    <dgm:cxn modelId="{2D6113D0-9264-424C-8110-7B69977BEC7A}" type="presOf" srcId="{0623E442-D8C4-4917-8CDE-9EE2A25AAF9A}" destId="{392B82B7-5361-4902-885C-B4B7569BFD32}" srcOrd="0" destOrd="0" presId="urn:microsoft.com/office/officeart/2005/8/layout/cycle2"/>
    <dgm:cxn modelId="{EA816EF7-1F68-497F-92CD-EF1B5089C144}" type="presOf" srcId="{6F09F869-C4F4-43D5-A50F-1D0305EBFDB8}" destId="{785BD31A-49BD-4D06-9F62-3EDD67365397}" srcOrd="0" destOrd="0" presId="urn:microsoft.com/office/officeart/2005/8/layout/cycle2"/>
    <dgm:cxn modelId="{EFB3C8FE-041F-4B5F-AD37-DBD89A37FA12}" type="presOf" srcId="{C29D7652-E157-4ED9-B22A-4DF37E499660}" destId="{EA815168-F215-4D4E-A9D0-EFA852A2980A}" srcOrd="1" destOrd="0" presId="urn:microsoft.com/office/officeart/2005/8/layout/cycle2"/>
    <dgm:cxn modelId="{3686E1FC-3E2F-4131-B78E-A01A0FE8A747}" type="presParOf" srcId="{47ACC6CF-F6DA-47FC-98C2-9C38DB1CCFB5}" destId="{D9FD7912-1280-4783-99AB-815D712B7104}" srcOrd="0" destOrd="0" presId="urn:microsoft.com/office/officeart/2005/8/layout/cycle2"/>
    <dgm:cxn modelId="{0CF27C4C-0F1A-49D2-A546-0608C7893155}" type="presParOf" srcId="{47ACC6CF-F6DA-47FC-98C2-9C38DB1CCFB5}" destId="{4E8183E6-C039-4390-9232-FE4A02AB5901}" srcOrd="1" destOrd="0" presId="urn:microsoft.com/office/officeart/2005/8/layout/cycle2"/>
    <dgm:cxn modelId="{59A53BC5-A630-4593-A01D-4AC01E31743E}" type="presParOf" srcId="{4E8183E6-C039-4390-9232-FE4A02AB5901}" destId="{EA815168-F215-4D4E-A9D0-EFA852A2980A}" srcOrd="0" destOrd="0" presId="urn:microsoft.com/office/officeart/2005/8/layout/cycle2"/>
    <dgm:cxn modelId="{7BEBD47C-0D77-4EBC-BFB2-BE52E8A0E10A}" type="presParOf" srcId="{47ACC6CF-F6DA-47FC-98C2-9C38DB1CCFB5}" destId="{37676493-42CF-4B6B-9FA4-FE499BFAB6FE}" srcOrd="2" destOrd="0" presId="urn:microsoft.com/office/officeart/2005/8/layout/cycle2"/>
    <dgm:cxn modelId="{CB2D21E2-F8F2-4D2F-9CD1-6970E4F315EE}" type="presParOf" srcId="{47ACC6CF-F6DA-47FC-98C2-9C38DB1CCFB5}" destId="{427FBAD8-CDA5-4B75-9FE6-42EC703224F9}" srcOrd="3" destOrd="0" presId="urn:microsoft.com/office/officeart/2005/8/layout/cycle2"/>
    <dgm:cxn modelId="{F8C23BBC-6AA3-4B2E-B938-BA33B03B49F6}" type="presParOf" srcId="{427FBAD8-CDA5-4B75-9FE6-42EC703224F9}" destId="{4CE9FE99-D612-4B63-8FC9-B26D0DF4A84C}" srcOrd="0" destOrd="0" presId="urn:microsoft.com/office/officeart/2005/8/layout/cycle2"/>
    <dgm:cxn modelId="{B2183ABD-6838-48A4-8EDF-9E472DD693D5}" type="presParOf" srcId="{47ACC6CF-F6DA-47FC-98C2-9C38DB1CCFB5}" destId="{785BD31A-49BD-4D06-9F62-3EDD67365397}" srcOrd="4" destOrd="0" presId="urn:microsoft.com/office/officeart/2005/8/layout/cycle2"/>
    <dgm:cxn modelId="{31D04A19-AC5D-4F93-9DDF-17BD98555A9A}" type="presParOf" srcId="{47ACC6CF-F6DA-47FC-98C2-9C38DB1CCFB5}" destId="{392B82B7-5361-4902-885C-B4B7569BFD32}" srcOrd="5" destOrd="0" presId="urn:microsoft.com/office/officeart/2005/8/layout/cycle2"/>
    <dgm:cxn modelId="{447DCF30-CF83-4474-ADC2-7B90AFEE09A7}" type="presParOf" srcId="{392B82B7-5361-4902-885C-B4B7569BFD32}" destId="{1217D72D-8F07-4B0C-AA37-AB740EA1B67D}" srcOrd="0" destOrd="0" presId="urn:microsoft.com/office/officeart/2005/8/layout/cycle2"/>
    <dgm:cxn modelId="{7430C7AD-6BDD-412E-AC6C-2F4D68D79B95}" type="presParOf" srcId="{47ACC6CF-F6DA-47FC-98C2-9C38DB1CCFB5}" destId="{3FD33395-7D88-4BFD-9D91-DD693F131905}" srcOrd="6" destOrd="0" presId="urn:microsoft.com/office/officeart/2005/8/layout/cycle2"/>
    <dgm:cxn modelId="{AF57B7F5-4184-449A-84E3-272A932525F3}" type="presParOf" srcId="{47ACC6CF-F6DA-47FC-98C2-9C38DB1CCFB5}" destId="{707F7AA7-22DE-49E9-B1E1-5867634F9172}" srcOrd="7" destOrd="0" presId="urn:microsoft.com/office/officeart/2005/8/layout/cycle2"/>
    <dgm:cxn modelId="{680A1E54-17C0-458A-A154-2B58812CC5A5}" type="presParOf" srcId="{707F7AA7-22DE-49E9-B1E1-5867634F9172}" destId="{29EAE4B7-E08C-49C5-986D-EAD1F173945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A24BBD6-A065-410F-93FD-4F610E9F2C95}" type="doc">
      <dgm:prSet loTypeId="urn:microsoft.com/office/officeart/2005/8/layout/cycle2" loCatId="cycl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66303D-003E-4F4F-A521-68087B4563D0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AE648FA4-E537-40D8-AD4C-88031D0AC918}" type="parTrans" cxnId="{E9F00A10-8F74-4AC4-8348-7CA39E74BAAF}">
      <dgm:prSet/>
      <dgm:spPr/>
    </dgm:pt>
    <dgm:pt modelId="{B603CA05-C292-4BCF-9EED-DDA31FC597B5}" type="sibTrans" cxnId="{E9F00A10-8F74-4AC4-8348-7CA39E74BAAF}">
      <dgm:prSet/>
      <dgm:spPr/>
      <dgm:t>
        <a:bodyPr/>
        <a:lstStyle/>
        <a:p>
          <a:endParaRPr lang="en-US"/>
        </a:p>
      </dgm:t>
    </dgm:pt>
    <dgm:pt modelId="{C73E0873-FBEF-46BE-8630-7E81D79BB44B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71B93BF-CDBF-421B-AA2A-9B4DBDAB3592}" type="parTrans" cxnId="{3481659B-5935-4812-8AB5-AC11B6694341}">
      <dgm:prSet/>
      <dgm:spPr/>
    </dgm:pt>
    <dgm:pt modelId="{2A57FF46-D5ED-49F6-BA29-711E4BDB96D6}" type="sibTrans" cxnId="{3481659B-5935-4812-8AB5-AC11B6694341}">
      <dgm:prSet/>
      <dgm:spPr/>
      <dgm:t>
        <a:bodyPr/>
        <a:lstStyle/>
        <a:p>
          <a:endParaRPr lang="en-US"/>
        </a:p>
      </dgm:t>
    </dgm:pt>
    <dgm:pt modelId="{E3E73E66-72FE-49C5-AA89-9AACD1E1F7E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DF41C9E-156B-43BF-9055-87EDFAA49FB4}" type="parTrans" cxnId="{3BC47DAB-9B99-4791-B0D4-C4C0C91245A4}">
      <dgm:prSet/>
      <dgm:spPr/>
    </dgm:pt>
    <dgm:pt modelId="{A6C612D0-9B40-4DAB-9DA3-031E73AB8761}" type="sibTrans" cxnId="{3BC47DAB-9B99-4791-B0D4-C4C0C91245A4}">
      <dgm:prSet/>
      <dgm:spPr/>
      <dgm:t>
        <a:bodyPr/>
        <a:lstStyle/>
        <a:p>
          <a:endParaRPr lang="en-US"/>
        </a:p>
      </dgm:t>
    </dgm:pt>
    <dgm:pt modelId="{29EA36E4-C603-4669-B828-8698FA085442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70D0FB99-0046-4DE7-ACFC-88E147412DFB}" type="parTrans" cxnId="{3107920B-899F-4775-8DB2-422C8F78FDD3}">
      <dgm:prSet/>
      <dgm:spPr/>
    </dgm:pt>
    <dgm:pt modelId="{B1C7E2CD-F184-4855-AB8D-4CFAD0E0715A}" type="sibTrans" cxnId="{3107920B-899F-4775-8DB2-422C8F78FDD3}">
      <dgm:prSet/>
      <dgm:spPr/>
      <dgm:t>
        <a:bodyPr/>
        <a:lstStyle/>
        <a:p>
          <a:endParaRPr lang="en-US"/>
        </a:p>
      </dgm:t>
    </dgm:pt>
    <dgm:pt modelId="{42EB8724-8B72-4B77-90FC-F3C8686D175E}" type="pres">
      <dgm:prSet presAssocID="{AA24BBD6-A065-410F-93FD-4F610E9F2C95}" presName="cycle" presStyleCnt="0">
        <dgm:presLayoutVars>
          <dgm:dir/>
          <dgm:resizeHandles val="exact"/>
        </dgm:presLayoutVars>
      </dgm:prSet>
      <dgm:spPr/>
    </dgm:pt>
    <dgm:pt modelId="{04C6E4C9-129D-4A33-A746-605FEC1FD51F}" type="pres">
      <dgm:prSet presAssocID="{1366303D-003E-4F4F-A521-68087B4563D0}" presName="node" presStyleLbl="node1" presStyleIdx="0" presStyleCnt="4">
        <dgm:presLayoutVars>
          <dgm:bulletEnabled val="1"/>
        </dgm:presLayoutVars>
      </dgm:prSet>
      <dgm:spPr/>
    </dgm:pt>
    <dgm:pt modelId="{D15E34F0-7D73-4BBB-BF43-73E5A1FF2DF4}" type="pres">
      <dgm:prSet presAssocID="{B603CA05-C292-4BCF-9EED-DDA31FC597B5}" presName="sibTrans" presStyleLbl="sibTrans2D1" presStyleIdx="0" presStyleCnt="4"/>
      <dgm:spPr/>
    </dgm:pt>
    <dgm:pt modelId="{CBA5DCA4-B730-4E9C-A96B-6788B2CCF383}" type="pres">
      <dgm:prSet presAssocID="{B603CA05-C292-4BCF-9EED-DDA31FC597B5}" presName="connectorText" presStyleLbl="sibTrans2D1" presStyleIdx="0" presStyleCnt="4"/>
      <dgm:spPr/>
    </dgm:pt>
    <dgm:pt modelId="{10E5D078-849E-4F16-AA86-3CEA4A52FDF9}" type="pres">
      <dgm:prSet presAssocID="{C73E0873-FBEF-46BE-8630-7E81D79BB44B}" presName="node" presStyleLbl="node1" presStyleIdx="1" presStyleCnt="4">
        <dgm:presLayoutVars>
          <dgm:bulletEnabled val="1"/>
        </dgm:presLayoutVars>
      </dgm:prSet>
      <dgm:spPr/>
    </dgm:pt>
    <dgm:pt modelId="{8AFA45A4-3221-4E21-853D-624E4907A056}" type="pres">
      <dgm:prSet presAssocID="{2A57FF46-D5ED-49F6-BA29-711E4BDB96D6}" presName="sibTrans" presStyleLbl="sibTrans2D1" presStyleIdx="1" presStyleCnt="4"/>
      <dgm:spPr/>
    </dgm:pt>
    <dgm:pt modelId="{10E95772-F7C8-474B-B02C-A997D4176490}" type="pres">
      <dgm:prSet presAssocID="{2A57FF46-D5ED-49F6-BA29-711E4BDB96D6}" presName="connectorText" presStyleLbl="sibTrans2D1" presStyleIdx="1" presStyleCnt="4"/>
      <dgm:spPr/>
    </dgm:pt>
    <dgm:pt modelId="{A4F5C2E5-8B0C-4906-80F8-C9ECF12971F6}" type="pres">
      <dgm:prSet presAssocID="{E3E73E66-72FE-49C5-AA89-9AACD1E1F7E4}" presName="node" presStyleLbl="node1" presStyleIdx="2" presStyleCnt="4">
        <dgm:presLayoutVars>
          <dgm:bulletEnabled val="1"/>
        </dgm:presLayoutVars>
      </dgm:prSet>
      <dgm:spPr/>
    </dgm:pt>
    <dgm:pt modelId="{CE762CC3-8F80-406C-A858-09B60B973FEA}" type="pres">
      <dgm:prSet presAssocID="{A6C612D0-9B40-4DAB-9DA3-031E73AB8761}" presName="sibTrans" presStyleLbl="sibTrans2D1" presStyleIdx="2" presStyleCnt="4"/>
      <dgm:spPr/>
    </dgm:pt>
    <dgm:pt modelId="{1FBB4A4F-48B5-4952-947F-ECC745F53EBF}" type="pres">
      <dgm:prSet presAssocID="{A6C612D0-9B40-4DAB-9DA3-031E73AB8761}" presName="connectorText" presStyleLbl="sibTrans2D1" presStyleIdx="2" presStyleCnt="4"/>
      <dgm:spPr/>
    </dgm:pt>
    <dgm:pt modelId="{F5535BB6-5D25-4848-A7CB-7D4FE37B4243}" type="pres">
      <dgm:prSet presAssocID="{29EA36E4-C603-4669-B828-8698FA085442}" presName="node" presStyleLbl="node1" presStyleIdx="3" presStyleCnt="4">
        <dgm:presLayoutVars>
          <dgm:bulletEnabled val="1"/>
        </dgm:presLayoutVars>
      </dgm:prSet>
      <dgm:spPr/>
    </dgm:pt>
    <dgm:pt modelId="{74280F71-6E3C-41E2-A314-894B3F7D7423}" type="pres">
      <dgm:prSet presAssocID="{B1C7E2CD-F184-4855-AB8D-4CFAD0E0715A}" presName="sibTrans" presStyleLbl="sibTrans2D1" presStyleIdx="3" presStyleCnt="4"/>
      <dgm:spPr/>
    </dgm:pt>
    <dgm:pt modelId="{6AE331A1-A132-4151-BA0E-4383FBC7B3C6}" type="pres">
      <dgm:prSet presAssocID="{B1C7E2CD-F184-4855-AB8D-4CFAD0E0715A}" presName="connectorText" presStyleLbl="sibTrans2D1" presStyleIdx="3" presStyleCnt="4"/>
      <dgm:spPr/>
    </dgm:pt>
  </dgm:ptLst>
  <dgm:cxnLst>
    <dgm:cxn modelId="{6B531009-BFD1-46BC-933B-F2056CCABB07}" type="presOf" srcId="{B603CA05-C292-4BCF-9EED-DDA31FC597B5}" destId="{CBA5DCA4-B730-4E9C-A96B-6788B2CCF383}" srcOrd="1" destOrd="0" presId="urn:microsoft.com/office/officeart/2005/8/layout/cycle2"/>
    <dgm:cxn modelId="{3107920B-899F-4775-8DB2-422C8F78FDD3}" srcId="{AA24BBD6-A065-410F-93FD-4F610E9F2C95}" destId="{29EA36E4-C603-4669-B828-8698FA085442}" srcOrd="3" destOrd="0" parTransId="{70D0FB99-0046-4DE7-ACFC-88E147412DFB}" sibTransId="{B1C7E2CD-F184-4855-AB8D-4CFAD0E0715A}"/>
    <dgm:cxn modelId="{E9F00A10-8F74-4AC4-8348-7CA39E74BAAF}" srcId="{AA24BBD6-A065-410F-93FD-4F610E9F2C95}" destId="{1366303D-003E-4F4F-A521-68087B4563D0}" srcOrd="0" destOrd="0" parTransId="{AE648FA4-E537-40D8-AD4C-88031D0AC918}" sibTransId="{B603CA05-C292-4BCF-9EED-DDA31FC597B5}"/>
    <dgm:cxn modelId="{4978D414-F21E-4142-A8FA-D4D8C0AEA4E0}" type="presOf" srcId="{1366303D-003E-4F4F-A521-68087B4563D0}" destId="{04C6E4C9-129D-4A33-A746-605FEC1FD51F}" srcOrd="0" destOrd="0" presId="urn:microsoft.com/office/officeart/2005/8/layout/cycle2"/>
    <dgm:cxn modelId="{9BA2D640-4AEE-48E8-B96D-AB1871C089D3}" type="presOf" srcId="{A6C612D0-9B40-4DAB-9DA3-031E73AB8761}" destId="{1FBB4A4F-48B5-4952-947F-ECC745F53EBF}" srcOrd="1" destOrd="0" presId="urn:microsoft.com/office/officeart/2005/8/layout/cycle2"/>
    <dgm:cxn modelId="{3E5E6A44-A3FC-4CFD-BFD2-063AB42921F5}" type="presOf" srcId="{C73E0873-FBEF-46BE-8630-7E81D79BB44B}" destId="{10E5D078-849E-4F16-AA86-3CEA4A52FDF9}" srcOrd="0" destOrd="0" presId="urn:microsoft.com/office/officeart/2005/8/layout/cycle2"/>
    <dgm:cxn modelId="{0E42E26B-C07B-4F0E-880E-C6926D395BAE}" type="presOf" srcId="{E3E73E66-72FE-49C5-AA89-9AACD1E1F7E4}" destId="{A4F5C2E5-8B0C-4906-80F8-C9ECF12971F6}" srcOrd="0" destOrd="0" presId="urn:microsoft.com/office/officeart/2005/8/layout/cycle2"/>
    <dgm:cxn modelId="{34D7D977-6930-495D-8D0A-A5C668A1B972}" type="presOf" srcId="{2A57FF46-D5ED-49F6-BA29-711E4BDB96D6}" destId="{8AFA45A4-3221-4E21-853D-624E4907A056}" srcOrd="0" destOrd="0" presId="urn:microsoft.com/office/officeart/2005/8/layout/cycle2"/>
    <dgm:cxn modelId="{28865E98-5815-4361-998A-D9A92C255274}" type="presOf" srcId="{A6C612D0-9B40-4DAB-9DA3-031E73AB8761}" destId="{CE762CC3-8F80-406C-A858-09B60B973FEA}" srcOrd="0" destOrd="0" presId="urn:microsoft.com/office/officeart/2005/8/layout/cycle2"/>
    <dgm:cxn modelId="{3481659B-5935-4812-8AB5-AC11B6694341}" srcId="{AA24BBD6-A065-410F-93FD-4F610E9F2C95}" destId="{C73E0873-FBEF-46BE-8630-7E81D79BB44B}" srcOrd="1" destOrd="0" parTransId="{C71B93BF-CDBF-421B-AA2A-9B4DBDAB3592}" sibTransId="{2A57FF46-D5ED-49F6-BA29-711E4BDB96D6}"/>
    <dgm:cxn modelId="{3BC47DAB-9B99-4791-B0D4-C4C0C91245A4}" srcId="{AA24BBD6-A065-410F-93FD-4F610E9F2C95}" destId="{E3E73E66-72FE-49C5-AA89-9AACD1E1F7E4}" srcOrd="2" destOrd="0" parTransId="{ADF41C9E-156B-43BF-9055-87EDFAA49FB4}" sibTransId="{A6C612D0-9B40-4DAB-9DA3-031E73AB8761}"/>
    <dgm:cxn modelId="{F5F26DB5-7B0B-4195-AB08-919B57050617}" type="presOf" srcId="{B1C7E2CD-F184-4855-AB8D-4CFAD0E0715A}" destId="{74280F71-6E3C-41E2-A314-894B3F7D7423}" srcOrd="0" destOrd="0" presId="urn:microsoft.com/office/officeart/2005/8/layout/cycle2"/>
    <dgm:cxn modelId="{B32002C0-9FAA-45C3-99BD-908D5853F0E5}" type="presOf" srcId="{AA24BBD6-A065-410F-93FD-4F610E9F2C95}" destId="{42EB8724-8B72-4B77-90FC-F3C8686D175E}" srcOrd="0" destOrd="0" presId="urn:microsoft.com/office/officeart/2005/8/layout/cycle2"/>
    <dgm:cxn modelId="{D8199BCB-2BDB-4385-915F-0EC80C5D96CE}" type="presOf" srcId="{B1C7E2CD-F184-4855-AB8D-4CFAD0E0715A}" destId="{6AE331A1-A132-4151-BA0E-4383FBC7B3C6}" srcOrd="1" destOrd="0" presId="urn:microsoft.com/office/officeart/2005/8/layout/cycle2"/>
    <dgm:cxn modelId="{712B92D5-9654-440F-9665-4FABD7F27C09}" type="presOf" srcId="{2A57FF46-D5ED-49F6-BA29-711E4BDB96D6}" destId="{10E95772-F7C8-474B-B02C-A997D4176490}" srcOrd="1" destOrd="0" presId="urn:microsoft.com/office/officeart/2005/8/layout/cycle2"/>
    <dgm:cxn modelId="{9ACFE8DE-D1C9-40B5-A09E-8CE0BDD69C47}" type="presOf" srcId="{B603CA05-C292-4BCF-9EED-DDA31FC597B5}" destId="{D15E34F0-7D73-4BBB-BF43-73E5A1FF2DF4}" srcOrd="0" destOrd="0" presId="urn:microsoft.com/office/officeart/2005/8/layout/cycle2"/>
    <dgm:cxn modelId="{E03C1BF5-8844-4896-8F85-F5090B98AE5B}" type="presOf" srcId="{29EA36E4-C603-4669-B828-8698FA085442}" destId="{F5535BB6-5D25-4848-A7CB-7D4FE37B4243}" srcOrd="0" destOrd="0" presId="urn:microsoft.com/office/officeart/2005/8/layout/cycle2"/>
    <dgm:cxn modelId="{B0A20E69-905A-4D59-BEFD-BA3ED4A0D4E9}" type="presParOf" srcId="{42EB8724-8B72-4B77-90FC-F3C8686D175E}" destId="{04C6E4C9-129D-4A33-A746-605FEC1FD51F}" srcOrd="0" destOrd="0" presId="urn:microsoft.com/office/officeart/2005/8/layout/cycle2"/>
    <dgm:cxn modelId="{BC41A960-708B-4B05-8F65-2562EE381EB0}" type="presParOf" srcId="{42EB8724-8B72-4B77-90FC-F3C8686D175E}" destId="{D15E34F0-7D73-4BBB-BF43-73E5A1FF2DF4}" srcOrd="1" destOrd="0" presId="urn:microsoft.com/office/officeart/2005/8/layout/cycle2"/>
    <dgm:cxn modelId="{9D7C1287-3C72-49B8-86BF-130A08FAE802}" type="presParOf" srcId="{D15E34F0-7D73-4BBB-BF43-73E5A1FF2DF4}" destId="{CBA5DCA4-B730-4E9C-A96B-6788B2CCF383}" srcOrd="0" destOrd="0" presId="urn:microsoft.com/office/officeart/2005/8/layout/cycle2"/>
    <dgm:cxn modelId="{BF8A17B2-AE06-48A1-8506-CDC7E4F6AA8C}" type="presParOf" srcId="{42EB8724-8B72-4B77-90FC-F3C8686D175E}" destId="{10E5D078-849E-4F16-AA86-3CEA4A52FDF9}" srcOrd="2" destOrd="0" presId="urn:microsoft.com/office/officeart/2005/8/layout/cycle2"/>
    <dgm:cxn modelId="{6F438449-BA51-4585-B28D-243D719FF9DA}" type="presParOf" srcId="{42EB8724-8B72-4B77-90FC-F3C8686D175E}" destId="{8AFA45A4-3221-4E21-853D-624E4907A056}" srcOrd="3" destOrd="0" presId="urn:microsoft.com/office/officeart/2005/8/layout/cycle2"/>
    <dgm:cxn modelId="{EC25E343-C0CF-467D-B920-F319BE156419}" type="presParOf" srcId="{8AFA45A4-3221-4E21-853D-624E4907A056}" destId="{10E95772-F7C8-474B-B02C-A997D4176490}" srcOrd="0" destOrd="0" presId="urn:microsoft.com/office/officeart/2005/8/layout/cycle2"/>
    <dgm:cxn modelId="{71C9A8B7-CE53-424B-8574-2FE5661CD74A}" type="presParOf" srcId="{42EB8724-8B72-4B77-90FC-F3C8686D175E}" destId="{A4F5C2E5-8B0C-4906-80F8-C9ECF12971F6}" srcOrd="4" destOrd="0" presId="urn:microsoft.com/office/officeart/2005/8/layout/cycle2"/>
    <dgm:cxn modelId="{AFF66025-7A8E-4C47-807B-F899F41171D5}" type="presParOf" srcId="{42EB8724-8B72-4B77-90FC-F3C8686D175E}" destId="{CE762CC3-8F80-406C-A858-09B60B973FEA}" srcOrd="5" destOrd="0" presId="urn:microsoft.com/office/officeart/2005/8/layout/cycle2"/>
    <dgm:cxn modelId="{CDEA019A-1855-452E-B500-90BA69B8A049}" type="presParOf" srcId="{CE762CC3-8F80-406C-A858-09B60B973FEA}" destId="{1FBB4A4F-48B5-4952-947F-ECC745F53EBF}" srcOrd="0" destOrd="0" presId="urn:microsoft.com/office/officeart/2005/8/layout/cycle2"/>
    <dgm:cxn modelId="{12F22EA3-0D4C-49FA-919D-3112A6F2C9B7}" type="presParOf" srcId="{42EB8724-8B72-4B77-90FC-F3C8686D175E}" destId="{F5535BB6-5D25-4848-A7CB-7D4FE37B4243}" srcOrd="6" destOrd="0" presId="urn:microsoft.com/office/officeart/2005/8/layout/cycle2"/>
    <dgm:cxn modelId="{CB3337C9-7CA4-407A-B43F-C5A17AE59D1E}" type="presParOf" srcId="{42EB8724-8B72-4B77-90FC-F3C8686D175E}" destId="{74280F71-6E3C-41E2-A314-894B3F7D7423}" srcOrd="7" destOrd="0" presId="urn:microsoft.com/office/officeart/2005/8/layout/cycle2"/>
    <dgm:cxn modelId="{AB2B4217-19B2-4EDE-8EA9-93F6DE6DA192}" type="presParOf" srcId="{74280F71-6E3C-41E2-A314-894B3F7D7423}" destId="{6AE331A1-A132-4151-BA0E-4383FBC7B3C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AA531F4-8DA6-470A-BF2A-8909BBD11EAB}" type="doc">
      <dgm:prSet loTypeId="urn:microsoft.com/office/officeart/2005/8/layout/cycle2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E09197-5CA4-4D9C-8DF6-424CD6ED62A1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A346224-E06F-4CAA-9162-4355DA145A74}" type="parTrans" cxnId="{A0907F97-4738-4156-B988-EECBA2306D62}">
      <dgm:prSet/>
      <dgm:spPr/>
    </dgm:pt>
    <dgm:pt modelId="{2670279A-8F50-41CD-9C8A-4CCF04B6618A}" type="sibTrans" cxnId="{A0907F97-4738-4156-B988-EECBA2306D62}">
      <dgm:prSet/>
      <dgm:spPr/>
      <dgm:t>
        <a:bodyPr/>
        <a:lstStyle/>
        <a:p>
          <a:endParaRPr lang="en-US"/>
        </a:p>
      </dgm:t>
    </dgm:pt>
    <dgm:pt modelId="{6AA4D0E1-D759-4605-B803-EB89CF62BB1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7C9CEB3-7BF3-40B4-BB8D-6EB11A19C6B0}" type="parTrans" cxnId="{2312509E-3649-41EE-84BA-0B07508E8ECB}">
      <dgm:prSet/>
      <dgm:spPr/>
    </dgm:pt>
    <dgm:pt modelId="{6607E54D-B65F-4864-8387-E969BE2CE179}" type="sibTrans" cxnId="{2312509E-3649-41EE-84BA-0B07508E8ECB}">
      <dgm:prSet/>
      <dgm:spPr/>
      <dgm:t>
        <a:bodyPr/>
        <a:lstStyle/>
        <a:p>
          <a:endParaRPr lang="en-US"/>
        </a:p>
      </dgm:t>
    </dgm:pt>
    <dgm:pt modelId="{10CF7FE7-77B3-45E8-8E8B-F72DF0814297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72FE516-3F66-44EA-B5C4-12316F7908E3}" type="parTrans" cxnId="{D6C24038-5D44-4967-9273-D2432275137F}">
      <dgm:prSet/>
      <dgm:spPr/>
    </dgm:pt>
    <dgm:pt modelId="{A7712D92-DF16-4D80-894B-38CE899B1112}" type="sibTrans" cxnId="{D6C24038-5D44-4967-9273-D2432275137F}">
      <dgm:prSet/>
      <dgm:spPr/>
      <dgm:t>
        <a:bodyPr/>
        <a:lstStyle/>
        <a:p>
          <a:endParaRPr lang="en-US"/>
        </a:p>
      </dgm:t>
    </dgm:pt>
    <dgm:pt modelId="{E3C8C86E-921D-41F8-A958-9E5E9494E05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E264224-931B-4707-B5FC-C4A4BFB1C3E6}" type="parTrans" cxnId="{31E09966-C697-409D-A9D1-DA8292E8BABD}">
      <dgm:prSet/>
      <dgm:spPr/>
    </dgm:pt>
    <dgm:pt modelId="{AB85FF43-085F-481A-A7D4-4ED8DE731284}" type="sibTrans" cxnId="{31E09966-C697-409D-A9D1-DA8292E8BABD}">
      <dgm:prSet/>
      <dgm:spPr/>
      <dgm:t>
        <a:bodyPr/>
        <a:lstStyle/>
        <a:p>
          <a:endParaRPr lang="en-US"/>
        </a:p>
      </dgm:t>
    </dgm:pt>
    <dgm:pt modelId="{A1258C29-BB4C-4CCB-A8FC-56152A59830D}" type="pres">
      <dgm:prSet presAssocID="{0AA531F4-8DA6-470A-BF2A-8909BBD11EAB}" presName="cycle" presStyleCnt="0">
        <dgm:presLayoutVars>
          <dgm:dir/>
          <dgm:resizeHandles val="exact"/>
        </dgm:presLayoutVars>
      </dgm:prSet>
      <dgm:spPr/>
    </dgm:pt>
    <dgm:pt modelId="{E2BAB2ED-EB0D-4F7E-B6C2-4E6AC23F77DC}" type="pres">
      <dgm:prSet presAssocID="{A8E09197-5CA4-4D9C-8DF6-424CD6ED62A1}" presName="node" presStyleLbl="node1" presStyleIdx="0" presStyleCnt="4">
        <dgm:presLayoutVars>
          <dgm:bulletEnabled val="1"/>
        </dgm:presLayoutVars>
      </dgm:prSet>
      <dgm:spPr/>
    </dgm:pt>
    <dgm:pt modelId="{CD6C77EC-AD47-4D5C-BB17-4F1DE6BDA50E}" type="pres">
      <dgm:prSet presAssocID="{2670279A-8F50-41CD-9C8A-4CCF04B6618A}" presName="sibTrans" presStyleLbl="sibTrans2D1" presStyleIdx="0" presStyleCnt="4"/>
      <dgm:spPr/>
    </dgm:pt>
    <dgm:pt modelId="{A1C17E9A-A667-40CD-88EE-88C595C8B2DB}" type="pres">
      <dgm:prSet presAssocID="{2670279A-8F50-41CD-9C8A-4CCF04B6618A}" presName="connectorText" presStyleLbl="sibTrans2D1" presStyleIdx="0" presStyleCnt="4"/>
      <dgm:spPr/>
    </dgm:pt>
    <dgm:pt modelId="{19DC6ABC-982B-4538-9DF4-05B57E8C30A9}" type="pres">
      <dgm:prSet presAssocID="{6AA4D0E1-D759-4605-B803-EB89CF62BB1E}" presName="node" presStyleLbl="node1" presStyleIdx="1" presStyleCnt="4">
        <dgm:presLayoutVars>
          <dgm:bulletEnabled val="1"/>
        </dgm:presLayoutVars>
      </dgm:prSet>
      <dgm:spPr/>
    </dgm:pt>
    <dgm:pt modelId="{E5A7F680-4991-42B4-9826-C8267331949C}" type="pres">
      <dgm:prSet presAssocID="{6607E54D-B65F-4864-8387-E969BE2CE179}" presName="sibTrans" presStyleLbl="sibTrans2D1" presStyleIdx="1" presStyleCnt="4"/>
      <dgm:spPr/>
    </dgm:pt>
    <dgm:pt modelId="{36C1BA39-1679-4089-8919-5ABFEEE70BCC}" type="pres">
      <dgm:prSet presAssocID="{6607E54D-B65F-4864-8387-E969BE2CE179}" presName="connectorText" presStyleLbl="sibTrans2D1" presStyleIdx="1" presStyleCnt="4"/>
      <dgm:spPr/>
    </dgm:pt>
    <dgm:pt modelId="{E3352F5E-C033-43B4-BBB3-0D1A07F690B5}" type="pres">
      <dgm:prSet presAssocID="{10CF7FE7-77B3-45E8-8E8B-F72DF0814297}" presName="node" presStyleLbl="node1" presStyleIdx="2" presStyleCnt="4">
        <dgm:presLayoutVars>
          <dgm:bulletEnabled val="1"/>
        </dgm:presLayoutVars>
      </dgm:prSet>
      <dgm:spPr/>
    </dgm:pt>
    <dgm:pt modelId="{DD482153-7B52-45C9-A574-44589A9430C7}" type="pres">
      <dgm:prSet presAssocID="{A7712D92-DF16-4D80-894B-38CE899B1112}" presName="sibTrans" presStyleLbl="sibTrans2D1" presStyleIdx="2" presStyleCnt="4"/>
      <dgm:spPr/>
    </dgm:pt>
    <dgm:pt modelId="{2E2EB80A-8889-4EFA-B98D-7D641001AFC1}" type="pres">
      <dgm:prSet presAssocID="{A7712D92-DF16-4D80-894B-38CE899B1112}" presName="connectorText" presStyleLbl="sibTrans2D1" presStyleIdx="2" presStyleCnt="4"/>
      <dgm:spPr/>
    </dgm:pt>
    <dgm:pt modelId="{F3221A44-9778-40F5-A3B4-24A77ED51850}" type="pres">
      <dgm:prSet presAssocID="{E3C8C86E-921D-41F8-A958-9E5E9494E057}" presName="node" presStyleLbl="node1" presStyleIdx="3" presStyleCnt="4">
        <dgm:presLayoutVars>
          <dgm:bulletEnabled val="1"/>
        </dgm:presLayoutVars>
      </dgm:prSet>
      <dgm:spPr/>
    </dgm:pt>
    <dgm:pt modelId="{744F2A41-D1FA-4F0A-B67D-59D9AD89FCD2}" type="pres">
      <dgm:prSet presAssocID="{AB85FF43-085F-481A-A7D4-4ED8DE731284}" presName="sibTrans" presStyleLbl="sibTrans2D1" presStyleIdx="3" presStyleCnt="4"/>
      <dgm:spPr/>
    </dgm:pt>
    <dgm:pt modelId="{74B61264-12DB-47C7-8C8D-40599A7E3F8C}" type="pres">
      <dgm:prSet presAssocID="{AB85FF43-085F-481A-A7D4-4ED8DE731284}" presName="connectorText" presStyleLbl="sibTrans2D1" presStyleIdx="3" presStyleCnt="4"/>
      <dgm:spPr/>
    </dgm:pt>
  </dgm:ptLst>
  <dgm:cxnLst>
    <dgm:cxn modelId="{65B8C71E-3D34-498E-9DFA-8BD6A56E418F}" type="presOf" srcId="{10CF7FE7-77B3-45E8-8E8B-F72DF0814297}" destId="{E3352F5E-C033-43B4-BBB3-0D1A07F690B5}" srcOrd="0" destOrd="0" presId="urn:microsoft.com/office/officeart/2005/8/layout/cycle2"/>
    <dgm:cxn modelId="{E8866827-C2A1-4512-8B56-B5613CC6F96A}" type="presOf" srcId="{6AA4D0E1-D759-4605-B803-EB89CF62BB1E}" destId="{19DC6ABC-982B-4538-9DF4-05B57E8C30A9}" srcOrd="0" destOrd="0" presId="urn:microsoft.com/office/officeart/2005/8/layout/cycle2"/>
    <dgm:cxn modelId="{D6C24038-5D44-4967-9273-D2432275137F}" srcId="{0AA531F4-8DA6-470A-BF2A-8909BBD11EAB}" destId="{10CF7FE7-77B3-45E8-8E8B-F72DF0814297}" srcOrd="2" destOrd="0" parTransId="{F72FE516-3F66-44EA-B5C4-12316F7908E3}" sibTransId="{A7712D92-DF16-4D80-894B-38CE899B1112}"/>
    <dgm:cxn modelId="{ADA04B3D-47BC-4A18-A0F3-2280500D806F}" type="presOf" srcId="{6607E54D-B65F-4864-8387-E969BE2CE179}" destId="{36C1BA39-1679-4089-8919-5ABFEEE70BCC}" srcOrd="1" destOrd="0" presId="urn:microsoft.com/office/officeart/2005/8/layout/cycle2"/>
    <dgm:cxn modelId="{ACBC6866-21F1-45CC-81D5-E5CE3434D8D8}" type="presOf" srcId="{A7712D92-DF16-4D80-894B-38CE899B1112}" destId="{DD482153-7B52-45C9-A574-44589A9430C7}" srcOrd="0" destOrd="0" presId="urn:microsoft.com/office/officeart/2005/8/layout/cycle2"/>
    <dgm:cxn modelId="{31E09966-C697-409D-A9D1-DA8292E8BABD}" srcId="{0AA531F4-8DA6-470A-BF2A-8909BBD11EAB}" destId="{E3C8C86E-921D-41F8-A958-9E5E9494E057}" srcOrd="3" destOrd="0" parTransId="{FE264224-931B-4707-B5FC-C4A4BFB1C3E6}" sibTransId="{AB85FF43-085F-481A-A7D4-4ED8DE731284}"/>
    <dgm:cxn modelId="{7CB22275-EB17-4656-BA1D-4124D6ECD3BF}" type="presOf" srcId="{0AA531F4-8DA6-470A-BF2A-8909BBD11EAB}" destId="{A1258C29-BB4C-4CCB-A8FC-56152A59830D}" srcOrd="0" destOrd="0" presId="urn:microsoft.com/office/officeart/2005/8/layout/cycle2"/>
    <dgm:cxn modelId="{A7DC947C-60C4-4BF7-97F8-5F3DAC906554}" type="presOf" srcId="{AB85FF43-085F-481A-A7D4-4ED8DE731284}" destId="{74B61264-12DB-47C7-8C8D-40599A7E3F8C}" srcOrd="1" destOrd="0" presId="urn:microsoft.com/office/officeart/2005/8/layout/cycle2"/>
    <dgm:cxn modelId="{EC608584-74F4-4DF3-B8D9-B842B50BB648}" type="presOf" srcId="{2670279A-8F50-41CD-9C8A-4CCF04B6618A}" destId="{CD6C77EC-AD47-4D5C-BB17-4F1DE6BDA50E}" srcOrd="0" destOrd="0" presId="urn:microsoft.com/office/officeart/2005/8/layout/cycle2"/>
    <dgm:cxn modelId="{A0907F97-4738-4156-B988-EECBA2306D62}" srcId="{0AA531F4-8DA6-470A-BF2A-8909BBD11EAB}" destId="{A8E09197-5CA4-4D9C-8DF6-424CD6ED62A1}" srcOrd="0" destOrd="0" parTransId="{DA346224-E06F-4CAA-9162-4355DA145A74}" sibTransId="{2670279A-8F50-41CD-9C8A-4CCF04B6618A}"/>
    <dgm:cxn modelId="{71465398-902C-476E-A427-C997E6231AF5}" type="presOf" srcId="{A8E09197-5CA4-4D9C-8DF6-424CD6ED62A1}" destId="{E2BAB2ED-EB0D-4F7E-B6C2-4E6AC23F77DC}" srcOrd="0" destOrd="0" presId="urn:microsoft.com/office/officeart/2005/8/layout/cycle2"/>
    <dgm:cxn modelId="{2312509E-3649-41EE-84BA-0B07508E8ECB}" srcId="{0AA531F4-8DA6-470A-BF2A-8909BBD11EAB}" destId="{6AA4D0E1-D759-4605-B803-EB89CF62BB1E}" srcOrd="1" destOrd="0" parTransId="{87C9CEB3-7BF3-40B4-BB8D-6EB11A19C6B0}" sibTransId="{6607E54D-B65F-4864-8387-E969BE2CE179}"/>
    <dgm:cxn modelId="{630775A5-58E9-48E8-8B7B-787766205790}" type="presOf" srcId="{E3C8C86E-921D-41F8-A958-9E5E9494E057}" destId="{F3221A44-9778-40F5-A3B4-24A77ED51850}" srcOrd="0" destOrd="0" presId="urn:microsoft.com/office/officeart/2005/8/layout/cycle2"/>
    <dgm:cxn modelId="{585781B5-FB54-437C-8218-30B09C425368}" type="presOf" srcId="{AB85FF43-085F-481A-A7D4-4ED8DE731284}" destId="{744F2A41-D1FA-4F0A-B67D-59D9AD89FCD2}" srcOrd="0" destOrd="0" presId="urn:microsoft.com/office/officeart/2005/8/layout/cycle2"/>
    <dgm:cxn modelId="{48CF89D7-1502-4386-9116-D9135310F4B7}" type="presOf" srcId="{2670279A-8F50-41CD-9C8A-4CCF04B6618A}" destId="{A1C17E9A-A667-40CD-88EE-88C595C8B2DB}" srcOrd="1" destOrd="0" presId="urn:microsoft.com/office/officeart/2005/8/layout/cycle2"/>
    <dgm:cxn modelId="{7EE480E8-C171-4A9D-9A6F-C360B7EFC86D}" type="presOf" srcId="{A7712D92-DF16-4D80-894B-38CE899B1112}" destId="{2E2EB80A-8889-4EFA-B98D-7D641001AFC1}" srcOrd="1" destOrd="0" presId="urn:microsoft.com/office/officeart/2005/8/layout/cycle2"/>
    <dgm:cxn modelId="{DD5CD5ED-0C11-4175-9B4A-34B1516FF373}" type="presOf" srcId="{6607E54D-B65F-4864-8387-E969BE2CE179}" destId="{E5A7F680-4991-42B4-9826-C8267331949C}" srcOrd="0" destOrd="0" presId="urn:microsoft.com/office/officeart/2005/8/layout/cycle2"/>
    <dgm:cxn modelId="{DA524C48-C6E5-46C7-A8B7-7C1ABE4C59BF}" type="presParOf" srcId="{A1258C29-BB4C-4CCB-A8FC-56152A59830D}" destId="{E2BAB2ED-EB0D-4F7E-B6C2-4E6AC23F77DC}" srcOrd="0" destOrd="0" presId="urn:microsoft.com/office/officeart/2005/8/layout/cycle2"/>
    <dgm:cxn modelId="{6223CC61-8FFE-4F92-B6B3-4E552AB49A04}" type="presParOf" srcId="{A1258C29-BB4C-4CCB-A8FC-56152A59830D}" destId="{CD6C77EC-AD47-4D5C-BB17-4F1DE6BDA50E}" srcOrd="1" destOrd="0" presId="urn:microsoft.com/office/officeart/2005/8/layout/cycle2"/>
    <dgm:cxn modelId="{949DC2B8-08F5-4611-A46F-AD970BFFCD45}" type="presParOf" srcId="{CD6C77EC-AD47-4D5C-BB17-4F1DE6BDA50E}" destId="{A1C17E9A-A667-40CD-88EE-88C595C8B2DB}" srcOrd="0" destOrd="0" presId="urn:microsoft.com/office/officeart/2005/8/layout/cycle2"/>
    <dgm:cxn modelId="{CCFBD03D-3B45-40FE-B4EA-AC63E59A58DA}" type="presParOf" srcId="{A1258C29-BB4C-4CCB-A8FC-56152A59830D}" destId="{19DC6ABC-982B-4538-9DF4-05B57E8C30A9}" srcOrd="2" destOrd="0" presId="urn:microsoft.com/office/officeart/2005/8/layout/cycle2"/>
    <dgm:cxn modelId="{52D2D60C-7411-4D45-9605-46D745CA399F}" type="presParOf" srcId="{A1258C29-BB4C-4CCB-A8FC-56152A59830D}" destId="{E5A7F680-4991-42B4-9826-C8267331949C}" srcOrd="3" destOrd="0" presId="urn:microsoft.com/office/officeart/2005/8/layout/cycle2"/>
    <dgm:cxn modelId="{D0AAEA28-4F2B-4D12-BDBE-3575BE3F5BE2}" type="presParOf" srcId="{E5A7F680-4991-42B4-9826-C8267331949C}" destId="{36C1BA39-1679-4089-8919-5ABFEEE70BCC}" srcOrd="0" destOrd="0" presId="urn:microsoft.com/office/officeart/2005/8/layout/cycle2"/>
    <dgm:cxn modelId="{97CBFD60-D8F2-4B88-8214-CEEC203DC054}" type="presParOf" srcId="{A1258C29-BB4C-4CCB-A8FC-56152A59830D}" destId="{E3352F5E-C033-43B4-BBB3-0D1A07F690B5}" srcOrd="4" destOrd="0" presId="urn:microsoft.com/office/officeart/2005/8/layout/cycle2"/>
    <dgm:cxn modelId="{DA887A4E-38CD-4118-B109-42AE1DDABAFC}" type="presParOf" srcId="{A1258C29-BB4C-4CCB-A8FC-56152A59830D}" destId="{DD482153-7B52-45C9-A574-44589A9430C7}" srcOrd="5" destOrd="0" presId="urn:microsoft.com/office/officeart/2005/8/layout/cycle2"/>
    <dgm:cxn modelId="{D8B323DC-06CB-43E3-95D4-E30FD7191259}" type="presParOf" srcId="{DD482153-7B52-45C9-A574-44589A9430C7}" destId="{2E2EB80A-8889-4EFA-B98D-7D641001AFC1}" srcOrd="0" destOrd="0" presId="urn:microsoft.com/office/officeart/2005/8/layout/cycle2"/>
    <dgm:cxn modelId="{2ADA78D5-1DC4-4AA3-9F83-ADB3A6CFCEEF}" type="presParOf" srcId="{A1258C29-BB4C-4CCB-A8FC-56152A59830D}" destId="{F3221A44-9778-40F5-A3B4-24A77ED51850}" srcOrd="6" destOrd="0" presId="urn:microsoft.com/office/officeart/2005/8/layout/cycle2"/>
    <dgm:cxn modelId="{1099F09F-A839-4473-9614-7C7B4DE15D69}" type="presParOf" srcId="{A1258C29-BB4C-4CCB-A8FC-56152A59830D}" destId="{744F2A41-D1FA-4F0A-B67D-59D9AD89FCD2}" srcOrd="7" destOrd="0" presId="urn:microsoft.com/office/officeart/2005/8/layout/cycle2"/>
    <dgm:cxn modelId="{7BDD62D4-F52A-4CF9-856C-EF19C93457AC}" type="presParOf" srcId="{744F2A41-D1FA-4F0A-B67D-59D9AD89FCD2}" destId="{74B61264-12DB-47C7-8C8D-40599A7E3F8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AC5C4E2D-4F3D-44AF-BFD3-13BE5D228DC5}" type="doc">
      <dgm:prSet loTypeId="urn:microsoft.com/office/officeart/2005/8/layout/cycle2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645457-2BC5-4486-ADDF-34176681F04A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B081B59C-E6F3-43BF-910E-16A26183CCCA}" type="parTrans" cxnId="{159DB84D-1A1F-4F20-A879-3923DCECF0D3}">
      <dgm:prSet/>
      <dgm:spPr/>
    </dgm:pt>
    <dgm:pt modelId="{BFE6CFC0-0C08-4101-A08A-4E8CD111CA68}" type="sibTrans" cxnId="{159DB84D-1A1F-4F20-A879-3923DCECF0D3}">
      <dgm:prSet/>
      <dgm:spPr/>
      <dgm:t>
        <a:bodyPr/>
        <a:lstStyle/>
        <a:p>
          <a:endParaRPr lang="en-US"/>
        </a:p>
      </dgm:t>
    </dgm:pt>
    <dgm:pt modelId="{5423A624-7BE9-454E-9DF3-ADA381C35030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1CE6B60D-CA79-4F97-A508-670856ED1C9F}" type="parTrans" cxnId="{10C5B62F-3EEF-4C9C-AA5D-E5BD9360621B}">
      <dgm:prSet/>
      <dgm:spPr/>
    </dgm:pt>
    <dgm:pt modelId="{2B29381A-583B-4E60-8FE6-8AE16113C28D}" type="sibTrans" cxnId="{10C5B62F-3EEF-4C9C-AA5D-E5BD9360621B}">
      <dgm:prSet/>
      <dgm:spPr/>
      <dgm:t>
        <a:bodyPr/>
        <a:lstStyle/>
        <a:p>
          <a:endParaRPr lang="en-US"/>
        </a:p>
      </dgm:t>
    </dgm:pt>
    <dgm:pt modelId="{74198171-5B89-4FC3-B856-032AAB7BE13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68B99926-6BCD-4C15-9A45-1D58E5039C27}" type="parTrans" cxnId="{37997F1F-A2D3-400F-BFCA-FC9CDBAE9F64}">
      <dgm:prSet/>
      <dgm:spPr/>
    </dgm:pt>
    <dgm:pt modelId="{8EED7D38-F6D7-49B1-AA9C-B17F3998B417}" type="sibTrans" cxnId="{37997F1F-A2D3-400F-BFCA-FC9CDBAE9F64}">
      <dgm:prSet/>
      <dgm:spPr/>
      <dgm:t>
        <a:bodyPr/>
        <a:lstStyle/>
        <a:p>
          <a:endParaRPr lang="en-US"/>
        </a:p>
      </dgm:t>
    </dgm:pt>
    <dgm:pt modelId="{5A7AD85A-E2E7-4621-A0D8-F5679E11619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FA48DD2-ECB9-4167-BE0A-EE86AD19C77C}" type="parTrans" cxnId="{9FCDF575-4487-4084-8B6B-CE1CFC675EC6}">
      <dgm:prSet/>
      <dgm:spPr/>
    </dgm:pt>
    <dgm:pt modelId="{4804A7A1-0D1A-49CF-BCBD-31B98571FC73}" type="sibTrans" cxnId="{9FCDF575-4487-4084-8B6B-CE1CFC675EC6}">
      <dgm:prSet/>
      <dgm:spPr/>
      <dgm:t>
        <a:bodyPr/>
        <a:lstStyle/>
        <a:p>
          <a:endParaRPr lang="en-US"/>
        </a:p>
      </dgm:t>
    </dgm:pt>
    <dgm:pt modelId="{7C12CA57-7C1D-49AD-A72C-386BD132073C}" type="pres">
      <dgm:prSet presAssocID="{AC5C4E2D-4F3D-44AF-BFD3-13BE5D228DC5}" presName="cycle" presStyleCnt="0">
        <dgm:presLayoutVars>
          <dgm:dir/>
          <dgm:resizeHandles val="exact"/>
        </dgm:presLayoutVars>
      </dgm:prSet>
      <dgm:spPr/>
    </dgm:pt>
    <dgm:pt modelId="{D0472264-445C-4F69-A29D-5E5A2AE551ED}" type="pres">
      <dgm:prSet presAssocID="{8F645457-2BC5-4486-ADDF-34176681F04A}" presName="node" presStyleLbl="node1" presStyleIdx="0" presStyleCnt="4">
        <dgm:presLayoutVars>
          <dgm:bulletEnabled val="1"/>
        </dgm:presLayoutVars>
      </dgm:prSet>
      <dgm:spPr/>
    </dgm:pt>
    <dgm:pt modelId="{09895178-E94E-455A-B7D7-C6478E435F8A}" type="pres">
      <dgm:prSet presAssocID="{BFE6CFC0-0C08-4101-A08A-4E8CD111CA68}" presName="sibTrans" presStyleLbl="sibTrans2D1" presStyleIdx="0" presStyleCnt="4"/>
      <dgm:spPr/>
    </dgm:pt>
    <dgm:pt modelId="{01EF136C-F4D0-404D-969B-F384D2FC77C8}" type="pres">
      <dgm:prSet presAssocID="{BFE6CFC0-0C08-4101-A08A-4E8CD111CA68}" presName="connectorText" presStyleLbl="sibTrans2D1" presStyleIdx="0" presStyleCnt="4"/>
      <dgm:spPr/>
    </dgm:pt>
    <dgm:pt modelId="{42D33AE4-CFE7-49D0-8746-BF52E9D4BAE8}" type="pres">
      <dgm:prSet presAssocID="{5423A624-7BE9-454E-9DF3-ADA381C35030}" presName="node" presStyleLbl="node1" presStyleIdx="1" presStyleCnt="4">
        <dgm:presLayoutVars>
          <dgm:bulletEnabled val="1"/>
        </dgm:presLayoutVars>
      </dgm:prSet>
      <dgm:spPr/>
    </dgm:pt>
    <dgm:pt modelId="{547DDBBD-A325-4292-910C-4F478D97B1F2}" type="pres">
      <dgm:prSet presAssocID="{2B29381A-583B-4E60-8FE6-8AE16113C28D}" presName="sibTrans" presStyleLbl="sibTrans2D1" presStyleIdx="1" presStyleCnt="4"/>
      <dgm:spPr/>
    </dgm:pt>
    <dgm:pt modelId="{2FBBE6FE-A2F2-4D3F-948A-6113E4AF920F}" type="pres">
      <dgm:prSet presAssocID="{2B29381A-583B-4E60-8FE6-8AE16113C28D}" presName="connectorText" presStyleLbl="sibTrans2D1" presStyleIdx="1" presStyleCnt="4"/>
      <dgm:spPr/>
    </dgm:pt>
    <dgm:pt modelId="{A4321F08-C3F9-4010-BF9F-994AE48BEAAD}" type="pres">
      <dgm:prSet presAssocID="{74198171-5B89-4FC3-B856-032AAB7BE136}" presName="node" presStyleLbl="node1" presStyleIdx="2" presStyleCnt="4">
        <dgm:presLayoutVars>
          <dgm:bulletEnabled val="1"/>
        </dgm:presLayoutVars>
      </dgm:prSet>
      <dgm:spPr/>
    </dgm:pt>
    <dgm:pt modelId="{B5C59D57-1A61-414D-A844-507B42F90D8A}" type="pres">
      <dgm:prSet presAssocID="{8EED7D38-F6D7-49B1-AA9C-B17F3998B417}" presName="sibTrans" presStyleLbl="sibTrans2D1" presStyleIdx="2" presStyleCnt="4"/>
      <dgm:spPr/>
    </dgm:pt>
    <dgm:pt modelId="{3A805FBC-2703-480E-B8DC-BA9E8B430F2E}" type="pres">
      <dgm:prSet presAssocID="{8EED7D38-F6D7-49B1-AA9C-B17F3998B417}" presName="connectorText" presStyleLbl="sibTrans2D1" presStyleIdx="2" presStyleCnt="4"/>
      <dgm:spPr/>
    </dgm:pt>
    <dgm:pt modelId="{69195866-B74A-41A6-9135-B72D7672B9CB}" type="pres">
      <dgm:prSet presAssocID="{5A7AD85A-E2E7-4621-A0D8-F5679E11619A}" presName="node" presStyleLbl="node1" presStyleIdx="3" presStyleCnt="4">
        <dgm:presLayoutVars>
          <dgm:bulletEnabled val="1"/>
        </dgm:presLayoutVars>
      </dgm:prSet>
      <dgm:spPr/>
    </dgm:pt>
    <dgm:pt modelId="{E6345596-F784-4BC6-BEED-573A7A3030E2}" type="pres">
      <dgm:prSet presAssocID="{4804A7A1-0D1A-49CF-BCBD-31B98571FC73}" presName="sibTrans" presStyleLbl="sibTrans2D1" presStyleIdx="3" presStyleCnt="4"/>
      <dgm:spPr/>
    </dgm:pt>
    <dgm:pt modelId="{496C1387-2BA7-4991-BFF3-208A31CC592C}" type="pres">
      <dgm:prSet presAssocID="{4804A7A1-0D1A-49CF-BCBD-31B98571FC73}" presName="connectorText" presStyleLbl="sibTrans2D1" presStyleIdx="3" presStyleCnt="4"/>
      <dgm:spPr/>
    </dgm:pt>
  </dgm:ptLst>
  <dgm:cxnLst>
    <dgm:cxn modelId="{A996601C-E80D-4F1E-A6CB-FB8AD9FE1D51}" type="presOf" srcId="{74198171-5B89-4FC3-B856-032AAB7BE136}" destId="{A4321F08-C3F9-4010-BF9F-994AE48BEAAD}" srcOrd="0" destOrd="0" presId="urn:microsoft.com/office/officeart/2005/8/layout/cycle2"/>
    <dgm:cxn modelId="{37997F1F-A2D3-400F-BFCA-FC9CDBAE9F64}" srcId="{AC5C4E2D-4F3D-44AF-BFD3-13BE5D228DC5}" destId="{74198171-5B89-4FC3-B856-032AAB7BE136}" srcOrd="2" destOrd="0" parTransId="{68B99926-6BCD-4C15-9A45-1D58E5039C27}" sibTransId="{8EED7D38-F6D7-49B1-AA9C-B17F3998B417}"/>
    <dgm:cxn modelId="{A0679426-5D53-48D5-9077-A8ADB5CD31E6}" type="presOf" srcId="{8EED7D38-F6D7-49B1-AA9C-B17F3998B417}" destId="{3A805FBC-2703-480E-B8DC-BA9E8B430F2E}" srcOrd="1" destOrd="0" presId="urn:microsoft.com/office/officeart/2005/8/layout/cycle2"/>
    <dgm:cxn modelId="{403A582F-8171-4B70-A0E2-C3A3D22DFF16}" type="presOf" srcId="{4804A7A1-0D1A-49CF-BCBD-31B98571FC73}" destId="{496C1387-2BA7-4991-BFF3-208A31CC592C}" srcOrd="1" destOrd="0" presId="urn:microsoft.com/office/officeart/2005/8/layout/cycle2"/>
    <dgm:cxn modelId="{10C5B62F-3EEF-4C9C-AA5D-E5BD9360621B}" srcId="{AC5C4E2D-4F3D-44AF-BFD3-13BE5D228DC5}" destId="{5423A624-7BE9-454E-9DF3-ADA381C35030}" srcOrd="1" destOrd="0" parTransId="{1CE6B60D-CA79-4F97-A508-670856ED1C9F}" sibTransId="{2B29381A-583B-4E60-8FE6-8AE16113C28D}"/>
    <dgm:cxn modelId="{5AA8775E-ABDC-46DE-9980-5BF94811DC11}" type="presOf" srcId="{4804A7A1-0D1A-49CF-BCBD-31B98571FC73}" destId="{E6345596-F784-4BC6-BEED-573A7A3030E2}" srcOrd="0" destOrd="0" presId="urn:microsoft.com/office/officeart/2005/8/layout/cycle2"/>
    <dgm:cxn modelId="{159DB84D-1A1F-4F20-A879-3923DCECF0D3}" srcId="{AC5C4E2D-4F3D-44AF-BFD3-13BE5D228DC5}" destId="{8F645457-2BC5-4486-ADDF-34176681F04A}" srcOrd="0" destOrd="0" parTransId="{B081B59C-E6F3-43BF-910E-16A26183CCCA}" sibTransId="{BFE6CFC0-0C08-4101-A08A-4E8CD111CA68}"/>
    <dgm:cxn modelId="{9FCDF575-4487-4084-8B6B-CE1CFC675EC6}" srcId="{AC5C4E2D-4F3D-44AF-BFD3-13BE5D228DC5}" destId="{5A7AD85A-E2E7-4621-A0D8-F5679E11619A}" srcOrd="3" destOrd="0" parTransId="{FFA48DD2-ECB9-4167-BE0A-EE86AD19C77C}" sibTransId="{4804A7A1-0D1A-49CF-BCBD-31B98571FC73}"/>
    <dgm:cxn modelId="{2F5E1E91-81BD-46D8-A9F2-8A8DF13082AC}" type="presOf" srcId="{5A7AD85A-E2E7-4621-A0D8-F5679E11619A}" destId="{69195866-B74A-41A6-9135-B72D7672B9CB}" srcOrd="0" destOrd="0" presId="urn:microsoft.com/office/officeart/2005/8/layout/cycle2"/>
    <dgm:cxn modelId="{5E8BBE95-7146-4556-993C-A495B3EE104F}" type="presOf" srcId="{BFE6CFC0-0C08-4101-A08A-4E8CD111CA68}" destId="{01EF136C-F4D0-404D-969B-F384D2FC77C8}" srcOrd="1" destOrd="0" presId="urn:microsoft.com/office/officeart/2005/8/layout/cycle2"/>
    <dgm:cxn modelId="{87291AA9-25FC-444E-A4EA-EB27C614A629}" type="presOf" srcId="{2B29381A-583B-4E60-8FE6-8AE16113C28D}" destId="{547DDBBD-A325-4292-910C-4F478D97B1F2}" srcOrd="0" destOrd="0" presId="urn:microsoft.com/office/officeart/2005/8/layout/cycle2"/>
    <dgm:cxn modelId="{37377AA9-48F3-4897-ADC4-3D6AC69747D4}" type="presOf" srcId="{8F645457-2BC5-4486-ADDF-34176681F04A}" destId="{D0472264-445C-4F69-A29D-5E5A2AE551ED}" srcOrd="0" destOrd="0" presId="urn:microsoft.com/office/officeart/2005/8/layout/cycle2"/>
    <dgm:cxn modelId="{1E9A41B2-547B-49D2-A50E-4172D7074284}" type="presOf" srcId="{2B29381A-583B-4E60-8FE6-8AE16113C28D}" destId="{2FBBE6FE-A2F2-4D3F-948A-6113E4AF920F}" srcOrd="1" destOrd="0" presId="urn:microsoft.com/office/officeart/2005/8/layout/cycle2"/>
    <dgm:cxn modelId="{35EBDACC-F258-431D-A34D-882EDE1F7BB6}" type="presOf" srcId="{8EED7D38-F6D7-49B1-AA9C-B17F3998B417}" destId="{B5C59D57-1A61-414D-A844-507B42F90D8A}" srcOrd="0" destOrd="0" presId="urn:microsoft.com/office/officeart/2005/8/layout/cycle2"/>
    <dgm:cxn modelId="{02AEB4E5-189A-4068-A893-FD7F67A4A670}" type="presOf" srcId="{AC5C4E2D-4F3D-44AF-BFD3-13BE5D228DC5}" destId="{7C12CA57-7C1D-49AD-A72C-386BD132073C}" srcOrd="0" destOrd="0" presId="urn:microsoft.com/office/officeart/2005/8/layout/cycle2"/>
    <dgm:cxn modelId="{A36CE7EA-38EC-4EEE-8EEB-F860DDC410F9}" type="presOf" srcId="{BFE6CFC0-0C08-4101-A08A-4E8CD111CA68}" destId="{09895178-E94E-455A-B7D7-C6478E435F8A}" srcOrd="0" destOrd="0" presId="urn:microsoft.com/office/officeart/2005/8/layout/cycle2"/>
    <dgm:cxn modelId="{105713F4-9BE9-4D30-9E22-97F5EDE917EF}" type="presOf" srcId="{5423A624-7BE9-454E-9DF3-ADA381C35030}" destId="{42D33AE4-CFE7-49D0-8746-BF52E9D4BAE8}" srcOrd="0" destOrd="0" presId="urn:microsoft.com/office/officeart/2005/8/layout/cycle2"/>
    <dgm:cxn modelId="{D95A89B1-3D1A-4932-BB95-B6176A931376}" type="presParOf" srcId="{7C12CA57-7C1D-49AD-A72C-386BD132073C}" destId="{D0472264-445C-4F69-A29D-5E5A2AE551ED}" srcOrd="0" destOrd="0" presId="urn:microsoft.com/office/officeart/2005/8/layout/cycle2"/>
    <dgm:cxn modelId="{4EB83644-6895-4DF0-B1EA-6498D29E9B7D}" type="presParOf" srcId="{7C12CA57-7C1D-49AD-A72C-386BD132073C}" destId="{09895178-E94E-455A-B7D7-C6478E435F8A}" srcOrd="1" destOrd="0" presId="urn:microsoft.com/office/officeart/2005/8/layout/cycle2"/>
    <dgm:cxn modelId="{FC6AAEFC-8727-4EBB-B581-C92C5A44ACDE}" type="presParOf" srcId="{09895178-E94E-455A-B7D7-C6478E435F8A}" destId="{01EF136C-F4D0-404D-969B-F384D2FC77C8}" srcOrd="0" destOrd="0" presId="urn:microsoft.com/office/officeart/2005/8/layout/cycle2"/>
    <dgm:cxn modelId="{24EA56AC-2361-46C0-80E6-AD640B7505EC}" type="presParOf" srcId="{7C12CA57-7C1D-49AD-A72C-386BD132073C}" destId="{42D33AE4-CFE7-49D0-8746-BF52E9D4BAE8}" srcOrd="2" destOrd="0" presId="urn:microsoft.com/office/officeart/2005/8/layout/cycle2"/>
    <dgm:cxn modelId="{CCA8BC50-3644-4FFF-ACFC-74A6D8D94745}" type="presParOf" srcId="{7C12CA57-7C1D-49AD-A72C-386BD132073C}" destId="{547DDBBD-A325-4292-910C-4F478D97B1F2}" srcOrd="3" destOrd="0" presId="urn:microsoft.com/office/officeart/2005/8/layout/cycle2"/>
    <dgm:cxn modelId="{F46298C6-9392-46D5-ADCD-57EF3D4A3E66}" type="presParOf" srcId="{547DDBBD-A325-4292-910C-4F478D97B1F2}" destId="{2FBBE6FE-A2F2-4D3F-948A-6113E4AF920F}" srcOrd="0" destOrd="0" presId="urn:microsoft.com/office/officeart/2005/8/layout/cycle2"/>
    <dgm:cxn modelId="{BE86DC37-F2E4-42D1-A154-124912442E36}" type="presParOf" srcId="{7C12CA57-7C1D-49AD-A72C-386BD132073C}" destId="{A4321F08-C3F9-4010-BF9F-994AE48BEAAD}" srcOrd="4" destOrd="0" presId="urn:microsoft.com/office/officeart/2005/8/layout/cycle2"/>
    <dgm:cxn modelId="{196FEF68-B00A-4B87-8153-4ACA333FCBD1}" type="presParOf" srcId="{7C12CA57-7C1D-49AD-A72C-386BD132073C}" destId="{B5C59D57-1A61-414D-A844-507B42F90D8A}" srcOrd="5" destOrd="0" presId="urn:microsoft.com/office/officeart/2005/8/layout/cycle2"/>
    <dgm:cxn modelId="{65521EC3-1CC0-4FDE-853E-5AF7842D3BA8}" type="presParOf" srcId="{B5C59D57-1A61-414D-A844-507B42F90D8A}" destId="{3A805FBC-2703-480E-B8DC-BA9E8B430F2E}" srcOrd="0" destOrd="0" presId="urn:microsoft.com/office/officeart/2005/8/layout/cycle2"/>
    <dgm:cxn modelId="{0B2B6423-56D9-4782-B1AC-685EA3D9FC9C}" type="presParOf" srcId="{7C12CA57-7C1D-49AD-A72C-386BD132073C}" destId="{69195866-B74A-41A6-9135-B72D7672B9CB}" srcOrd="6" destOrd="0" presId="urn:microsoft.com/office/officeart/2005/8/layout/cycle2"/>
    <dgm:cxn modelId="{0122D889-6C4E-4678-9D01-5583AD6F380C}" type="presParOf" srcId="{7C12CA57-7C1D-49AD-A72C-386BD132073C}" destId="{E6345596-F784-4BC6-BEED-573A7A3030E2}" srcOrd="7" destOrd="0" presId="urn:microsoft.com/office/officeart/2005/8/layout/cycle2"/>
    <dgm:cxn modelId="{56D2E95B-5B4E-4C1A-9FF9-1E7CD4CED52F}" type="presParOf" srcId="{E6345596-F784-4BC6-BEED-573A7A3030E2}" destId="{496C1387-2BA7-4991-BFF3-208A31CC592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823935AB-375D-439B-BD92-89BD7AF8758B}" type="doc">
      <dgm:prSet loTypeId="urn:microsoft.com/office/officeart/2005/8/layout/cycle2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25C9BA-9A32-49D8-8EE8-594EDB84FFD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502058CE-592E-4131-A331-5DDF69387C90}" type="parTrans" cxnId="{2C9FA9B1-BE29-407C-AD15-249C840DE731}">
      <dgm:prSet/>
      <dgm:spPr/>
    </dgm:pt>
    <dgm:pt modelId="{C539ED79-F570-46B6-A95B-60561BE40338}" type="sibTrans" cxnId="{2C9FA9B1-BE29-407C-AD15-249C840DE731}">
      <dgm:prSet/>
      <dgm:spPr/>
      <dgm:t>
        <a:bodyPr/>
        <a:lstStyle/>
        <a:p>
          <a:endParaRPr lang="en-US"/>
        </a:p>
      </dgm:t>
    </dgm:pt>
    <dgm:pt modelId="{73B71A6E-BC63-49A6-82A1-A726ED7FF96C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248336B9-9ABC-466F-A149-FC6C60AED327}" type="parTrans" cxnId="{A8CD29F0-E705-4524-87F2-772959F087F8}">
      <dgm:prSet/>
      <dgm:spPr/>
    </dgm:pt>
    <dgm:pt modelId="{ED60E874-1829-4074-A285-218791C6E55A}" type="sibTrans" cxnId="{A8CD29F0-E705-4524-87F2-772959F087F8}">
      <dgm:prSet/>
      <dgm:spPr/>
      <dgm:t>
        <a:bodyPr/>
        <a:lstStyle/>
        <a:p>
          <a:endParaRPr lang="en-US"/>
        </a:p>
      </dgm:t>
    </dgm:pt>
    <dgm:pt modelId="{C2C77320-B916-4925-AB74-BB4E55215D03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BA8F44D-0E35-4181-BE79-8F54167262FE}" type="parTrans" cxnId="{4B17AD5A-2338-4F15-A048-A109FBE131B2}">
      <dgm:prSet/>
      <dgm:spPr/>
    </dgm:pt>
    <dgm:pt modelId="{29EFE4DA-999A-4853-AC0B-9B8E1782946C}" type="sibTrans" cxnId="{4B17AD5A-2338-4F15-A048-A109FBE131B2}">
      <dgm:prSet/>
      <dgm:spPr/>
      <dgm:t>
        <a:bodyPr/>
        <a:lstStyle/>
        <a:p>
          <a:endParaRPr lang="en-US"/>
        </a:p>
      </dgm:t>
    </dgm:pt>
    <dgm:pt modelId="{DCDB4A79-BA12-4AA4-8002-A4967D04AD7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273D6D7D-75AA-41C7-BAD4-376BCBDA1203}" type="parTrans" cxnId="{A8DA9201-59F6-4DAC-815D-5981AC61263A}">
      <dgm:prSet/>
      <dgm:spPr/>
    </dgm:pt>
    <dgm:pt modelId="{F4229ACE-A153-4568-8D81-9685DE8B20BD}" type="sibTrans" cxnId="{A8DA9201-59F6-4DAC-815D-5981AC61263A}">
      <dgm:prSet/>
      <dgm:spPr/>
      <dgm:t>
        <a:bodyPr/>
        <a:lstStyle/>
        <a:p>
          <a:endParaRPr lang="en-US"/>
        </a:p>
      </dgm:t>
    </dgm:pt>
    <dgm:pt modelId="{AD7E83E3-32E6-4D07-A037-9F1B6AF6454B}" type="pres">
      <dgm:prSet presAssocID="{823935AB-375D-439B-BD92-89BD7AF8758B}" presName="cycle" presStyleCnt="0">
        <dgm:presLayoutVars>
          <dgm:dir/>
          <dgm:resizeHandles val="exact"/>
        </dgm:presLayoutVars>
      </dgm:prSet>
      <dgm:spPr/>
    </dgm:pt>
    <dgm:pt modelId="{8BE6BB50-E668-4E48-92AA-A3E2C381EC9C}" type="pres">
      <dgm:prSet presAssocID="{DA25C9BA-9A32-49D8-8EE8-594EDB84FFD2}" presName="node" presStyleLbl="node1" presStyleIdx="0" presStyleCnt="4">
        <dgm:presLayoutVars>
          <dgm:bulletEnabled val="1"/>
        </dgm:presLayoutVars>
      </dgm:prSet>
      <dgm:spPr/>
    </dgm:pt>
    <dgm:pt modelId="{1F88C1B1-DDBF-404A-AC02-613D74A1E8C5}" type="pres">
      <dgm:prSet presAssocID="{C539ED79-F570-46B6-A95B-60561BE40338}" presName="sibTrans" presStyleLbl="sibTrans2D1" presStyleIdx="0" presStyleCnt="4"/>
      <dgm:spPr/>
    </dgm:pt>
    <dgm:pt modelId="{3E882372-D263-4D7F-823D-639C515F9A60}" type="pres">
      <dgm:prSet presAssocID="{C539ED79-F570-46B6-A95B-60561BE40338}" presName="connectorText" presStyleLbl="sibTrans2D1" presStyleIdx="0" presStyleCnt="4"/>
      <dgm:spPr/>
    </dgm:pt>
    <dgm:pt modelId="{1727863F-A912-4377-BC51-D68C65E1D541}" type="pres">
      <dgm:prSet presAssocID="{73B71A6E-BC63-49A6-82A1-A726ED7FF96C}" presName="node" presStyleLbl="node1" presStyleIdx="1" presStyleCnt="4">
        <dgm:presLayoutVars>
          <dgm:bulletEnabled val="1"/>
        </dgm:presLayoutVars>
      </dgm:prSet>
      <dgm:spPr/>
    </dgm:pt>
    <dgm:pt modelId="{872132CA-6A11-4732-9838-BF097F7D32A8}" type="pres">
      <dgm:prSet presAssocID="{ED60E874-1829-4074-A285-218791C6E55A}" presName="sibTrans" presStyleLbl="sibTrans2D1" presStyleIdx="1" presStyleCnt="4"/>
      <dgm:spPr/>
    </dgm:pt>
    <dgm:pt modelId="{82567BC2-EA41-417A-AA5C-840C9AE735E7}" type="pres">
      <dgm:prSet presAssocID="{ED60E874-1829-4074-A285-218791C6E55A}" presName="connectorText" presStyleLbl="sibTrans2D1" presStyleIdx="1" presStyleCnt="4"/>
      <dgm:spPr/>
    </dgm:pt>
    <dgm:pt modelId="{F7A3C836-489F-458E-AEDA-CAA1075AAC4E}" type="pres">
      <dgm:prSet presAssocID="{C2C77320-B916-4925-AB74-BB4E55215D03}" presName="node" presStyleLbl="node1" presStyleIdx="2" presStyleCnt="4">
        <dgm:presLayoutVars>
          <dgm:bulletEnabled val="1"/>
        </dgm:presLayoutVars>
      </dgm:prSet>
      <dgm:spPr/>
    </dgm:pt>
    <dgm:pt modelId="{53421655-878A-4C7C-B7EA-809EF1AB5D74}" type="pres">
      <dgm:prSet presAssocID="{29EFE4DA-999A-4853-AC0B-9B8E1782946C}" presName="sibTrans" presStyleLbl="sibTrans2D1" presStyleIdx="2" presStyleCnt="4"/>
      <dgm:spPr/>
    </dgm:pt>
    <dgm:pt modelId="{B93F68D2-D070-4131-A3CA-7088957FEF85}" type="pres">
      <dgm:prSet presAssocID="{29EFE4DA-999A-4853-AC0B-9B8E1782946C}" presName="connectorText" presStyleLbl="sibTrans2D1" presStyleIdx="2" presStyleCnt="4"/>
      <dgm:spPr/>
    </dgm:pt>
    <dgm:pt modelId="{CF33CB79-CB1C-41D7-A1E7-65A577C88A12}" type="pres">
      <dgm:prSet presAssocID="{DCDB4A79-BA12-4AA4-8002-A4967D04AD7A}" presName="node" presStyleLbl="node1" presStyleIdx="3" presStyleCnt="4">
        <dgm:presLayoutVars>
          <dgm:bulletEnabled val="1"/>
        </dgm:presLayoutVars>
      </dgm:prSet>
      <dgm:spPr/>
    </dgm:pt>
    <dgm:pt modelId="{20AFE8FC-4290-4143-9F4D-77A4DBBE9FC4}" type="pres">
      <dgm:prSet presAssocID="{F4229ACE-A153-4568-8D81-9685DE8B20BD}" presName="sibTrans" presStyleLbl="sibTrans2D1" presStyleIdx="3" presStyleCnt="4"/>
      <dgm:spPr/>
    </dgm:pt>
    <dgm:pt modelId="{213B007E-C6FC-4495-8FC2-ABCB596EF9CD}" type="pres">
      <dgm:prSet presAssocID="{F4229ACE-A153-4568-8D81-9685DE8B20BD}" presName="connectorText" presStyleLbl="sibTrans2D1" presStyleIdx="3" presStyleCnt="4"/>
      <dgm:spPr/>
    </dgm:pt>
  </dgm:ptLst>
  <dgm:cxnLst>
    <dgm:cxn modelId="{A8DA9201-59F6-4DAC-815D-5981AC61263A}" srcId="{823935AB-375D-439B-BD92-89BD7AF8758B}" destId="{DCDB4A79-BA12-4AA4-8002-A4967D04AD7A}" srcOrd="3" destOrd="0" parTransId="{273D6D7D-75AA-41C7-BAD4-376BCBDA1203}" sibTransId="{F4229ACE-A153-4568-8D81-9685DE8B20BD}"/>
    <dgm:cxn modelId="{B56F1C04-D3DD-4A5A-B630-2BCB6F269BF1}" type="presOf" srcId="{ED60E874-1829-4074-A285-218791C6E55A}" destId="{82567BC2-EA41-417A-AA5C-840C9AE735E7}" srcOrd="1" destOrd="0" presId="urn:microsoft.com/office/officeart/2005/8/layout/cycle2"/>
    <dgm:cxn modelId="{D0FE7208-06A2-4458-B110-863F6249365D}" type="presOf" srcId="{DCDB4A79-BA12-4AA4-8002-A4967D04AD7A}" destId="{CF33CB79-CB1C-41D7-A1E7-65A577C88A12}" srcOrd="0" destOrd="0" presId="urn:microsoft.com/office/officeart/2005/8/layout/cycle2"/>
    <dgm:cxn modelId="{284A2C5E-2ECF-48CE-A640-3D78D1462C69}" type="presOf" srcId="{F4229ACE-A153-4568-8D81-9685DE8B20BD}" destId="{213B007E-C6FC-4495-8FC2-ABCB596EF9CD}" srcOrd="1" destOrd="0" presId="urn:microsoft.com/office/officeart/2005/8/layout/cycle2"/>
    <dgm:cxn modelId="{8E3C795F-EC6D-449D-A060-DC385AC21B2A}" type="presOf" srcId="{DA25C9BA-9A32-49D8-8EE8-594EDB84FFD2}" destId="{8BE6BB50-E668-4E48-92AA-A3E2C381EC9C}" srcOrd="0" destOrd="0" presId="urn:microsoft.com/office/officeart/2005/8/layout/cycle2"/>
    <dgm:cxn modelId="{14DE6642-13E0-4156-AB76-C17558F85777}" type="presOf" srcId="{29EFE4DA-999A-4853-AC0B-9B8E1782946C}" destId="{B93F68D2-D070-4131-A3CA-7088957FEF85}" srcOrd="1" destOrd="0" presId="urn:microsoft.com/office/officeart/2005/8/layout/cycle2"/>
    <dgm:cxn modelId="{D8CE7E66-E4D1-4362-B3FE-72EEAE655E18}" type="presOf" srcId="{C539ED79-F570-46B6-A95B-60561BE40338}" destId="{3E882372-D263-4D7F-823D-639C515F9A60}" srcOrd="1" destOrd="0" presId="urn:microsoft.com/office/officeart/2005/8/layout/cycle2"/>
    <dgm:cxn modelId="{CB95FF55-4B4D-4A0D-A487-F46FB6D8D09D}" type="presOf" srcId="{73B71A6E-BC63-49A6-82A1-A726ED7FF96C}" destId="{1727863F-A912-4377-BC51-D68C65E1D541}" srcOrd="0" destOrd="0" presId="urn:microsoft.com/office/officeart/2005/8/layout/cycle2"/>
    <dgm:cxn modelId="{4B17AD5A-2338-4F15-A048-A109FBE131B2}" srcId="{823935AB-375D-439B-BD92-89BD7AF8758B}" destId="{C2C77320-B916-4925-AB74-BB4E55215D03}" srcOrd="2" destOrd="0" parTransId="{BBA8F44D-0E35-4181-BE79-8F54167262FE}" sibTransId="{29EFE4DA-999A-4853-AC0B-9B8E1782946C}"/>
    <dgm:cxn modelId="{E141087C-2A16-4546-9B8C-D592A787C5D4}" type="presOf" srcId="{823935AB-375D-439B-BD92-89BD7AF8758B}" destId="{AD7E83E3-32E6-4D07-A037-9F1B6AF6454B}" srcOrd="0" destOrd="0" presId="urn:microsoft.com/office/officeart/2005/8/layout/cycle2"/>
    <dgm:cxn modelId="{8F8F5096-7231-4CEF-BDA1-6DFB6C70549B}" type="presOf" srcId="{29EFE4DA-999A-4853-AC0B-9B8E1782946C}" destId="{53421655-878A-4C7C-B7EA-809EF1AB5D74}" srcOrd="0" destOrd="0" presId="urn:microsoft.com/office/officeart/2005/8/layout/cycle2"/>
    <dgm:cxn modelId="{9E4012A9-9524-4BEB-8B85-91809C9FBE1E}" type="presOf" srcId="{F4229ACE-A153-4568-8D81-9685DE8B20BD}" destId="{20AFE8FC-4290-4143-9F4D-77A4DBBE9FC4}" srcOrd="0" destOrd="0" presId="urn:microsoft.com/office/officeart/2005/8/layout/cycle2"/>
    <dgm:cxn modelId="{2C9FA9B1-BE29-407C-AD15-249C840DE731}" srcId="{823935AB-375D-439B-BD92-89BD7AF8758B}" destId="{DA25C9BA-9A32-49D8-8EE8-594EDB84FFD2}" srcOrd="0" destOrd="0" parTransId="{502058CE-592E-4131-A331-5DDF69387C90}" sibTransId="{C539ED79-F570-46B6-A95B-60561BE40338}"/>
    <dgm:cxn modelId="{75188BB3-448E-466B-A545-32B6D124F862}" type="presOf" srcId="{C539ED79-F570-46B6-A95B-60561BE40338}" destId="{1F88C1B1-DDBF-404A-AC02-613D74A1E8C5}" srcOrd="0" destOrd="0" presId="urn:microsoft.com/office/officeart/2005/8/layout/cycle2"/>
    <dgm:cxn modelId="{62BE5BCF-8AAC-4EB3-AB34-8F7DB0E3D19E}" type="presOf" srcId="{ED60E874-1829-4074-A285-218791C6E55A}" destId="{872132CA-6A11-4732-9838-BF097F7D32A8}" srcOrd="0" destOrd="0" presId="urn:microsoft.com/office/officeart/2005/8/layout/cycle2"/>
    <dgm:cxn modelId="{A8CD29F0-E705-4524-87F2-772959F087F8}" srcId="{823935AB-375D-439B-BD92-89BD7AF8758B}" destId="{73B71A6E-BC63-49A6-82A1-A726ED7FF96C}" srcOrd="1" destOrd="0" parTransId="{248336B9-9ABC-466F-A149-FC6C60AED327}" sibTransId="{ED60E874-1829-4074-A285-218791C6E55A}"/>
    <dgm:cxn modelId="{698667FB-80C9-4313-BDAD-5741D82F406B}" type="presOf" srcId="{C2C77320-B916-4925-AB74-BB4E55215D03}" destId="{F7A3C836-489F-458E-AEDA-CAA1075AAC4E}" srcOrd="0" destOrd="0" presId="urn:microsoft.com/office/officeart/2005/8/layout/cycle2"/>
    <dgm:cxn modelId="{F76A92D0-C6A4-4A1E-AF9D-2852F3F1CBD2}" type="presParOf" srcId="{AD7E83E3-32E6-4D07-A037-9F1B6AF6454B}" destId="{8BE6BB50-E668-4E48-92AA-A3E2C381EC9C}" srcOrd="0" destOrd="0" presId="urn:microsoft.com/office/officeart/2005/8/layout/cycle2"/>
    <dgm:cxn modelId="{45151E94-0059-4537-B78F-4B4BFE8BAE6A}" type="presParOf" srcId="{AD7E83E3-32E6-4D07-A037-9F1B6AF6454B}" destId="{1F88C1B1-DDBF-404A-AC02-613D74A1E8C5}" srcOrd="1" destOrd="0" presId="urn:microsoft.com/office/officeart/2005/8/layout/cycle2"/>
    <dgm:cxn modelId="{4A2C4255-0F34-4246-B45B-B3FF9C0B090D}" type="presParOf" srcId="{1F88C1B1-DDBF-404A-AC02-613D74A1E8C5}" destId="{3E882372-D263-4D7F-823D-639C515F9A60}" srcOrd="0" destOrd="0" presId="urn:microsoft.com/office/officeart/2005/8/layout/cycle2"/>
    <dgm:cxn modelId="{41110D62-269E-4F5A-B507-A23F4B33D745}" type="presParOf" srcId="{AD7E83E3-32E6-4D07-A037-9F1B6AF6454B}" destId="{1727863F-A912-4377-BC51-D68C65E1D541}" srcOrd="2" destOrd="0" presId="urn:microsoft.com/office/officeart/2005/8/layout/cycle2"/>
    <dgm:cxn modelId="{AF960BB9-109E-4F5D-A4CE-BC9C5B69964F}" type="presParOf" srcId="{AD7E83E3-32E6-4D07-A037-9F1B6AF6454B}" destId="{872132CA-6A11-4732-9838-BF097F7D32A8}" srcOrd="3" destOrd="0" presId="urn:microsoft.com/office/officeart/2005/8/layout/cycle2"/>
    <dgm:cxn modelId="{F98C2DB2-3D26-4A02-85F7-74A5889E8778}" type="presParOf" srcId="{872132CA-6A11-4732-9838-BF097F7D32A8}" destId="{82567BC2-EA41-417A-AA5C-840C9AE735E7}" srcOrd="0" destOrd="0" presId="urn:microsoft.com/office/officeart/2005/8/layout/cycle2"/>
    <dgm:cxn modelId="{57B4E473-EBC8-4751-A921-E72DB41C439D}" type="presParOf" srcId="{AD7E83E3-32E6-4D07-A037-9F1B6AF6454B}" destId="{F7A3C836-489F-458E-AEDA-CAA1075AAC4E}" srcOrd="4" destOrd="0" presId="urn:microsoft.com/office/officeart/2005/8/layout/cycle2"/>
    <dgm:cxn modelId="{050442B1-B087-4F2C-92E0-17184C62EF9A}" type="presParOf" srcId="{AD7E83E3-32E6-4D07-A037-9F1B6AF6454B}" destId="{53421655-878A-4C7C-B7EA-809EF1AB5D74}" srcOrd="5" destOrd="0" presId="urn:microsoft.com/office/officeart/2005/8/layout/cycle2"/>
    <dgm:cxn modelId="{67AEE57D-FE44-414C-91EE-3C4EE1291266}" type="presParOf" srcId="{53421655-878A-4C7C-B7EA-809EF1AB5D74}" destId="{B93F68D2-D070-4131-A3CA-7088957FEF85}" srcOrd="0" destOrd="0" presId="urn:microsoft.com/office/officeart/2005/8/layout/cycle2"/>
    <dgm:cxn modelId="{C4DDD81F-BCD9-455E-80A5-55CB9B5BEFB0}" type="presParOf" srcId="{AD7E83E3-32E6-4D07-A037-9F1B6AF6454B}" destId="{CF33CB79-CB1C-41D7-A1E7-65A577C88A12}" srcOrd="6" destOrd="0" presId="urn:microsoft.com/office/officeart/2005/8/layout/cycle2"/>
    <dgm:cxn modelId="{12E44F9A-0B67-4DFA-A395-F1D8119EBD3B}" type="presParOf" srcId="{AD7E83E3-32E6-4D07-A037-9F1B6AF6454B}" destId="{20AFE8FC-4290-4143-9F4D-77A4DBBE9FC4}" srcOrd="7" destOrd="0" presId="urn:microsoft.com/office/officeart/2005/8/layout/cycle2"/>
    <dgm:cxn modelId="{43BFD9F8-7714-41A5-BCD4-FC03EF250118}" type="presParOf" srcId="{20AFE8FC-4290-4143-9F4D-77A4DBBE9FC4}" destId="{213B007E-C6FC-4495-8FC2-ABCB596EF9C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630ECBA1-DC69-410B-A15E-C002FDB22FFB}" type="doc">
      <dgm:prSet loTypeId="urn:microsoft.com/office/officeart/2005/8/layout/cycle2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31FF7D-0030-4F70-809A-1F53E1CEA3B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9C51FED-817A-49EA-AFA0-EA277FEC9C5B}" type="parTrans" cxnId="{2B270091-99E4-4497-9883-E63C7C63D2A8}">
      <dgm:prSet/>
      <dgm:spPr/>
    </dgm:pt>
    <dgm:pt modelId="{308BA99D-68A2-4D13-9A25-97B8512EDE1F}" type="sibTrans" cxnId="{2B270091-99E4-4497-9883-E63C7C63D2A8}">
      <dgm:prSet/>
      <dgm:spPr/>
      <dgm:t>
        <a:bodyPr/>
        <a:lstStyle/>
        <a:p>
          <a:endParaRPr lang="en-US"/>
        </a:p>
      </dgm:t>
    </dgm:pt>
    <dgm:pt modelId="{3F30A286-BBF2-4DBD-B387-8FE009ED1357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EBB6BED-2AB0-40CF-94BB-E225ACBCEA12}" type="parTrans" cxnId="{247FCC91-F57C-4077-B7D4-09E16D15B2B7}">
      <dgm:prSet/>
      <dgm:spPr/>
    </dgm:pt>
    <dgm:pt modelId="{776A8F85-8FB6-4F2C-8DBC-60957B7D7DB2}" type="sibTrans" cxnId="{247FCC91-F57C-4077-B7D4-09E16D15B2B7}">
      <dgm:prSet/>
      <dgm:spPr/>
      <dgm:t>
        <a:bodyPr/>
        <a:lstStyle/>
        <a:p>
          <a:endParaRPr lang="en-US"/>
        </a:p>
      </dgm:t>
    </dgm:pt>
    <dgm:pt modelId="{7BB4F7D9-2E1E-4E18-A602-B59CF78DCCB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73C12F0-9DEB-4498-92A9-48B57DC5EBB1}" type="parTrans" cxnId="{9A0568E8-FBF6-4D83-A3ED-E107AD992D56}">
      <dgm:prSet/>
      <dgm:spPr/>
    </dgm:pt>
    <dgm:pt modelId="{86D78FBA-6BCB-479E-A9DF-420A3DF08280}" type="sibTrans" cxnId="{9A0568E8-FBF6-4D83-A3ED-E107AD992D56}">
      <dgm:prSet/>
      <dgm:spPr/>
      <dgm:t>
        <a:bodyPr/>
        <a:lstStyle/>
        <a:p>
          <a:endParaRPr lang="en-US"/>
        </a:p>
      </dgm:t>
    </dgm:pt>
    <dgm:pt modelId="{8CADF9F0-DE12-4B1C-8912-236D8014F12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37051549-D34F-4152-961F-0737A32FD58A}" type="parTrans" cxnId="{A5756951-50E2-45D6-99D1-4D3084A98BBF}">
      <dgm:prSet/>
      <dgm:spPr/>
    </dgm:pt>
    <dgm:pt modelId="{4FC28902-CD11-49FB-8409-5D94E17FEC2E}" type="sibTrans" cxnId="{A5756951-50E2-45D6-99D1-4D3084A98BBF}">
      <dgm:prSet/>
      <dgm:spPr/>
      <dgm:t>
        <a:bodyPr/>
        <a:lstStyle/>
        <a:p>
          <a:endParaRPr lang="en-US"/>
        </a:p>
      </dgm:t>
    </dgm:pt>
    <dgm:pt modelId="{4CB8AD79-8ED7-4AA8-8C37-87888AB1F95A}" type="pres">
      <dgm:prSet presAssocID="{630ECBA1-DC69-410B-A15E-C002FDB22FFB}" presName="cycle" presStyleCnt="0">
        <dgm:presLayoutVars>
          <dgm:dir/>
          <dgm:resizeHandles val="exact"/>
        </dgm:presLayoutVars>
      </dgm:prSet>
      <dgm:spPr/>
    </dgm:pt>
    <dgm:pt modelId="{53557656-EE44-4E6F-BB30-24505E93F994}" type="pres">
      <dgm:prSet presAssocID="{EB31FF7D-0030-4F70-809A-1F53E1CEA3B2}" presName="node" presStyleLbl="node1" presStyleIdx="0" presStyleCnt="4">
        <dgm:presLayoutVars>
          <dgm:bulletEnabled val="1"/>
        </dgm:presLayoutVars>
      </dgm:prSet>
      <dgm:spPr/>
    </dgm:pt>
    <dgm:pt modelId="{D65A73EF-F9CA-40AA-BE53-504E793DDEAB}" type="pres">
      <dgm:prSet presAssocID="{308BA99D-68A2-4D13-9A25-97B8512EDE1F}" presName="sibTrans" presStyleLbl="sibTrans2D1" presStyleIdx="0" presStyleCnt="4"/>
      <dgm:spPr/>
    </dgm:pt>
    <dgm:pt modelId="{42CB53C8-A01B-43F3-92D7-D5B279AA46F1}" type="pres">
      <dgm:prSet presAssocID="{308BA99D-68A2-4D13-9A25-97B8512EDE1F}" presName="connectorText" presStyleLbl="sibTrans2D1" presStyleIdx="0" presStyleCnt="4"/>
      <dgm:spPr/>
    </dgm:pt>
    <dgm:pt modelId="{D6B25BCB-8B43-48E4-9FD1-9FE27860DE02}" type="pres">
      <dgm:prSet presAssocID="{3F30A286-BBF2-4DBD-B387-8FE009ED1357}" presName="node" presStyleLbl="node1" presStyleIdx="1" presStyleCnt="4">
        <dgm:presLayoutVars>
          <dgm:bulletEnabled val="1"/>
        </dgm:presLayoutVars>
      </dgm:prSet>
      <dgm:spPr/>
    </dgm:pt>
    <dgm:pt modelId="{2CD3B372-F589-4BB1-BD8B-5316225D662B}" type="pres">
      <dgm:prSet presAssocID="{776A8F85-8FB6-4F2C-8DBC-60957B7D7DB2}" presName="sibTrans" presStyleLbl="sibTrans2D1" presStyleIdx="1" presStyleCnt="4"/>
      <dgm:spPr/>
    </dgm:pt>
    <dgm:pt modelId="{D0DFA51F-DA2D-477F-A5FD-4F9E453F996B}" type="pres">
      <dgm:prSet presAssocID="{776A8F85-8FB6-4F2C-8DBC-60957B7D7DB2}" presName="connectorText" presStyleLbl="sibTrans2D1" presStyleIdx="1" presStyleCnt="4"/>
      <dgm:spPr/>
    </dgm:pt>
    <dgm:pt modelId="{7DB6B88C-9B45-423C-AEE1-0C82C015F565}" type="pres">
      <dgm:prSet presAssocID="{7BB4F7D9-2E1E-4E18-A602-B59CF78DCCBA}" presName="node" presStyleLbl="node1" presStyleIdx="2" presStyleCnt="4">
        <dgm:presLayoutVars>
          <dgm:bulletEnabled val="1"/>
        </dgm:presLayoutVars>
      </dgm:prSet>
      <dgm:spPr/>
    </dgm:pt>
    <dgm:pt modelId="{0B2186D6-0C24-48F6-B51A-9879CCAA6F2D}" type="pres">
      <dgm:prSet presAssocID="{86D78FBA-6BCB-479E-A9DF-420A3DF08280}" presName="sibTrans" presStyleLbl="sibTrans2D1" presStyleIdx="2" presStyleCnt="4"/>
      <dgm:spPr/>
    </dgm:pt>
    <dgm:pt modelId="{1AF9F736-F7AB-4405-BFC4-06F20333E9AA}" type="pres">
      <dgm:prSet presAssocID="{86D78FBA-6BCB-479E-A9DF-420A3DF08280}" presName="connectorText" presStyleLbl="sibTrans2D1" presStyleIdx="2" presStyleCnt="4"/>
      <dgm:spPr/>
    </dgm:pt>
    <dgm:pt modelId="{DA6B2920-AB52-4ED0-8C49-D215D9F0AAE5}" type="pres">
      <dgm:prSet presAssocID="{8CADF9F0-DE12-4B1C-8912-236D8014F12A}" presName="node" presStyleLbl="node1" presStyleIdx="3" presStyleCnt="4">
        <dgm:presLayoutVars>
          <dgm:bulletEnabled val="1"/>
        </dgm:presLayoutVars>
      </dgm:prSet>
      <dgm:spPr/>
    </dgm:pt>
    <dgm:pt modelId="{82090EE3-4F19-465B-876D-992F726BFEFB}" type="pres">
      <dgm:prSet presAssocID="{4FC28902-CD11-49FB-8409-5D94E17FEC2E}" presName="sibTrans" presStyleLbl="sibTrans2D1" presStyleIdx="3" presStyleCnt="4"/>
      <dgm:spPr/>
    </dgm:pt>
    <dgm:pt modelId="{219E0A01-04C1-4BFF-99CB-E0C759BEC58B}" type="pres">
      <dgm:prSet presAssocID="{4FC28902-CD11-49FB-8409-5D94E17FEC2E}" presName="connectorText" presStyleLbl="sibTrans2D1" presStyleIdx="3" presStyleCnt="4"/>
      <dgm:spPr/>
    </dgm:pt>
  </dgm:ptLst>
  <dgm:cxnLst>
    <dgm:cxn modelId="{25695002-DFCE-452E-B35C-ABD2BD980FDF}" type="presOf" srcId="{776A8F85-8FB6-4F2C-8DBC-60957B7D7DB2}" destId="{2CD3B372-F589-4BB1-BD8B-5316225D662B}" srcOrd="0" destOrd="0" presId="urn:microsoft.com/office/officeart/2005/8/layout/cycle2"/>
    <dgm:cxn modelId="{F6ACAF0B-B40A-4B1F-8C77-ABB2F9EF38AC}" type="presOf" srcId="{7BB4F7D9-2E1E-4E18-A602-B59CF78DCCBA}" destId="{7DB6B88C-9B45-423C-AEE1-0C82C015F565}" srcOrd="0" destOrd="0" presId="urn:microsoft.com/office/officeart/2005/8/layout/cycle2"/>
    <dgm:cxn modelId="{348B356F-7DC9-486B-96D7-8AD12A5596D2}" type="presOf" srcId="{86D78FBA-6BCB-479E-A9DF-420A3DF08280}" destId="{0B2186D6-0C24-48F6-B51A-9879CCAA6F2D}" srcOrd="0" destOrd="0" presId="urn:microsoft.com/office/officeart/2005/8/layout/cycle2"/>
    <dgm:cxn modelId="{019ADB4F-593A-4027-8320-74DFBD490E4D}" type="presOf" srcId="{3F30A286-BBF2-4DBD-B387-8FE009ED1357}" destId="{D6B25BCB-8B43-48E4-9FD1-9FE27860DE02}" srcOrd="0" destOrd="0" presId="urn:microsoft.com/office/officeart/2005/8/layout/cycle2"/>
    <dgm:cxn modelId="{A5756951-50E2-45D6-99D1-4D3084A98BBF}" srcId="{630ECBA1-DC69-410B-A15E-C002FDB22FFB}" destId="{8CADF9F0-DE12-4B1C-8912-236D8014F12A}" srcOrd="3" destOrd="0" parTransId="{37051549-D34F-4152-961F-0737A32FD58A}" sibTransId="{4FC28902-CD11-49FB-8409-5D94E17FEC2E}"/>
    <dgm:cxn modelId="{126DDB87-1D22-4933-AB75-0C124F54C4B4}" type="presOf" srcId="{308BA99D-68A2-4D13-9A25-97B8512EDE1F}" destId="{42CB53C8-A01B-43F3-92D7-D5B279AA46F1}" srcOrd="1" destOrd="0" presId="urn:microsoft.com/office/officeart/2005/8/layout/cycle2"/>
    <dgm:cxn modelId="{2B270091-99E4-4497-9883-E63C7C63D2A8}" srcId="{630ECBA1-DC69-410B-A15E-C002FDB22FFB}" destId="{EB31FF7D-0030-4F70-809A-1F53E1CEA3B2}" srcOrd="0" destOrd="0" parTransId="{19C51FED-817A-49EA-AFA0-EA277FEC9C5B}" sibTransId="{308BA99D-68A2-4D13-9A25-97B8512EDE1F}"/>
    <dgm:cxn modelId="{247FCC91-F57C-4077-B7D4-09E16D15B2B7}" srcId="{630ECBA1-DC69-410B-A15E-C002FDB22FFB}" destId="{3F30A286-BBF2-4DBD-B387-8FE009ED1357}" srcOrd="1" destOrd="0" parTransId="{BEBB6BED-2AB0-40CF-94BB-E225ACBCEA12}" sibTransId="{776A8F85-8FB6-4F2C-8DBC-60957B7D7DB2}"/>
    <dgm:cxn modelId="{180BB7A3-0A5D-4F31-A394-B7AB5CF2D990}" type="presOf" srcId="{8CADF9F0-DE12-4B1C-8912-236D8014F12A}" destId="{DA6B2920-AB52-4ED0-8C49-D215D9F0AAE5}" srcOrd="0" destOrd="0" presId="urn:microsoft.com/office/officeart/2005/8/layout/cycle2"/>
    <dgm:cxn modelId="{0D47FBA5-269D-4C1A-A73E-3BC4955AD459}" type="presOf" srcId="{4FC28902-CD11-49FB-8409-5D94E17FEC2E}" destId="{219E0A01-04C1-4BFF-99CB-E0C759BEC58B}" srcOrd="1" destOrd="0" presId="urn:microsoft.com/office/officeart/2005/8/layout/cycle2"/>
    <dgm:cxn modelId="{B6E8DDB0-8C2C-4A63-B958-B040C613684A}" type="presOf" srcId="{308BA99D-68A2-4D13-9A25-97B8512EDE1F}" destId="{D65A73EF-F9CA-40AA-BE53-504E793DDEAB}" srcOrd="0" destOrd="0" presId="urn:microsoft.com/office/officeart/2005/8/layout/cycle2"/>
    <dgm:cxn modelId="{AA2719C8-3C93-4D95-B6A7-40C3B66367DB}" type="presOf" srcId="{86D78FBA-6BCB-479E-A9DF-420A3DF08280}" destId="{1AF9F736-F7AB-4405-BFC4-06F20333E9AA}" srcOrd="1" destOrd="0" presId="urn:microsoft.com/office/officeart/2005/8/layout/cycle2"/>
    <dgm:cxn modelId="{FE8828D1-9759-43C5-95FB-047A8E43DB36}" type="presOf" srcId="{4FC28902-CD11-49FB-8409-5D94E17FEC2E}" destId="{82090EE3-4F19-465B-876D-992F726BFEFB}" srcOrd="0" destOrd="0" presId="urn:microsoft.com/office/officeart/2005/8/layout/cycle2"/>
    <dgm:cxn modelId="{9A0568E8-FBF6-4D83-A3ED-E107AD992D56}" srcId="{630ECBA1-DC69-410B-A15E-C002FDB22FFB}" destId="{7BB4F7D9-2E1E-4E18-A602-B59CF78DCCBA}" srcOrd="2" destOrd="0" parTransId="{773C12F0-9DEB-4498-92A9-48B57DC5EBB1}" sibTransId="{86D78FBA-6BCB-479E-A9DF-420A3DF08280}"/>
    <dgm:cxn modelId="{5CAD37EE-06B7-498C-9EA7-B7EF85BA56BD}" type="presOf" srcId="{EB31FF7D-0030-4F70-809A-1F53E1CEA3B2}" destId="{53557656-EE44-4E6F-BB30-24505E93F994}" srcOrd="0" destOrd="0" presId="urn:microsoft.com/office/officeart/2005/8/layout/cycle2"/>
    <dgm:cxn modelId="{890054EE-9AA3-467D-A6F2-A4B83185B542}" type="presOf" srcId="{630ECBA1-DC69-410B-A15E-C002FDB22FFB}" destId="{4CB8AD79-8ED7-4AA8-8C37-87888AB1F95A}" srcOrd="0" destOrd="0" presId="urn:microsoft.com/office/officeart/2005/8/layout/cycle2"/>
    <dgm:cxn modelId="{9ECBD2F7-3C1A-4152-8818-6FD2052D282C}" type="presOf" srcId="{776A8F85-8FB6-4F2C-8DBC-60957B7D7DB2}" destId="{D0DFA51F-DA2D-477F-A5FD-4F9E453F996B}" srcOrd="1" destOrd="0" presId="urn:microsoft.com/office/officeart/2005/8/layout/cycle2"/>
    <dgm:cxn modelId="{D30A7E7D-234E-4C45-8708-41EC0A62E3DC}" type="presParOf" srcId="{4CB8AD79-8ED7-4AA8-8C37-87888AB1F95A}" destId="{53557656-EE44-4E6F-BB30-24505E93F994}" srcOrd="0" destOrd="0" presId="urn:microsoft.com/office/officeart/2005/8/layout/cycle2"/>
    <dgm:cxn modelId="{CCA03C29-2A1F-4DE6-B82C-1D13EED1878B}" type="presParOf" srcId="{4CB8AD79-8ED7-4AA8-8C37-87888AB1F95A}" destId="{D65A73EF-F9CA-40AA-BE53-504E793DDEAB}" srcOrd="1" destOrd="0" presId="urn:microsoft.com/office/officeart/2005/8/layout/cycle2"/>
    <dgm:cxn modelId="{565F09A1-3D70-4F1C-96BB-F7077F0DF8CD}" type="presParOf" srcId="{D65A73EF-F9CA-40AA-BE53-504E793DDEAB}" destId="{42CB53C8-A01B-43F3-92D7-D5B279AA46F1}" srcOrd="0" destOrd="0" presId="urn:microsoft.com/office/officeart/2005/8/layout/cycle2"/>
    <dgm:cxn modelId="{A1E9AF2C-624E-443A-A7F5-84DDB088BBB5}" type="presParOf" srcId="{4CB8AD79-8ED7-4AA8-8C37-87888AB1F95A}" destId="{D6B25BCB-8B43-48E4-9FD1-9FE27860DE02}" srcOrd="2" destOrd="0" presId="urn:microsoft.com/office/officeart/2005/8/layout/cycle2"/>
    <dgm:cxn modelId="{A3F16D19-7221-47B3-964E-8C3964172850}" type="presParOf" srcId="{4CB8AD79-8ED7-4AA8-8C37-87888AB1F95A}" destId="{2CD3B372-F589-4BB1-BD8B-5316225D662B}" srcOrd="3" destOrd="0" presId="urn:microsoft.com/office/officeart/2005/8/layout/cycle2"/>
    <dgm:cxn modelId="{B1A1386E-F4B2-491F-AA32-2C5C4316D6D2}" type="presParOf" srcId="{2CD3B372-F589-4BB1-BD8B-5316225D662B}" destId="{D0DFA51F-DA2D-477F-A5FD-4F9E453F996B}" srcOrd="0" destOrd="0" presId="urn:microsoft.com/office/officeart/2005/8/layout/cycle2"/>
    <dgm:cxn modelId="{2C0DADB6-1F86-4EE7-B089-0DD7ACBAC23E}" type="presParOf" srcId="{4CB8AD79-8ED7-4AA8-8C37-87888AB1F95A}" destId="{7DB6B88C-9B45-423C-AEE1-0C82C015F565}" srcOrd="4" destOrd="0" presId="urn:microsoft.com/office/officeart/2005/8/layout/cycle2"/>
    <dgm:cxn modelId="{19613793-D497-482D-B453-44CBC4EF79EA}" type="presParOf" srcId="{4CB8AD79-8ED7-4AA8-8C37-87888AB1F95A}" destId="{0B2186D6-0C24-48F6-B51A-9879CCAA6F2D}" srcOrd="5" destOrd="0" presId="urn:microsoft.com/office/officeart/2005/8/layout/cycle2"/>
    <dgm:cxn modelId="{09AB8744-33A4-424F-AACA-F6F7E64E5B9B}" type="presParOf" srcId="{0B2186D6-0C24-48F6-B51A-9879CCAA6F2D}" destId="{1AF9F736-F7AB-4405-BFC4-06F20333E9AA}" srcOrd="0" destOrd="0" presId="urn:microsoft.com/office/officeart/2005/8/layout/cycle2"/>
    <dgm:cxn modelId="{67DEE248-F15F-4AB2-9886-D97218FF4D98}" type="presParOf" srcId="{4CB8AD79-8ED7-4AA8-8C37-87888AB1F95A}" destId="{DA6B2920-AB52-4ED0-8C49-D215D9F0AAE5}" srcOrd="6" destOrd="0" presId="urn:microsoft.com/office/officeart/2005/8/layout/cycle2"/>
    <dgm:cxn modelId="{508347DC-3726-4774-A696-491198331408}" type="presParOf" srcId="{4CB8AD79-8ED7-4AA8-8C37-87888AB1F95A}" destId="{82090EE3-4F19-465B-876D-992F726BFEFB}" srcOrd="7" destOrd="0" presId="urn:microsoft.com/office/officeart/2005/8/layout/cycle2"/>
    <dgm:cxn modelId="{70BB3D27-CD34-4372-8B64-6107DCA3522E}" type="presParOf" srcId="{82090EE3-4F19-465B-876D-992F726BFEFB}" destId="{219E0A01-04C1-4BFF-99CB-E0C759BEC58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09786944-1270-4084-B73B-86B7214024F7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690430-21C2-4C05-8BEF-551184E5250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5A399D6D-38AF-42DE-A559-3A62BE888FA3}" type="parTrans" cxnId="{969E95C2-30F4-48F7-8480-86D236F7CD40}">
      <dgm:prSet/>
      <dgm:spPr/>
    </dgm:pt>
    <dgm:pt modelId="{77751220-7C9A-4C47-A817-8E396E8A3824}" type="sibTrans" cxnId="{969E95C2-30F4-48F7-8480-86D236F7CD40}">
      <dgm:prSet/>
      <dgm:spPr/>
      <dgm:t>
        <a:bodyPr/>
        <a:lstStyle/>
        <a:p>
          <a:endParaRPr lang="en-US"/>
        </a:p>
      </dgm:t>
    </dgm:pt>
    <dgm:pt modelId="{1777BF69-1F35-40EF-B588-7DDEA3B2FA3C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D88E83B9-2F14-456D-ABFA-BA345F2702E1}" type="parTrans" cxnId="{9C421FD5-B0B4-4210-AED6-EDEB30785DD0}">
      <dgm:prSet/>
      <dgm:spPr/>
    </dgm:pt>
    <dgm:pt modelId="{526574CD-0B0C-409B-BB7D-8FFC9A062C0C}" type="sibTrans" cxnId="{9C421FD5-B0B4-4210-AED6-EDEB30785DD0}">
      <dgm:prSet/>
      <dgm:spPr/>
      <dgm:t>
        <a:bodyPr/>
        <a:lstStyle/>
        <a:p>
          <a:endParaRPr lang="en-US"/>
        </a:p>
      </dgm:t>
    </dgm:pt>
    <dgm:pt modelId="{3063D3B9-32D3-4ACD-A7C8-AF90746631D9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55B0C799-EC00-4AE1-98AC-783F442DACF1}" type="parTrans" cxnId="{84AECAFF-FD51-43CB-8973-39909D1A21CE}">
      <dgm:prSet/>
      <dgm:spPr/>
    </dgm:pt>
    <dgm:pt modelId="{61868C4C-6AF9-4AED-85E6-67153E32633C}" type="sibTrans" cxnId="{84AECAFF-FD51-43CB-8973-39909D1A21CE}">
      <dgm:prSet/>
      <dgm:spPr/>
      <dgm:t>
        <a:bodyPr/>
        <a:lstStyle/>
        <a:p>
          <a:endParaRPr lang="en-US"/>
        </a:p>
      </dgm:t>
    </dgm:pt>
    <dgm:pt modelId="{9FB26508-AA12-4951-B696-2F8174E74724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B2A03B98-7F4B-47C3-8F24-F1A6420CF1C9}" type="parTrans" cxnId="{97556DAC-9F17-430A-B18B-91F3927BEDF1}">
      <dgm:prSet/>
      <dgm:spPr/>
    </dgm:pt>
    <dgm:pt modelId="{1E279507-09A0-4A1F-8E1E-5979BCFD2D80}" type="sibTrans" cxnId="{97556DAC-9F17-430A-B18B-91F3927BEDF1}">
      <dgm:prSet/>
      <dgm:spPr/>
      <dgm:t>
        <a:bodyPr/>
        <a:lstStyle/>
        <a:p>
          <a:endParaRPr lang="en-US"/>
        </a:p>
      </dgm:t>
    </dgm:pt>
    <dgm:pt modelId="{584FEDAC-6D5E-43C6-BC7F-7B5A1F71ACC9}" type="pres">
      <dgm:prSet presAssocID="{09786944-1270-4084-B73B-86B7214024F7}" presName="cycle" presStyleCnt="0">
        <dgm:presLayoutVars>
          <dgm:dir/>
          <dgm:resizeHandles val="exact"/>
        </dgm:presLayoutVars>
      </dgm:prSet>
      <dgm:spPr/>
    </dgm:pt>
    <dgm:pt modelId="{2B02F65D-AF81-4442-AC0A-4569E0F382B8}" type="pres">
      <dgm:prSet presAssocID="{01690430-21C2-4C05-8BEF-551184E52507}" presName="node" presStyleLbl="node1" presStyleIdx="0" presStyleCnt="4">
        <dgm:presLayoutVars>
          <dgm:bulletEnabled val="1"/>
        </dgm:presLayoutVars>
      </dgm:prSet>
      <dgm:spPr/>
    </dgm:pt>
    <dgm:pt modelId="{368AB492-1AF0-4822-8F90-B1C10C7E4C4D}" type="pres">
      <dgm:prSet presAssocID="{77751220-7C9A-4C47-A817-8E396E8A3824}" presName="sibTrans" presStyleLbl="sibTrans2D1" presStyleIdx="0" presStyleCnt="4"/>
      <dgm:spPr/>
    </dgm:pt>
    <dgm:pt modelId="{C844F986-9E3F-4B7E-A668-FB018B686672}" type="pres">
      <dgm:prSet presAssocID="{77751220-7C9A-4C47-A817-8E396E8A3824}" presName="connectorText" presStyleLbl="sibTrans2D1" presStyleIdx="0" presStyleCnt="4"/>
      <dgm:spPr/>
    </dgm:pt>
    <dgm:pt modelId="{45CD4A46-3178-4159-BC21-5027C8E131F3}" type="pres">
      <dgm:prSet presAssocID="{1777BF69-1F35-40EF-B588-7DDEA3B2FA3C}" presName="node" presStyleLbl="node1" presStyleIdx="1" presStyleCnt="4">
        <dgm:presLayoutVars>
          <dgm:bulletEnabled val="1"/>
        </dgm:presLayoutVars>
      </dgm:prSet>
      <dgm:spPr/>
    </dgm:pt>
    <dgm:pt modelId="{3C741953-635F-4B91-B7EB-F2107E6168AF}" type="pres">
      <dgm:prSet presAssocID="{526574CD-0B0C-409B-BB7D-8FFC9A062C0C}" presName="sibTrans" presStyleLbl="sibTrans2D1" presStyleIdx="1" presStyleCnt="4"/>
      <dgm:spPr/>
    </dgm:pt>
    <dgm:pt modelId="{44D7FA08-5E35-431A-A561-1302020A841C}" type="pres">
      <dgm:prSet presAssocID="{526574CD-0B0C-409B-BB7D-8FFC9A062C0C}" presName="connectorText" presStyleLbl="sibTrans2D1" presStyleIdx="1" presStyleCnt="4"/>
      <dgm:spPr/>
    </dgm:pt>
    <dgm:pt modelId="{E191E82F-6262-400D-BFE0-BADBAD638067}" type="pres">
      <dgm:prSet presAssocID="{3063D3B9-32D3-4ACD-A7C8-AF90746631D9}" presName="node" presStyleLbl="node1" presStyleIdx="2" presStyleCnt="4">
        <dgm:presLayoutVars>
          <dgm:bulletEnabled val="1"/>
        </dgm:presLayoutVars>
      </dgm:prSet>
      <dgm:spPr/>
    </dgm:pt>
    <dgm:pt modelId="{F73BA1B5-5FA0-4066-8FE4-B7F0DC220B43}" type="pres">
      <dgm:prSet presAssocID="{61868C4C-6AF9-4AED-85E6-67153E32633C}" presName="sibTrans" presStyleLbl="sibTrans2D1" presStyleIdx="2" presStyleCnt="4"/>
      <dgm:spPr/>
    </dgm:pt>
    <dgm:pt modelId="{CD2822B6-89A8-465A-9AEF-ED4A4AC4D372}" type="pres">
      <dgm:prSet presAssocID="{61868C4C-6AF9-4AED-85E6-67153E32633C}" presName="connectorText" presStyleLbl="sibTrans2D1" presStyleIdx="2" presStyleCnt="4"/>
      <dgm:spPr/>
    </dgm:pt>
    <dgm:pt modelId="{E2462874-58D7-4844-911F-D805F3F392D0}" type="pres">
      <dgm:prSet presAssocID="{9FB26508-AA12-4951-B696-2F8174E74724}" presName="node" presStyleLbl="node1" presStyleIdx="3" presStyleCnt="4">
        <dgm:presLayoutVars>
          <dgm:bulletEnabled val="1"/>
        </dgm:presLayoutVars>
      </dgm:prSet>
      <dgm:spPr/>
    </dgm:pt>
    <dgm:pt modelId="{5A1E2AF5-6E3F-40F5-91E8-88D451358DA7}" type="pres">
      <dgm:prSet presAssocID="{1E279507-09A0-4A1F-8E1E-5979BCFD2D80}" presName="sibTrans" presStyleLbl="sibTrans2D1" presStyleIdx="3" presStyleCnt="4"/>
      <dgm:spPr/>
    </dgm:pt>
    <dgm:pt modelId="{20ECF47C-AA89-4075-AECE-95FFEC94A18F}" type="pres">
      <dgm:prSet presAssocID="{1E279507-09A0-4A1F-8E1E-5979BCFD2D80}" presName="connectorText" presStyleLbl="sibTrans2D1" presStyleIdx="3" presStyleCnt="4"/>
      <dgm:spPr/>
    </dgm:pt>
  </dgm:ptLst>
  <dgm:cxnLst>
    <dgm:cxn modelId="{00AE7909-CE94-4001-A727-89429AC6EBCB}" type="presOf" srcId="{526574CD-0B0C-409B-BB7D-8FFC9A062C0C}" destId="{44D7FA08-5E35-431A-A561-1302020A841C}" srcOrd="1" destOrd="0" presId="urn:microsoft.com/office/officeart/2005/8/layout/cycle2"/>
    <dgm:cxn modelId="{C492382D-3C96-4534-9995-DCF4219C4F27}" type="presOf" srcId="{1E279507-09A0-4A1F-8E1E-5979BCFD2D80}" destId="{20ECF47C-AA89-4075-AECE-95FFEC94A18F}" srcOrd="1" destOrd="0" presId="urn:microsoft.com/office/officeart/2005/8/layout/cycle2"/>
    <dgm:cxn modelId="{E2A0F83F-9CD3-4B62-9E8D-D5854614255B}" type="presOf" srcId="{9FB26508-AA12-4951-B696-2F8174E74724}" destId="{E2462874-58D7-4844-911F-D805F3F392D0}" srcOrd="0" destOrd="0" presId="urn:microsoft.com/office/officeart/2005/8/layout/cycle2"/>
    <dgm:cxn modelId="{EA4B6C61-38C2-4FCE-8E91-3E06AB3C656C}" type="presOf" srcId="{61868C4C-6AF9-4AED-85E6-67153E32633C}" destId="{CD2822B6-89A8-465A-9AEF-ED4A4AC4D372}" srcOrd="1" destOrd="0" presId="urn:microsoft.com/office/officeart/2005/8/layout/cycle2"/>
    <dgm:cxn modelId="{C985FC44-85A0-4CB5-BC3F-D15660416EC6}" type="presOf" srcId="{61868C4C-6AF9-4AED-85E6-67153E32633C}" destId="{F73BA1B5-5FA0-4066-8FE4-B7F0DC220B43}" srcOrd="0" destOrd="0" presId="urn:microsoft.com/office/officeart/2005/8/layout/cycle2"/>
    <dgm:cxn modelId="{CA5B7771-1457-431D-85A5-7B5041BBCBEB}" type="presOf" srcId="{526574CD-0B0C-409B-BB7D-8FFC9A062C0C}" destId="{3C741953-635F-4B91-B7EB-F2107E6168AF}" srcOrd="0" destOrd="0" presId="urn:microsoft.com/office/officeart/2005/8/layout/cycle2"/>
    <dgm:cxn modelId="{84AA8C71-233B-4994-AC7B-0167FC35B635}" type="presOf" srcId="{77751220-7C9A-4C47-A817-8E396E8A3824}" destId="{C844F986-9E3F-4B7E-A668-FB018B686672}" srcOrd="1" destOrd="0" presId="urn:microsoft.com/office/officeart/2005/8/layout/cycle2"/>
    <dgm:cxn modelId="{B941BA74-B7B9-465E-B183-3945DE8DC102}" type="presOf" srcId="{1777BF69-1F35-40EF-B588-7DDEA3B2FA3C}" destId="{45CD4A46-3178-4159-BC21-5027C8E131F3}" srcOrd="0" destOrd="0" presId="urn:microsoft.com/office/officeart/2005/8/layout/cycle2"/>
    <dgm:cxn modelId="{8FDE3979-9022-4E4B-AC1B-A7978A2FC83B}" type="presOf" srcId="{01690430-21C2-4C05-8BEF-551184E52507}" destId="{2B02F65D-AF81-4442-AC0A-4569E0F382B8}" srcOrd="0" destOrd="0" presId="urn:microsoft.com/office/officeart/2005/8/layout/cycle2"/>
    <dgm:cxn modelId="{5EBF088E-E72C-4E71-9976-B67E5FF940D4}" type="presOf" srcId="{3063D3B9-32D3-4ACD-A7C8-AF90746631D9}" destId="{E191E82F-6262-400D-BFE0-BADBAD638067}" srcOrd="0" destOrd="0" presId="urn:microsoft.com/office/officeart/2005/8/layout/cycle2"/>
    <dgm:cxn modelId="{FB82818F-01C9-45FE-AA02-8E425EDAF1AA}" type="presOf" srcId="{1E279507-09A0-4A1F-8E1E-5979BCFD2D80}" destId="{5A1E2AF5-6E3F-40F5-91E8-88D451358DA7}" srcOrd="0" destOrd="0" presId="urn:microsoft.com/office/officeart/2005/8/layout/cycle2"/>
    <dgm:cxn modelId="{97556DAC-9F17-430A-B18B-91F3927BEDF1}" srcId="{09786944-1270-4084-B73B-86B7214024F7}" destId="{9FB26508-AA12-4951-B696-2F8174E74724}" srcOrd="3" destOrd="0" parTransId="{B2A03B98-7F4B-47C3-8F24-F1A6420CF1C9}" sibTransId="{1E279507-09A0-4A1F-8E1E-5979BCFD2D80}"/>
    <dgm:cxn modelId="{F9C3A9AC-2FFE-416A-8AE3-24472751EA61}" type="presOf" srcId="{09786944-1270-4084-B73B-86B7214024F7}" destId="{584FEDAC-6D5E-43C6-BC7F-7B5A1F71ACC9}" srcOrd="0" destOrd="0" presId="urn:microsoft.com/office/officeart/2005/8/layout/cycle2"/>
    <dgm:cxn modelId="{F369C3AD-9739-4648-950D-256663AB10A4}" type="presOf" srcId="{77751220-7C9A-4C47-A817-8E396E8A3824}" destId="{368AB492-1AF0-4822-8F90-B1C10C7E4C4D}" srcOrd="0" destOrd="0" presId="urn:microsoft.com/office/officeart/2005/8/layout/cycle2"/>
    <dgm:cxn modelId="{969E95C2-30F4-48F7-8480-86D236F7CD40}" srcId="{09786944-1270-4084-B73B-86B7214024F7}" destId="{01690430-21C2-4C05-8BEF-551184E52507}" srcOrd="0" destOrd="0" parTransId="{5A399D6D-38AF-42DE-A559-3A62BE888FA3}" sibTransId="{77751220-7C9A-4C47-A817-8E396E8A3824}"/>
    <dgm:cxn modelId="{9C421FD5-B0B4-4210-AED6-EDEB30785DD0}" srcId="{09786944-1270-4084-B73B-86B7214024F7}" destId="{1777BF69-1F35-40EF-B588-7DDEA3B2FA3C}" srcOrd="1" destOrd="0" parTransId="{D88E83B9-2F14-456D-ABFA-BA345F2702E1}" sibTransId="{526574CD-0B0C-409B-BB7D-8FFC9A062C0C}"/>
    <dgm:cxn modelId="{84AECAFF-FD51-43CB-8973-39909D1A21CE}" srcId="{09786944-1270-4084-B73B-86B7214024F7}" destId="{3063D3B9-32D3-4ACD-A7C8-AF90746631D9}" srcOrd="2" destOrd="0" parTransId="{55B0C799-EC00-4AE1-98AC-783F442DACF1}" sibTransId="{61868C4C-6AF9-4AED-85E6-67153E32633C}"/>
    <dgm:cxn modelId="{68EF8C13-FA23-407D-8C98-F48DE1128C8D}" type="presParOf" srcId="{584FEDAC-6D5E-43C6-BC7F-7B5A1F71ACC9}" destId="{2B02F65D-AF81-4442-AC0A-4569E0F382B8}" srcOrd="0" destOrd="0" presId="urn:microsoft.com/office/officeart/2005/8/layout/cycle2"/>
    <dgm:cxn modelId="{9E7CA9F2-0F6F-47F0-B1A9-B9B60FF1C315}" type="presParOf" srcId="{584FEDAC-6D5E-43C6-BC7F-7B5A1F71ACC9}" destId="{368AB492-1AF0-4822-8F90-B1C10C7E4C4D}" srcOrd="1" destOrd="0" presId="urn:microsoft.com/office/officeart/2005/8/layout/cycle2"/>
    <dgm:cxn modelId="{DEE54097-F152-4AF3-8814-96EA28A0C709}" type="presParOf" srcId="{368AB492-1AF0-4822-8F90-B1C10C7E4C4D}" destId="{C844F986-9E3F-4B7E-A668-FB018B686672}" srcOrd="0" destOrd="0" presId="urn:microsoft.com/office/officeart/2005/8/layout/cycle2"/>
    <dgm:cxn modelId="{3AAA4A95-3466-4923-93AE-9A7EE8708BE7}" type="presParOf" srcId="{584FEDAC-6D5E-43C6-BC7F-7B5A1F71ACC9}" destId="{45CD4A46-3178-4159-BC21-5027C8E131F3}" srcOrd="2" destOrd="0" presId="urn:microsoft.com/office/officeart/2005/8/layout/cycle2"/>
    <dgm:cxn modelId="{638EC347-70B5-4DE7-B56B-36C8787926B1}" type="presParOf" srcId="{584FEDAC-6D5E-43C6-BC7F-7B5A1F71ACC9}" destId="{3C741953-635F-4B91-B7EB-F2107E6168AF}" srcOrd="3" destOrd="0" presId="urn:microsoft.com/office/officeart/2005/8/layout/cycle2"/>
    <dgm:cxn modelId="{B397B75C-BF59-4514-B05E-38F1D0B5EBDB}" type="presParOf" srcId="{3C741953-635F-4B91-B7EB-F2107E6168AF}" destId="{44D7FA08-5E35-431A-A561-1302020A841C}" srcOrd="0" destOrd="0" presId="urn:microsoft.com/office/officeart/2005/8/layout/cycle2"/>
    <dgm:cxn modelId="{0ABE1C9C-70E8-4EF9-B06D-ABCECD7C1B83}" type="presParOf" srcId="{584FEDAC-6D5E-43C6-BC7F-7B5A1F71ACC9}" destId="{E191E82F-6262-400D-BFE0-BADBAD638067}" srcOrd="4" destOrd="0" presId="urn:microsoft.com/office/officeart/2005/8/layout/cycle2"/>
    <dgm:cxn modelId="{714FE27B-C7AC-4ACB-AF5E-60F1C42B0252}" type="presParOf" srcId="{584FEDAC-6D5E-43C6-BC7F-7B5A1F71ACC9}" destId="{F73BA1B5-5FA0-4066-8FE4-B7F0DC220B43}" srcOrd="5" destOrd="0" presId="urn:microsoft.com/office/officeart/2005/8/layout/cycle2"/>
    <dgm:cxn modelId="{3F4E4E0A-AAB0-4D6F-BB56-A0563CC80D70}" type="presParOf" srcId="{F73BA1B5-5FA0-4066-8FE4-B7F0DC220B43}" destId="{CD2822B6-89A8-465A-9AEF-ED4A4AC4D372}" srcOrd="0" destOrd="0" presId="urn:microsoft.com/office/officeart/2005/8/layout/cycle2"/>
    <dgm:cxn modelId="{9013DB44-7A8E-49A7-9907-BB4B023096C9}" type="presParOf" srcId="{584FEDAC-6D5E-43C6-BC7F-7B5A1F71ACC9}" destId="{E2462874-58D7-4844-911F-D805F3F392D0}" srcOrd="6" destOrd="0" presId="urn:microsoft.com/office/officeart/2005/8/layout/cycle2"/>
    <dgm:cxn modelId="{29EAF28A-5D20-4AD6-9F88-24F2176F7DD1}" type="presParOf" srcId="{584FEDAC-6D5E-43C6-BC7F-7B5A1F71ACC9}" destId="{5A1E2AF5-6E3F-40F5-91E8-88D451358DA7}" srcOrd="7" destOrd="0" presId="urn:microsoft.com/office/officeart/2005/8/layout/cycle2"/>
    <dgm:cxn modelId="{CD1E1027-FE3A-4737-A629-AF5C8B858FFA}" type="presParOf" srcId="{5A1E2AF5-6E3F-40F5-91E8-88D451358DA7}" destId="{20ECF47C-AA89-4075-AECE-95FFEC94A18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D9FDB2CA-DA0B-421E-8C6F-4E5DDD7C30B6}" type="doc">
      <dgm:prSet loTypeId="urn:microsoft.com/office/officeart/2005/8/layout/cycle2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65477-59F2-479F-BD72-076C838B35B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0B5563D-98DC-4A1C-A76E-BFD6AE37DF6B}" type="parTrans" cxnId="{1F12794F-358A-45B6-B0E1-7718074F65D5}">
      <dgm:prSet/>
      <dgm:spPr/>
    </dgm:pt>
    <dgm:pt modelId="{7E47B374-5A91-4736-BB6B-1791234D1461}" type="sibTrans" cxnId="{1F12794F-358A-45B6-B0E1-7718074F65D5}">
      <dgm:prSet/>
      <dgm:spPr/>
      <dgm:t>
        <a:bodyPr/>
        <a:lstStyle/>
        <a:p>
          <a:endParaRPr lang="en-US"/>
        </a:p>
      </dgm:t>
    </dgm:pt>
    <dgm:pt modelId="{8D7345C2-42C4-4D9E-9280-D34ED27ACBF7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246D409-E430-464A-A021-4CC73E89F660}" type="parTrans" cxnId="{563A9C14-F233-4F8B-A620-D0BBC98733ED}">
      <dgm:prSet/>
      <dgm:spPr/>
    </dgm:pt>
    <dgm:pt modelId="{A230313D-99C9-4955-9E39-C5B6444D7782}" type="sibTrans" cxnId="{563A9C14-F233-4F8B-A620-D0BBC98733ED}">
      <dgm:prSet/>
      <dgm:spPr/>
      <dgm:t>
        <a:bodyPr/>
        <a:lstStyle/>
        <a:p>
          <a:endParaRPr lang="en-US"/>
        </a:p>
      </dgm:t>
    </dgm:pt>
    <dgm:pt modelId="{7B6B4D0A-490A-4571-BB53-65B420795AED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955525C-3D7E-4325-B2CF-791DA7EFDBE3}" type="parTrans" cxnId="{B8EC4BFB-BE28-4E75-B684-7CC542FA0F68}">
      <dgm:prSet/>
      <dgm:spPr/>
    </dgm:pt>
    <dgm:pt modelId="{00CFD808-594E-4ABC-AC0D-B18F6844C250}" type="sibTrans" cxnId="{B8EC4BFB-BE28-4E75-B684-7CC542FA0F68}">
      <dgm:prSet/>
      <dgm:spPr/>
      <dgm:t>
        <a:bodyPr/>
        <a:lstStyle/>
        <a:p>
          <a:endParaRPr lang="en-US"/>
        </a:p>
      </dgm:t>
    </dgm:pt>
    <dgm:pt modelId="{3E7D1C17-EC20-412C-9EAF-BFDF3F329F45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BA4BC8A0-6F3E-4A8B-8533-7F94A72604BE}" type="parTrans" cxnId="{A92DDCAB-1B62-4491-A308-7323E83523CC}">
      <dgm:prSet/>
      <dgm:spPr/>
    </dgm:pt>
    <dgm:pt modelId="{D8F0B025-9EF0-4D3B-9A8E-2F7E5D9E4C11}" type="sibTrans" cxnId="{A92DDCAB-1B62-4491-A308-7323E83523CC}">
      <dgm:prSet/>
      <dgm:spPr/>
      <dgm:t>
        <a:bodyPr/>
        <a:lstStyle/>
        <a:p>
          <a:endParaRPr lang="en-US"/>
        </a:p>
      </dgm:t>
    </dgm:pt>
    <dgm:pt modelId="{FA4EF0D0-0F56-45F7-8FFD-E1DF0F116AE0}" type="pres">
      <dgm:prSet presAssocID="{D9FDB2CA-DA0B-421E-8C6F-4E5DDD7C30B6}" presName="cycle" presStyleCnt="0">
        <dgm:presLayoutVars>
          <dgm:dir/>
          <dgm:resizeHandles val="exact"/>
        </dgm:presLayoutVars>
      </dgm:prSet>
      <dgm:spPr/>
    </dgm:pt>
    <dgm:pt modelId="{9AD050FD-7443-4113-B976-808068C1E5BC}" type="pres">
      <dgm:prSet presAssocID="{D6465477-59F2-479F-BD72-076C838B35B6}" presName="node" presStyleLbl="node1" presStyleIdx="0" presStyleCnt="4">
        <dgm:presLayoutVars>
          <dgm:bulletEnabled val="1"/>
        </dgm:presLayoutVars>
      </dgm:prSet>
      <dgm:spPr/>
    </dgm:pt>
    <dgm:pt modelId="{CA5C43C2-5F82-4924-A00D-46DAD4137F8D}" type="pres">
      <dgm:prSet presAssocID="{7E47B374-5A91-4736-BB6B-1791234D1461}" presName="sibTrans" presStyleLbl="sibTrans2D1" presStyleIdx="0" presStyleCnt="4"/>
      <dgm:spPr/>
    </dgm:pt>
    <dgm:pt modelId="{BE20368A-3914-4F8A-A2C6-980060D0909E}" type="pres">
      <dgm:prSet presAssocID="{7E47B374-5A91-4736-BB6B-1791234D1461}" presName="connectorText" presStyleLbl="sibTrans2D1" presStyleIdx="0" presStyleCnt="4"/>
      <dgm:spPr/>
    </dgm:pt>
    <dgm:pt modelId="{29C4BB7D-B091-43FE-8927-53AFC13F13E1}" type="pres">
      <dgm:prSet presAssocID="{8D7345C2-42C4-4D9E-9280-D34ED27ACBF7}" presName="node" presStyleLbl="node1" presStyleIdx="1" presStyleCnt="4">
        <dgm:presLayoutVars>
          <dgm:bulletEnabled val="1"/>
        </dgm:presLayoutVars>
      </dgm:prSet>
      <dgm:spPr/>
    </dgm:pt>
    <dgm:pt modelId="{9C93B232-AB11-43F6-BF63-F4F5D5E59005}" type="pres">
      <dgm:prSet presAssocID="{A230313D-99C9-4955-9E39-C5B6444D7782}" presName="sibTrans" presStyleLbl="sibTrans2D1" presStyleIdx="1" presStyleCnt="4"/>
      <dgm:spPr/>
    </dgm:pt>
    <dgm:pt modelId="{A0E7BE71-AE2E-49F6-9FAF-809D1D6B736B}" type="pres">
      <dgm:prSet presAssocID="{A230313D-99C9-4955-9E39-C5B6444D7782}" presName="connectorText" presStyleLbl="sibTrans2D1" presStyleIdx="1" presStyleCnt="4"/>
      <dgm:spPr/>
    </dgm:pt>
    <dgm:pt modelId="{0202D7AC-6C00-43A3-986E-7E3978C6C090}" type="pres">
      <dgm:prSet presAssocID="{7B6B4D0A-490A-4571-BB53-65B420795AED}" presName="node" presStyleLbl="node1" presStyleIdx="2" presStyleCnt="4">
        <dgm:presLayoutVars>
          <dgm:bulletEnabled val="1"/>
        </dgm:presLayoutVars>
      </dgm:prSet>
      <dgm:spPr/>
    </dgm:pt>
    <dgm:pt modelId="{BF264078-6CB8-4B07-B35D-9565BBD80F09}" type="pres">
      <dgm:prSet presAssocID="{00CFD808-594E-4ABC-AC0D-B18F6844C250}" presName="sibTrans" presStyleLbl="sibTrans2D1" presStyleIdx="2" presStyleCnt="4"/>
      <dgm:spPr/>
    </dgm:pt>
    <dgm:pt modelId="{1D986AE2-0137-4DC3-99CE-0DB523B5A4EA}" type="pres">
      <dgm:prSet presAssocID="{00CFD808-594E-4ABC-AC0D-B18F6844C250}" presName="connectorText" presStyleLbl="sibTrans2D1" presStyleIdx="2" presStyleCnt="4"/>
      <dgm:spPr/>
    </dgm:pt>
    <dgm:pt modelId="{8C705EC8-F8E3-4B76-9214-852414B5724C}" type="pres">
      <dgm:prSet presAssocID="{3E7D1C17-EC20-412C-9EAF-BFDF3F329F45}" presName="node" presStyleLbl="node1" presStyleIdx="3" presStyleCnt="4">
        <dgm:presLayoutVars>
          <dgm:bulletEnabled val="1"/>
        </dgm:presLayoutVars>
      </dgm:prSet>
      <dgm:spPr/>
    </dgm:pt>
    <dgm:pt modelId="{09FE2F43-777A-4E57-AE0A-923FAB2A34A7}" type="pres">
      <dgm:prSet presAssocID="{D8F0B025-9EF0-4D3B-9A8E-2F7E5D9E4C11}" presName="sibTrans" presStyleLbl="sibTrans2D1" presStyleIdx="3" presStyleCnt="4"/>
      <dgm:spPr/>
    </dgm:pt>
    <dgm:pt modelId="{8D09C402-2E7D-4BF5-A8A5-C7A0CF093ACE}" type="pres">
      <dgm:prSet presAssocID="{D8F0B025-9EF0-4D3B-9A8E-2F7E5D9E4C11}" presName="connectorText" presStyleLbl="sibTrans2D1" presStyleIdx="3" presStyleCnt="4"/>
      <dgm:spPr/>
    </dgm:pt>
  </dgm:ptLst>
  <dgm:cxnLst>
    <dgm:cxn modelId="{CCCE160E-2629-42DC-AE5A-3590B790AE92}" type="presOf" srcId="{7E47B374-5A91-4736-BB6B-1791234D1461}" destId="{BE20368A-3914-4F8A-A2C6-980060D0909E}" srcOrd="1" destOrd="0" presId="urn:microsoft.com/office/officeart/2005/8/layout/cycle2"/>
    <dgm:cxn modelId="{563A9C14-F233-4F8B-A620-D0BBC98733ED}" srcId="{D9FDB2CA-DA0B-421E-8C6F-4E5DDD7C30B6}" destId="{8D7345C2-42C4-4D9E-9280-D34ED27ACBF7}" srcOrd="1" destOrd="0" parTransId="{7246D409-E430-464A-A021-4CC73E89F660}" sibTransId="{A230313D-99C9-4955-9E39-C5B6444D7782}"/>
    <dgm:cxn modelId="{D62ECE27-97C2-4E29-8125-45DE2E5410C2}" type="presOf" srcId="{D8F0B025-9EF0-4D3B-9A8E-2F7E5D9E4C11}" destId="{8D09C402-2E7D-4BF5-A8A5-C7A0CF093ACE}" srcOrd="1" destOrd="0" presId="urn:microsoft.com/office/officeart/2005/8/layout/cycle2"/>
    <dgm:cxn modelId="{8BDBD734-4F3F-4770-9E17-D06E87C4A473}" type="presOf" srcId="{D6465477-59F2-479F-BD72-076C838B35B6}" destId="{9AD050FD-7443-4113-B976-808068C1E5BC}" srcOrd="0" destOrd="0" presId="urn:microsoft.com/office/officeart/2005/8/layout/cycle2"/>
    <dgm:cxn modelId="{CF697245-72C2-4E44-B0BF-EA0474928886}" type="presOf" srcId="{8D7345C2-42C4-4D9E-9280-D34ED27ACBF7}" destId="{29C4BB7D-B091-43FE-8927-53AFC13F13E1}" srcOrd="0" destOrd="0" presId="urn:microsoft.com/office/officeart/2005/8/layout/cycle2"/>
    <dgm:cxn modelId="{1F12794F-358A-45B6-B0E1-7718074F65D5}" srcId="{D9FDB2CA-DA0B-421E-8C6F-4E5DDD7C30B6}" destId="{D6465477-59F2-479F-BD72-076C838B35B6}" srcOrd="0" destOrd="0" parTransId="{10B5563D-98DC-4A1C-A76E-BFD6AE37DF6B}" sibTransId="{7E47B374-5A91-4736-BB6B-1791234D1461}"/>
    <dgm:cxn modelId="{E6F26750-3204-452C-A64A-1C16EBEB1060}" type="presOf" srcId="{00CFD808-594E-4ABC-AC0D-B18F6844C250}" destId="{BF264078-6CB8-4B07-B35D-9565BBD80F09}" srcOrd="0" destOrd="0" presId="urn:microsoft.com/office/officeart/2005/8/layout/cycle2"/>
    <dgm:cxn modelId="{2AD43580-0425-49A3-82F5-73CB936E7DA3}" type="presOf" srcId="{D8F0B025-9EF0-4D3B-9A8E-2F7E5D9E4C11}" destId="{09FE2F43-777A-4E57-AE0A-923FAB2A34A7}" srcOrd="0" destOrd="0" presId="urn:microsoft.com/office/officeart/2005/8/layout/cycle2"/>
    <dgm:cxn modelId="{A92DDCAB-1B62-4491-A308-7323E83523CC}" srcId="{D9FDB2CA-DA0B-421E-8C6F-4E5DDD7C30B6}" destId="{3E7D1C17-EC20-412C-9EAF-BFDF3F329F45}" srcOrd="3" destOrd="0" parTransId="{BA4BC8A0-6F3E-4A8B-8533-7F94A72604BE}" sibTransId="{D8F0B025-9EF0-4D3B-9A8E-2F7E5D9E4C11}"/>
    <dgm:cxn modelId="{40EEAAB1-3A54-43C2-8C27-8985AD4EB7A1}" type="presOf" srcId="{3E7D1C17-EC20-412C-9EAF-BFDF3F329F45}" destId="{8C705EC8-F8E3-4B76-9214-852414B5724C}" srcOrd="0" destOrd="0" presId="urn:microsoft.com/office/officeart/2005/8/layout/cycle2"/>
    <dgm:cxn modelId="{E8AFD7B1-CB6A-40D9-91B2-BA9BF19B5FE9}" type="presOf" srcId="{00CFD808-594E-4ABC-AC0D-B18F6844C250}" destId="{1D986AE2-0137-4DC3-99CE-0DB523B5A4EA}" srcOrd="1" destOrd="0" presId="urn:microsoft.com/office/officeart/2005/8/layout/cycle2"/>
    <dgm:cxn modelId="{8007F2CD-59C8-40FD-9F7B-E1EC5AF2153B}" type="presOf" srcId="{7E47B374-5A91-4736-BB6B-1791234D1461}" destId="{CA5C43C2-5F82-4924-A00D-46DAD4137F8D}" srcOrd="0" destOrd="0" presId="urn:microsoft.com/office/officeart/2005/8/layout/cycle2"/>
    <dgm:cxn modelId="{835DD7E2-8443-4684-A4AD-5F9E8D7E0DED}" type="presOf" srcId="{A230313D-99C9-4955-9E39-C5B6444D7782}" destId="{9C93B232-AB11-43F6-BF63-F4F5D5E59005}" srcOrd="0" destOrd="0" presId="urn:microsoft.com/office/officeart/2005/8/layout/cycle2"/>
    <dgm:cxn modelId="{85536EF5-F9FE-4CBE-BA27-E296A70F3752}" type="presOf" srcId="{A230313D-99C9-4955-9E39-C5B6444D7782}" destId="{A0E7BE71-AE2E-49F6-9FAF-809D1D6B736B}" srcOrd="1" destOrd="0" presId="urn:microsoft.com/office/officeart/2005/8/layout/cycle2"/>
    <dgm:cxn modelId="{769BDDF7-64F2-4F88-A3EB-3E006D68E4AC}" type="presOf" srcId="{D9FDB2CA-DA0B-421E-8C6F-4E5DDD7C30B6}" destId="{FA4EF0D0-0F56-45F7-8FFD-E1DF0F116AE0}" srcOrd="0" destOrd="0" presId="urn:microsoft.com/office/officeart/2005/8/layout/cycle2"/>
    <dgm:cxn modelId="{685918FA-CCB5-4CAA-8711-61DC6E1F1D28}" type="presOf" srcId="{7B6B4D0A-490A-4571-BB53-65B420795AED}" destId="{0202D7AC-6C00-43A3-986E-7E3978C6C090}" srcOrd="0" destOrd="0" presId="urn:microsoft.com/office/officeart/2005/8/layout/cycle2"/>
    <dgm:cxn modelId="{B8EC4BFB-BE28-4E75-B684-7CC542FA0F68}" srcId="{D9FDB2CA-DA0B-421E-8C6F-4E5DDD7C30B6}" destId="{7B6B4D0A-490A-4571-BB53-65B420795AED}" srcOrd="2" destOrd="0" parTransId="{A955525C-3D7E-4325-B2CF-791DA7EFDBE3}" sibTransId="{00CFD808-594E-4ABC-AC0D-B18F6844C250}"/>
    <dgm:cxn modelId="{2EFF81DE-EEE4-474F-961A-69CFF283F7D1}" type="presParOf" srcId="{FA4EF0D0-0F56-45F7-8FFD-E1DF0F116AE0}" destId="{9AD050FD-7443-4113-B976-808068C1E5BC}" srcOrd="0" destOrd="0" presId="urn:microsoft.com/office/officeart/2005/8/layout/cycle2"/>
    <dgm:cxn modelId="{3EDF5065-C9CC-49F5-B0DA-AE346C722ABB}" type="presParOf" srcId="{FA4EF0D0-0F56-45F7-8FFD-E1DF0F116AE0}" destId="{CA5C43C2-5F82-4924-A00D-46DAD4137F8D}" srcOrd="1" destOrd="0" presId="urn:microsoft.com/office/officeart/2005/8/layout/cycle2"/>
    <dgm:cxn modelId="{826A1C16-0B9F-49E7-B767-B24E2E6C9BB0}" type="presParOf" srcId="{CA5C43C2-5F82-4924-A00D-46DAD4137F8D}" destId="{BE20368A-3914-4F8A-A2C6-980060D0909E}" srcOrd="0" destOrd="0" presId="urn:microsoft.com/office/officeart/2005/8/layout/cycle2"/>
    <dgm:cxn modelId="{9327977F-6DDB-4C3D-BC25-B28A7133EFB7}" type="presParOf" srcId="{FA4EF0D0-0F56-45F7-8FFD-E1DF0F116AE0}" destId="{29C4BB7D-B091-43FE-8927-53AFC13F13E1}" srcOrd="2" destOrd="0" presId="urn:microsoft.com/office/officeart/2005/8/layout/cycle2"/>
    <dgm:cxn modelId="{D81FB77D-572C-4DA3-9BC9-5C611771C144}" type="presParOf" srcId="{FA4EF0D0-0F56-45F7-8FFD-E1DF0F116AE0}" destId="{9C93B232-AB11-43F6-BF63-F4F5D5E59005}" srcOrd="3" destOrd="0" presId="urn:microsoft.com/office/officeart/2005/8/layout/cycle2"/>
    <dgm:cxn modelId="{86A9BA73-2D6A-4930-B2D9-95543FF0F04F}" type="presParOf" srcId="{9C93B232-AB11-43F6-BF63-F4F5D5E59005}" destId="{A0E7BE71-AE2E-49F6-9FAF-809D1D6B736B}" srcOrd="0" destOrd="0" presId="urn:microsoft.com/office/officeart/2005/8/layout/cycle2"/>
    <dgm:cxn modelId="{E4B3C479-74F4-48B7-BAB2-146942DE15B4}" type="presParOf" srcId="{FA4EF0D0-0F56-45F7-8FFD-E1DF0F116AE0}" destId="{0202D7AC-6C00-43A3-986E-7E3978C6C090}" srcOrd="4" destOrd="0" presId="urn:microsoft.com/office/officeart/2005/8/layout/cycle2"/>
    <dgm:cxn modelId="{C48968FC-8765-4CEB-9476-299E56F430CC}" type="presParOf" srcId="{FA4EF0D0-0F56-45F7-8FFD-E1DF0F116AE0}" destId="{BF264078-6CB8-4B07-B35D-9565BBD80F09}" srcOrd="5" destOrd="0" presId="urn:microsoft.com/office/officeart/2005/8/layout/cycle2"/>
    <dgm:cxn modelId="{9E0F3973-3347-46EB-94A9-62A2082AD770}" type="presParOf" srcId="{BF264078-6CB8-4B07-B35D-9565BBD80F09}" destId="{1D986AE2-0137-4DC3-99CE-0DB523B5A4EA}" srcOrd="0" destOrd="0" presId="urn:microsoft.com/office/officeart/2005/8/layout/cycle2"/>
    <dgm:cxn modelId="{8107189D-6ADC-4DA6-908C-A3A611DB6AFE}" type="presParOf" srcId="{FA4EF0D0-0F56-45F7-8FFD-E1DF0F116AE0}" destId="{8C705EC8-F8E3-4B76-9214-852414B5724C}" srcOrd="6" destOrd="0" presId="urn:microsoft.com/office/officeart/2005/8/layout/cycle2"/>
    <dgm:cxn modelId="{5EA8BCFE-A44C-42FC-A6D7-0AE9A4F261BC}" type="presParOf" srcId="{FA4EF0D0-0F56-45F7-8FFD-E1DF0F116AE0}" destId="{09FE2F43-777A-4E57-AE0A-923FAB2A34A7}" srcOrd="7" destOrd="0" presId="urn:microsoft.com/office/officeart/2005/8/layout/cycle2"/>
    <dgm:cxn modelId="{4DC98DAC-86F4-4C65-9444-C8BA54F0D312}" type="presParOf" srcId="{09FE2F43-777A-4E57-AE0A-923FAB2A34A7}" destId="{8D09C402-2E7D-4BF5-A8A5-C7A0CF093AC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99FDAC25-6E41-4D09-8FFE-1FF25E2E2288}" type="doc">
      <dgm:prSet loTypeId="urn:microsoft.com/office/officeart/2005/8/layout/cycle2" loCatId="cycle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D0E3C3-E0B8-418F-BF03-A9EDE350C55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D7EAE66-8513-4418-A770-226A7621368E}" type="parTrans" cxnId="{A970ACDE-BD5B-4BD5-8463-D8B0EEB32555}">
      <dgm:prSet/>
      <dgm:spPr/>
    </dgm:pt>
    <dgm:pt modelId="{DDC79695-227F-4372-995E-72292831F8AC}" type="sibTrans" cxnId="{A970ACDE-BD5B-4BD5-8463-D8B0EEB32555}">
      <dgm:prSet/>
      <dgm:spPr/>
      <dgm:t>
        <a:bodyPr/>
        <a:lstStyle/>
        <a:p>
          <a:endParaRPr lang="en-US"/>
        </a:p>
      </dgm:t>
    </dgm:pt>
    <dgm:pt modelId="{770AEB89-C2C7-409C-A52B-F790A852E5F9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2829F824-A358-462E-9C63-111F41A0377B}" type="parTrans" cxnId="{B9CDC431-AD23-40A7-BF21-489825485804}">
      <dgm:prSet/>
      <dgm:spPr/>
    </dgm:pt>
    <dgm:pt modelId="{DDC6D747-058A-4476-A3FF-41726350940B}" type="sibTrans" cxnId="{B9CDC431-AD23-40A7-BF21-489825485804}">
      <dgm:prSet/>
      <dgm:spPr/>
      <dgm:t>
        <a:bodyPr/>
        <a:lstStyle/>
        <a:p>
          <a:endParaRPr lang="en-US"/>
        </a:p>
      </dgm:t>
    </dgm:pt>
    <dgm:pt modelId="{478F5B14-7A24-4640-8A10-6DE16CF6146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0DAD846-1D43-41DF-B155-0145C72A6AF5}" type="parTrans" cxnId="{ACD52881-05F5-4C16-BC65-BA265CD4F2DD}">
      <dgm:prSet/>
      <dgm:spPr/>
    </dgm:pt>
    <dgm:pt modelId="{446DF3E3-25C3-40C4-94B0-BC315604EC14}" type="sibTrans" cxnId="{ACD52881-05F5-4C16-BC65-BA265CD4F2DD}">
      <dgm:prSet/>
      <dgm:spPr/>
      <dgm:t>
        <a:bodyPr/>
        <a:lstStyle/>
        <a:p>
          <a:endParaRPr lang="en-US"/>
        </a:p>
      </dgm:t>
    </dgm:pt>
    <dgm:pt modelId="{EEF2CDEC-3C5B-4632-9B51-B30E09F9B046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0C6B42CC-08E4-4193-BE7C-5A20BA3F6B1A}" type="parTrans" cxnId="{DDC164B5-61FB-468C-93CA-730570384A46}">
      <dgm:prSet/>
      <dgm:spPr/>
    </dgm:pt>
    <dgm:pt modelId="{02981629-B8B6-4C3D-897E-CD0031003A24}" type="sibTrans" cxnId="{DDC164B5-61FB-468C-93CA-730570384A46}">
      <dgm:prSet/>
      <dgm:spPr/>
      <dgm:t>
        <a:bodyPr/>
        <a:lstStyle/>
        <a:p>
          <a:endParaRPr lang="en-US"/>
        </a:p>
      </dgm:t>
    </dgm:pt>
    <dgm:pt modelId="{526C104E-D999-4C76-BCFE-2440F7F9DD70}" type="pres">
      <dgm:prSet presAssocID="{99FDAC25-6E41-4D09-8FFE-1FF25E2E2288}" presName="cycle" presStyleCnt="0">
        <dgm:presLayoutVars>
          <dgm:dir/>
          <dgm:resizeHandles val="exact"/>
        </dgm:presLayoutVars>
      </dgm:prSet>
      <dgm:spPr/>
    </dgm:pt>
    <dgm:pt modelId="{50719724-021A-41A7-B120-6F0F8F93FB8C}" type="pres">
      <dgm:prSet presAssocID="{D1D0E3C3-E0B8-418F-BF03-A9EDE350C558}" presName="node" presStyleLbl="node1" presStyleIdx="0" presStyleCnt="4">
        <dgm:presLayoutVars>
          <dgm:bulletEnabled val="1"/>
        </dgm:presLayoutVars>
      </dgm:prSet>
      <dgm:spPr/>
    </dgm:pt>
    <dgm:pt modelId="{76B58298-E74F-4439-86E2-D46A689CBF59}" type="pres">
      <dgm:prSet presAssocID="{DDC79695-227F-4372-995E-72292831F8AC}" presName="sibTrans" presStyleLbl="sibTrans2D1" presStyleIdx="0" presStyleCnt="4"/>
      <dgm:spPr/>
    </dgm:pt>
    <dgm:pt modelId="{DD6532D5-34F9-4823-8763-B515E3C9372C}" type="pres">
      <dgm:prSet presAssocID="{DDC79695-227F-4372-995E-72292831F8AC}" presName="connectorText" presStyleLbl="sibTrans2D1" presStyleIdx="0" presStyleCnt="4"/>
      <dgm:spPr/>
    </dgm:pt>
    <dgm:pt modelId="{CD290210-1A0A-4C68-A466-085DDB125892}" type="pres">
      <dgm:prSet presAssocID="{770AEB89-C2C7-409C-A52B-F790A852E5F9}" presName="node" presStyleLbl="node1" presStyleIdx="1" presStyleCnt="4">
        <dgm:presLayoutVars>
          <dgm:bulletEnabled val="1"/>
        </dgm:presLayoutVars>
      </dgm:prSet>
      <dgm:spPr/>
    </dgm:pt>
    <dgm:pt modelId="{C764CE4B-C17D-43B2-A947-6AF94DCA00E6}" type="pres">
      <dgm:prSet presAssocID="{DDC6D747-058A-4476-A3FF-41726350940B}" presName="sibTrans" presStyleLbl="sibTrans2D1" presStyleIdx="1" presStyleCnt="4"/>
      <dgm:spPr/>
    </dgm:pt>
    <dgm:pt modelId="{D9D1E790-0514-4437-8235-27B2DD9AC114}" type="pres">
      <dgm:prSet presAssocID="{DDC6D747-058A-4476-A3FF-41726350940B}" presName="connectorText" presStyleLbl="sibTrans2D1" presStyleIdx="1" presStyleCnt="4"/>
      <dgm:spPr/>
    </dgm:pt>
    <dgm:pt modelId="{074F8FDD-7392-4AEE-ACD6-81081EB47025}" type="pres">
      <dgm:prSet presAssocID="{478F5B14-7A24-4640-8A10-6DE16CF61464}" presName="node" presStyleLbl="node1" presStyleIdx="2" presStyleCnt="4">
        <dgm:presLayoutVars>
          <dgm:bulletEnabled val="1"/>
        </dgm:presLayoutVars>
      </dgm:prSet>
      <dgm:spPr/>
    </dgm:pt>
    <dgm:pt modelId="{97CBFE14-A523-44A9-BDB0-856F4D0D08FD}" type="pres">
      <dgm:prSet presAssocID="{446DF3E3-25C3-40C4-94B0-BC315604EC14}" presName="sibTrans" presStyleLbl="sibTrans2D1" presStyleIdx="2" presStyleCnt="4"/>
      <dgm:spPr/>
    </dgm:pt>
    <dgm:pt modelId="{5DD899E6-1B3D-4DF6-B308-FB2C536FC7A3}" type="pres">
      <dgm:prSet presAssocID="{446DF3E3-25C3-40C4-94B0-BC315604EC14}" presName="connectorText" presStyleLbl="sibTrans2D1" presStyleIdx="2" presStyleCnt="4"/>
      <dgm:spPr/>
    </dgm:pt>
    <dgm:pt modelId="{D03A502C-3AA4-496F-956C-8F3BCF97AADE}" type="pres">
      <dgm:prSet presAssocID="{EEF2CDEC-3C5B-4632-9B51-B30E09F9B046}" presName="node" presStyleLbl="node1" presStyleIdx="3" presStyleCnt="4">
        <dgm:presLayoutVars>
          <dgm:bulletEnabled val="1"/>
        </dgm:presLayoutVars>
      </dgm:prSet>
      <dgm:spPr/>
    </dgm:pt>
    <dgm:pt modelId="{D9DC0F48-E009-4F75-8004-FDFD0B6A69A4}" type="pres">
      <dgm:prSet presAssocID="{02981629-B8B6-4C3D-897E-CD0031003A24}" presName="sibTrans" presStyleLbl="sibTrans2D1" presStyleIdx="3" presStyleCnt="4"/>
      <dgm:spPr/>
    </dgm:pt>
    <dgm:pt modelId="{21E0238C-F48C-4FB2-89C7-DB37F9DC1443}" type="pres">
      <dgm:prSet presAssocID="{02981629-B8B6-4C3D-897E-CD0031003A24}" presName="connectorText" presStyleLbl="sibTrans2D1" presStyleIdx="3" presStyleCnt="4"/>
      <dgm:spPr/>
    </dgm:pt>
  </dgm:ptLst>
  <dgm:cxnLst>
    <dgm:cxn modelId="{FED60C07-3611-4B92-BE4D-6636E8F8E8EA}" type="presOf" srcId="{446DF3E3-25C3-40C4-94B0-BC315604EC14}" destId="{5DD899E6-1B3D-4DF6-B308-FB2C536FC7A3}" srcOrd="1" destOrd="0" presId="urn:microsoft.com/office/officeart/2005/8/layout/cycle2"/>
    <dgm:cxn modelId="{B4D1A408-44E8-4ED4-8B1F-0282D0E3FEAB}" type="presOf" srcId="{DDC6D747-058A-4476-A3FF-41726350940B}" destId="{C764CE4B-C17D-43B2-A947-6AF94DCA00E6}" srcOrd="0" destOrd="0" presId="urn:microsoft.com/office/officeart/2005/8/layout/cycle2"/>
    <dgm:cxn modelId="{776D6E26-1127-4511-BA76-96DA70E2D058}" type="presOf" srcId="{446DF3E3-25C3-40C4-94B0-BC315604EC14}" destId="{97CBFE14-A523-44A9-BDB0-856F4D0D08FD}" srcOrd="0" destOrd="0" presId="urn:microsoft.com/office/officeart/2005/8/layout/cycle2"/>
    <dgm:cxn modelId="{B9CDC431-AD23-40A7-BF21-489825485804}" srcId="{99FDAC25-6E41-4D09-8FFE-1FF25E2E2288}" destId="{770AEB89-C2C7-409C-A52B-F790A852E5F9}" srcOrd="1" destOrd="0" parTransId="{2829F824-A358-462E-9C63-111F41A0377B}" sibTransId="{DDC6D747-058A-4476-A3FF-41726350940B}"/>
    <dgm:cxn modelId="{E885FE34-C514-4262-B56C-E81CA897052A}" type="presOf" srcId="{EEF2CDEC-3C5B-4632-9B51-B30E09F9B046}" destId="{D03A502C-3AA4-496F-956C-8F3BCF97AADE}" srcOrd="0" destOrd="0" presId="urn:microsoft.com/office/officeart/2005/8/layout/cycle2"/>
    <dgm:cxn modelId="{8E67B352-E10D-4C72-AAEE-1C08F1D21C3F}" type="presOf" srcId="{DDC79695-227F-4372-995E-72292831F8AC}" destId="{76B58298-E74F-4439-86E2-D46A689CBF59}" srcOrd="0" destOrd="0" presId="urn:microsoft.com/office/officeart/2005/8/layout/cycle2"/>
    <dgm:cxn modelId="{ACD52881-05F5-4C16-BC65-BA265CD4F2DD}" srcId="{99FDAC25-6E41-4D09-8FFE-1FF25E2E2288}" destId="{478F5B14-7A24-4640-8A10-6DE16CF61464}" srcOrd="2" destOrd="0" parTransId="{F0DAD846-1D43-41DF-B155-0145C72A6AF5}" sibTransId="{446DF3E3-25C3-40C4-94B0-BC315604EC14}"/>
    <dgm:cxn modelId="{D845618B-4FF9-4FB0-AD77-CA4391A668E6}" type="presOf" srcId="{02981629-B8B6-4C3D-897E-CD0031003A24}" destId="{D9DC0F48-E009-4F75-8004-FDFD0B6A69A4}" srcOrd="0" destOrd="0" presId="urn:microsoft.com/office/officeart/2005/8/layout/cycle2"/>
    <dgm:cxn modelId="{AC7AA491-55C9-4D87-A731-36781DB76CC5}" type="presOf" srcId="{02981629-B8B6-4C3D-897E-CD0031003A24}" destId="{21E0238C-F48C-4FB2-89C7-DB37F9DC1443}" srcOrd="1" destOrd="0" presId="urn:microsoft.com/office/officeart/2005/8/layout/cycle2"/>
    <dgm:cxn modelId="{9E6BB593-755C-45D1-94EC-818A36029E19}" type="presOf" srcId="{99FDAC25-6E41-4D09-8FFE-1FF25E2E2288}" destId="{526C104E-D999-4C76-BCFE-2440F7F9DD70}" srcOrd="0" destOrd="0" presId="urn:microsoft.com/office/officeart/2005/8/layout/cycle2"/>
    <dgm:cxn modelId="{FFDCFD97-90EC-43F1-A9DB-EB179F59CBFA}" type="presOf" srcId="{D1D0E3C3-E0B8-418F-BF03-A9EDE350C558}" destId="{50719724-021A-41A7-B120-6F0F8F93FB8C}" srcOrd="0" destOrd="0" presId="urn:microsoft.com/office/officeart/2005/8/layout/cycle2"/>
    <dgm:cxn modelId="{B1C2C1A3-3793-4BE3-9D8F-310A75C8E4A4}" type="presOf" srcId="{478F5B14-7A24-4640-8A10-6DE16CF61464}" destId="{074F8FDD-7392-4AEE-ACD6-81081EB47025}" srcOrd="0" destOrd="0" presId="urn:microsoft.com/office/officeart/2005/8/layout/cycle2"/>
    <dgm:cxn modelId="{218290A4-02F7-4DB1-BD2C-1A3C7E93BAFD}" type="presOf" srcId="{DDC79695-227F-4372-995E-72292831F8AC}" destId="{DD6532D5-34F9-4823-8763-B515E3C9372C}" srcOrd="1" destOrd="0" presId="urn:microsoft.com/office/officeart/2005/8/layout/cycle2"/>
    <dgm:cxn modelId="{DDC164B5-61FB-468C-93CA-730570384A46}" srcId="{99FDAC25-6E41-4D09-8FFE-1FF25E2E2288}" destId="{EEF2CDEC-3C5B-4632-9B51-B30E09F9B046}" srcOrd="3" destOrd="0" parTransId="{0C6B42CC-08E4-4193-BE7C-5A20BA3F6B1A}" sibTransId="{02981629-B8B6-4C3D-897E-CD0031003A24}"/>
    <dgm:cxn modelId="{68E257C7-9458-4740-8934-2ED13C96F6BD}" type="presOf" srcId="{770AEB89-C2C7-409C-A52B-F790A852E5F9}" destId="{CD290210-1A0A-4C68-A466-085DDB125892}" srcOrd="0" destOrd="0" presId="urn:microsoft.com/office/officeart/2005/8/layout/cycle2"/>
    <dgm:cxn modelId="{AAA4A4D5-1A02-48C6-BE3C-47F9F9C533B0}" type="presOf" srcId="{DDC6D747-058A-4476-A3FF-41726350940B}" destId="{D9D1E790-0514-4437-8235-27B2DD9AC114}" srcOrd="1" destOrd="0" presId="urn:microsoft.com/office/officeart/2005/8/layout/cycle2"/>
    <dgm:cxn modelId="{A970ACDE-BD5B-4BD5-8463-D8B0EEB32555}" srcId="{99FDAC25-6E41-4D09-8FFE-1FF25E2E2288}" destId="{D1D0E3C3-E0B8-418F-BF03-A9EDE350C558}" srcOrd="0" destOrd="0" parTransId="{4D7EAE66-8513-4418-A770-226A7621368E}" sibTransId="{DDC79695-227F-4372-995E-72292831F8AC}"/>
    <dgm:cxn modelId="{58D4ED85-DCD2-4AB1-A2CC-EB1DED851AE1}" type="presParOf" srcId="{526C104E-D999-4C76-BCFE-2440F7F9DD70}" destId="{50719724-021A-41A7-B120-6F0F8F93FB8C}" srcOrd="0" destOrd="0" presId="urn:microsoft.com/office/officeart/2005/8/layout/cycle2"/>
    <dgm:cxn modelId="{7F9164BB-4E1A-4D82-A026-46854FC67EB3}" type="presParOf" srcId="{526C104E-D999-4C76-BCFE-2440F7F9DD70}" destId="{76B58298-E74F-4439-86E2-D46A689CBF59}" srcOrd="1" destOrd="0" presId="urn:microsoft.com/office/officeart/2005/8/layout/cycle2"/>
    <dgm:cxn modelId="{05ED660A-5ADE-41A0-A235-E057483DD8CC}" type="presParOf" srcId="{76B58298-E74F-4439-86E2-D46A689CBF59}" destId="{DD6532D5-34F9-4823-8763-B515E3C9372C}" srcOrd="0" destOrd="0" presId="urn:microsoft.com/office/officeart/2005/8/layout/cycle2"/>
    <dgm:cxn modelId="{A892BE25-B05E-4EFC-91CC-627EBA2BBFDD}" type="presParOf" srcId="{526C104E-D999-4C76-BCFE-2440F7F9DD70}" destId="{CD290210-1A0A-4C68-A466-085DDB125892}" srcOrd="2" destOrd="0" presId="urn:microsoft.com/office/officeart/2005/8/layout/cycle2"/>
    <dgm:cxn modelId="{353EB0CD-DF53-4593-AA5F-EFCEA461C50A}" type="presParOf" srcId="{526C104E-D999-4C76-BCFE-2440F7F9DD70}" destId="{C764CE4B-C17D-43B2-A947-6AF94DCA00E6}" srcOrd="3" destOrd="0" presId="urn:microsoft.com/office/officeart/2005/8/layout/cycle2"/>
    <dgm:cxn modelId="{9E1D531C-CB1F-46AE-A8A1-00CAB000BB41}" type="presParOf" srcId="{C764CE4B-C17D-43B2-A947-6AF94DCA00E6}" destId="{D9D1E790-0514-4437-8235-27B2DD9AC114}" srcOrd="0" destOrd="0" presId="urn:microsoft.com/office/officeart/2005/8/layout/cycle2"/>
    <dgm:cxn modelId="{D4F7FB29-369B-4E82-8BD6-ED14384B0B5D}" type="presParOf" srcId="{526C104E-D999-4C76-BCFE-2440F7F9DD70}" destId="{074F8FDD-7392-4AEE-ACD6-81081EB47025}" srcOrd="4" destOrd="0" presId="urn:microsoft.com/office/officeart/2005/8/layout/cycle2"/>
    <dgm:cxn modelId="{9593E37A-FBE0-48A3-B5C8-1BDE425C5691}" type="presParOf" srcId="{526C104E-D999-4C76-BCFE-2440F7F9DD70}" destId="{97CBFE14-A523-44A9-BDB0-856F4D0D08FD}" srcOrd="5" destOrd="0" presId="urn:microsoft.com/office/officeart/2005/8/layout/cycle2"/>
    <dgm:cxn modelId="{19EF511E-D4F0-4BEC-B2BA-318B0CCA9ADC}" type="presParOf" srcId="{97CBFE14-A523-44A9-BDB0-856F4D0D08FD}" destId="{5DD899E6-1B3D-4DF6-B308-FB2C536FC7A3}" srcOrd="0" destOrd="0" presId="urn:microsoft.com/office/officeart/2005/8/layout/cycle2"/>
    <dgm:cxn modelId="{DF3B23F6-D828-4040-B882-0B7E5A46A83E}" type="presParOf" srcId="{526C104E-D999-4C76-BCFE-2440F7F9DD70}" destId="{D03A502C-3AA4-496F-956C-8F3BCF97AADE}" srcOrd="6" destOrd="0" presId="urn:microsoft.com/office/officeart/2005/8/layout/cycle2"/>
    <dgm:cxn modelId="{B4689347-09EB-46EE-B9E5-D9297EC5C581}" type="presParOf" srcId="{526C104E-D999-4C76-BCFE-2440F7F9DD70}" destId="{D9DC0F48-E009-4F75-8004-FDFD0B6A69A4}" srcOrd="7" destOrd="0" presId="urn:microsoft.com/office/officeart/2005/8/layout/cycle2"/>
    <dgm:cxn modelId="{40EA5209-7D7F-488F-93A6-448146DF7E92}" type="presParOf" srcId="{D9DC0F48-E009-4F75-8004-FDFD0B6A69A4}" destId="{21E0238C-F48C-4FB2-89C7-DB37F9DC144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05914089-B4FD-437A-B630-89E67A3807A0}" type="doc">
      <dgm:prSet loTypeId="urn:microsoft.com/office/officeart/2005/8/layout/cycle2" loCatId="cycle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FBEAED-0C9A-433B-83A8-F3011418CE7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3F68BD2-BCE6-44C4-B406-F7C32DB44825}" type="parTrans" cxnId="{F8FB0EA8-99F5-43D5-875C-75C60E1CDEB0}">
      <dgm:prSet/>
      <dgm:spPr/>
    </dgm:pt>
    <dgm:pt modelId="{AE25D7F4-D6A6-4DCC-965D-D1310FF8EC6D}" type="sibTrans" cxnId="{F8FB0EA8-99F5-43D5-875C-75C60E1CDEB0}">
      <dgm:prSet/>
      <dgm:spPr/>
      <dgm:t>
        <a:bodyPr/>
        <a:lstStyle/>
        <a:p>
          <a:endParaRPr lang="en-US"/>
        </a:p>
      </dgm:t>
    </dgm:pt>
    <dgm:pt modelId="{1995B5CC-D4EB-4717-BDD8-68DFA1C984A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2DD31577-3AB8-4E96-B408-7A751B084582}" type="parTrans" cxnId="{19EBC5B8-C0EC-4715-A930-7664E3A303C4}">
      <dgm:prSet/>
      <dgm:spPr/>
    </dgm:pt>
    <dgm:pt modelId="{61E54065-2A74-4EB5-938F-B0B8C9938744}" type="sibTrans" cxnId="{19EBC5B8-C0EC-4715-A930-7664E3A303C4}">
      <dgm:prSet/>
      <dgm:spPr/>
      <dgm:t>
        <a:bodyPr/>
        <a:lstStyle/>
        <a:p>
          <a:endParaRPr lang="en-US"/>
        </a:p>
      </dgm:t>
    </dgm:pt>
    <dgm:pt modelId="{262DE992-0B31-45B6-AFDC-288244E65F2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183DFE34-F8DD-4DB9-B4FE-94E4C6BA9A89}" type="parTrans" cxnId="{5D6EBD8E-1024-4B82-87CB-4AC45737112F}">
      <dgm:prSet/>
      <dgm:spPr/>
    </dgm:pt>
    <dgm:pt modelId="{8369FC5E-C609-444E-AF0D-A6506F07643D}" type="sibTrans" cxnId="{5D6EBD8E-1024-4B82-87CB-4AC45737112F}">
      <dgm:prSet/>
      <dgm:spPr/>
      <dgm:t>
        <a:bodyPr/>
        <a:lstStyle/>
        <a:p>
          <a:endParaRPr lang="en-US"/>
        </a:p>
      </dgm:t>
    </dgm:pt>
    <dgm:pt modelId="{240604B1-E9CD-45D7-BEAE-21922844EE8B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C6A9DC97-4554-4338-B6F6-F365FBC6A102}" type="parTrans" cxnId="{559C88C3-2C99-47B9-AE22-F457A23B2E5E}">
      <dgm:prSet/>
      <dgm:spPr/>
    </dgm:pt>
    <dgm:pt modelId="{08B1F401-B641-4F50-ADBF-A2EFD84CFD3E}" type="sibTrans" cxnId="{559C88C3-2C99-47B9-AE22-F457A23B2E5E}">
      <dgm:prSet/>
      <dgm:spPr/>
      <dgm:t>
        <a:bodyPr/>
        <a:lstStyle/>
        <a:p>
          <a:endParaRPr lang="en-US"/>
        </a:p>
      </dgm:t>
    </dgm:pt>
    <dgm:pt modelId="{86D7F126-6C73-4270-BFA0-E25125A2EBBA}" type="pres">
      <dgm:prSet presAssocID="{05914089-B4FD-437A-B630-89E67A3807A0}" presName="cycle" presStyleCnt="0">
        <dgm:presLayoutVars>
          <dgm:dir/>
          <dgm:resizeHandles val="exact"/>
        </dgm:presLayoutVars>
      </dgm:prSet>
      <dgm:spPr/>
    </dgm:pt>
    <dgm:pt modelId="{81FCEC37-BC9F-4CD7-997F-DAC8E7AEE7BF}" type="pres">
      <dgm:prSet presAssocID="{8CFBEAED-0C9A-433B-83A8-F3011418CE78}" presName="node" presStyleLbl="node1" presStyleIdx="0" presStyleCnt="4">
        <dgm:presLayoutVars>
          <dgm:bulletEnabled val="1"/>
        </dgm:presLayoutVars>
      </dgm:prSet>
      <dgm:spPr/>
    </dgm:pt>
    <dgm:pt modelId="{97EB3571-955B-4786-88C4-4D7BFDDEC6DA}" type="pres">
      <dgm:prSet presAssocID="{AE25D7F4-D6A6-4DCC-965D-D1310FF8EC6D}" presName="sibTrans" presStyleLbl="sibTrans2D1" presStyleIdx="0" presStyleCnt="4"/>
      <dgm:spPr/>
    </dgm:pt>
    <dgm:pt modelId="{F2155588-AE5E-42D4-B005-7B7F7EA7C0A6}" type="pres">
      <dgm:prSet presAssocID="{AE25D7F4-D6A6-4DCC-965D-D1310FF8EC6D}" presName="connectorText" presStyleLbl="sibTrans2D1" presStyleIdx="0" presStyleCnt="4"/>
      <dgm:spPr/>
    </dgm:pt>
    <dgm:pt modelId="{2860D225-AAAD-4DC2-BD23-B2213EE88EA3}" type="pres">
      <dgm:prSet presAssocID="{1995B5CC-D4EB-4717-BDD8-68DFA1C984A6}" presName="node" presStyleLbl="node1" presStyleIdx="1" presStyleCnt="4">
        <dgm:presLayoutVars>
          <dgm:bulletEnabled val="1"/>
        </dgm:presLayoutVars>
      </dgm:prSet>
      <dgm:spPr/>
    </dgm:pt>
    <dgm:pt modelId="{FC1A5BFF-7BCB-4951-90EC-644CD867E417}" type="pres">
      <dgm:prSet presAssocID="{61E54065-2A74-4EB5-938F-B0B8C9938744}" presName="sibTrans" presStyleLbl="sibTrans2D1" presStyleIdx="1" presStyleCnt="4"/>
      <dgm:spPr/>
    </dgm:pt>
    <dgm:pt modelId="{7D143842-F2E8-49E7-A35D-B6DCEA71F1CA}" type="pres">
      <dgm:prSet presAssocID="{61E54065-2A74-4EB5-938F-B0B8C9938744}" presName="connectorText" presStyleLbl="sibTrans2D1" presStyleIdx="1" presStyleCnt="4"/>
      <dgm:spPr/>
    </dgm:pt>
    <dgm:pt modelId="{59BE7786-744B-4E6B-8EA4-B1AC8741CDDE}" type="pres">
      <dgm:prSet presAssocID="{262DE992-0B31-45B6-AFDC-288244E65F26}" presName="node" presStyleLbl="node1" presStyleIdx="2" presStyleCnt="4">
        <dgm:presLayoutVars>
          <dgm:bulletEnabled val="1"/>
        </dgm:presLayoutVars>
      </dgm:prSet>
      <dgm:spPr/>
    </dgm:pt>
    <dgm:pt modelId="{1C941655-EF39-4B3B-ADFC-570CBBE59888}" type="pres">
      <dgm:prSet presAssocID="{8369FC5E-C609-444E-AF0D-A6506F07643D}" presName="sibTrans" presStyleLbl="sibTrans2D1" presStyleIdx="2" presStyleCnt="4"/>
      <dgm:spPr/>
    </dgm:pt>
    <dgm:pt modelId="{7E36BD98-13D5-4FE1-9E8C-CA0BDA48850B}" type="pres">
      <dgm:prSet presAssocID="{8369FC5E-C609-444E-AF0D-A6506F07643D}" presName="connectorText" presStyleLbl="sibTrans2D1" presStyleIdx="2" presStyleCnt="4"/>
      <dgm:spPr/>
    </dgm:pt>
    <dgm:pt modelId="{0F4ADA09-48F0-4386-81D7-D4C2083025A3}" type="pres">
      <dgm:prSet presAssocID="{240604B1-E9CD-45D7-BEAE-21922844EE8B}" presName="node" presStyleLbl="node1" presStyleIdx="3" presStyleCnt="4">
        <dgm:presLayoutVars>
          <dgm:bulletEnabled val="1"/>
        </dgm:presLayoutVars>
      </dgm:prSet>
      <dgm:spPr/>
    </dgm:pt>
    <dgm:pt modelId="{57C102C8-E773-4A64-BF6E-C6B73C5A9305}" type="pres">
      <dgm:prSet presAssocID="{08B1F401-B641-4F50-ADBF-A2EFD84CFD3E}" presName="sibTrans" presStyleLbl="sibTrans2D1" presStyleIdx="3" presStyleCnt="4"/>
      <dgm:spPr/>
    </dgm:pt>
    <dgm:pt modelId="{CC96C018-AE35-43A3-BC7E-9DEF20ABF4E9}" type="pres">
      <dgm:prSet presAssocID="{08B1F401-B641-4F50-ADBF-A2EFD84CFD3E}" presName="connectorText" presStyleLbl="sibTrans2D1" presStyleIdx="3" presStyleCnt="4"/>
      <dgm:spPr/>
    </dgm:pt>
  </dgm:ptLst>
  <dgm:cxnLst>
    <dgm:cxn modelId="{70C5AD1B-7A92-4B8B-AC37-BB8D3FE15860}" type="presOf" srcId="{240604B1-E9CD-45D7-BEAE-21922844EE8B}" destId="{0F4ADA09-48F0-4386-81D7-D4C2083025A3}" srcOrd="0" destOrd="0" presId="urn:microsoft.com/office/officeart/2005/8/layout/cycle2"/>
    <dgm:cxn modelId="{3C315429-959E-40F1-BD9F-F6D3DDC67070}" type="presOf" srcId="{AE25D7F4-D6A6-4DCC-965D-D1310FF8EC6D}" destId="{F2155588-AE5E-42D4-B005-7B7F7EA7C0A6}" srcOrd="1" destOrd="0" presId="urn:microsoft.com/office/officeart/2005/8/layout/cycle2"/>
    <dgm:cxn modelId="{BD7DF22C-813A-418A-9E1B-63656A09F219}" type="presOf" srcId="{05914089-B4FD-437A-B630-89E67A3807A0}" destId="{86D7F126-6C73-4270-BFA0-E25125A2EBBA}" srcOrd="0" destOrd="0" presId="urn:microsoft.com/office/officeart/2005/8/layout/cycle2"/>
    <dgm:cxn modelId="{238D1732-EC0F-4502-A22C-914A4FBDBEDE}" type="presOf" srcId="{08B1F401-B641-4F50-ADBF-A2EFD84CFD3E}" destId="{CC96C018-AE35-43A3-BC7E-9DEF20ABF4E9}" srcOrd="1" destOrd="0" presId="urn:microsoft.com/office/officeart/2005/8/layout/cycle2"/>
    <dgm:cxn modelId="{68D35B44-D3DE-4A30-9DFC-3670323F0732}" type="presOf" srcId="{AE25D7F4-D6A6-4DCC-965D-D1310FF8EC6D}" destId="{97EB3571-955B-4786-88C4-4D7BFDDEC6DA}" srcOrd="0" destOrd="0" presId="urn:microsoft.com/office/officeart/2005/8/layout/cycle2"/>
    <dgm:cxn modelId="{D754D66F-1B7F-41FB-8F8A-A38E93A058ED}" type="presOf" srcId="{61E54065-2A74-4EB5-938F-B0B8C9938744}" destId="{FC1A5BFF-7BCB-4951-90EC-644CD867E417}" srcOrd="0" destOrd="0" presId="urn:microsoft.com/office/officeart/2005/8/layout/cycle2"/>
    <dgm:cxn modelId="{297EB970-A2BD-41AA-8D9C-567359E7888D}" type="presOf" srcId="{1995B5CC-D4EB-4717-BDD8-68DFA1C984A6}" destId="{2860D225-AAAD-4DC2-BD23-B2213EE88EA3}" srcOrd="0" destOrd="0" presId="urn:microsoft.com/office/officeart/2005/8/layout/cycle2"/>
    <dgm:cxn modelId="{5D6EBD8E-1024-4B82-87CB-4AC45737112F}" srcId="{05914089-B4FD-437A-B630-89E67A3807A0}" destId="{262DE992-0B31-45B6-AFDC-288244E65F26}" srcOrd="2" destOrd="0" parTransId="{183DFE34-F8DD-4DB9-B4FE-94E4C6BA9A89}" sibTransId="{8369FC5E-C609-444E-AF0D-A6506F07643D}"/>
    <dgm:cxn modelId="{ADC5E295-F7C8-47AB-A35E-3B53D203841F}" type="presOf" srcId="{61E54065-2A74-4EB5-938F-B0B8C9938744}" destId="{7D143842-F2E8-49E7-A35D-B6DCEA71F1CA}" srcOrd="1" destOrd="0" presId="urn:microsoft.com/office/officeart/2005/8/layout/cycle2"/>
    <dgm:cxn modelId="{6C7C5B98-DAF3-496D-943A-87F42DE17C83}" type="presOf" srcId="{8369FC5E-C609-444E-AF0D-A6506F07643D}" destId="{7E36BD98-13D5-4FE1-9E8C-CA0BDA48850B}" srcOrd="1" destOrd="0" presId="urn:microsoft.com/office/officeart/2005/8/layout/cycle2"/>
    <dgm:cxn modelId="{F8FB0EA8-99F5-43D5-875C-75C60E1CDEB0}" srcId="{05914089-B4FD-437A-B630-89E67A3807A0}" destId="{8CFBEAED-0C9A-433B-83A8-F3011418CE78}" srcOrd="0" destOrd="0" parTransId="{F3F68BD2-BCE6-44C4-B406-F7C32DB44825}" sibTransId="{AE25D7F4-D6A6-4DCC-965D-D1310FF8EC6D}"/>
    <dgm:cxn modelId="{19EBC5B8-C0EC-4715-A930-7664E3A303C4}" srcId="{05914089-B4FD-437A-B630-89E67A3807A0}" destId="{1995B5CC-D4EB-4717-BDD8-68DFA1C984A6}" srcOrd="1" destOrd="0" parTransId="{2DD31577-3AB8-4E96-B408-7A751B084582}" sibTransId="{61E54065-2A74-4EB5-938F-B0B8C9938744}"/>
    <dgm:cxn modelId="{559C88C3-2C99-47B9-AE22-F457A23B2E5E}" srcId="{05914089-B4FD-437A-B630-89E67A3807A0}" destId="{240604B1-E9CD-45D7-BEAE-21922844EE8B}" srcOrd="3" destOrd="0" parTransId="{C6A9DC97-4554-4338-B6F6-F365FBC6A102}" sibTransId="{08B1F401-B641-4F50-ADBF-A2EFD84CFD3E}"/>
    <dgm:cxn modelId="{17D496C7-E37B-4130-BB15-9B35FB21E2C6}" type="presOf" srcId="{262DE992-0B31-45B6-AFDC-288244E65F26}" destId="{59BE7786-744B-4E6B-8EA4-B1AC8741CDDE}" srcOrd="0" destOrd="0" presId="urn:microsoft.com/office/officeart/2005/8/layout/cycle2"/>
    <dgm:cxn modelId="{8442CCD3-434A-466C-BC43-CDFB863CE73C}" type="presOf" srcId="{8CFBEAED-0C9A-433B-83A8-F3011418CE78}" destId="{81FCEC37-BC9F-4CD7-997F-DAC8E7AEE7BF}" srcOrd="0" destOrd="0" presId="urn:microsoft.com/office/officeart/2005/8/layout/cycle2"/>
    <dgm:cxn modelId="{F1F452DE-4592-4E44-A08A-56F9B3900A1C}" type="presOf" srcId="{08B1F401-B641-4F50-ADBF-A2EFD84CFD3E}" destId="{57C102C8-E773-4A64-BF6E-C6B73C5A9305}" srcOrd="0" destOrd="0" presId="urn:microsoft.com/office/officeart/2005/8/layout/cycle2"/>
    <dgm:cxn modelId="{201117F0-34E0-40F5-8901-8E2FD03844DE}" type="presOf" srcId="{8369FC5E-C609-444E-AF0D-A6506F07643D}" destId="{1C941655-EF39-4B3B-ADFC-570CBBE59888}" srcOrd="0" destOrd="0" presId="urn:microsoft.com/office/officeart/2005/8/layout/cycle2"/>
    <dgm:cxn modelId="{A098AC44-6C37-4BF2-B58E-EF5CFA7D85FE}" type="presParOf" srcId="{86D7F126-6C73-4270-BFA0-E25125A2EBBA}" destId="{81FCEC37-BC9F-4CD7-997F-DAC8E7AEE7BF}" srcOrd="0" destOrd="0" presId="urn:microsoft.com/office/officeart/2005/8/layout/cycle2"/>
    <dgm:cxn modelId="{CADEE55A-2D2D-4038-B15B-883178D8E904}" type="presParOf" srcId="{86D7F126-6C73-4270-BFA0-E25125A2EBBA}" destId="{97EB3571-955B-4786-88C4-4D7BFDDEC6DA}" srcOrd="1" destOrd="0" presId="urn:microsoft.com/office/officeart/2005/8/layout/cycle2"/>
    <dgm:cxn modelId="{35B13B29-A180-4143-8946-6081ECD717B2}" type="presParOf" srcId="{97EB3571-955B-4786-88C4-4D7BFDDEC6DA}" destId="{F2155588-AE5E-42D4-B005-7B7F7EA7C0A6}" srcOrd="0" destOrd="0" presId="urn:microsoft.com/office/officeart/2005/8/layout/cycle2"/>
    <dgm:cxn modelId="{B62B08BB-7A33-4491-96B9-F50503B21729}" type="presParOf" srcId="{86D7F126-6C73-4270-BFA0-E25125A2EBBA}" destId="{2860D225-AAAD-4DC2-BD23-B2213EE88EA3}" srcOrd="2" destOrd="0" presId="urn:microsoft.com/office/officeart/2005/8/layout/cycle2"/>
    <dgm:cxn modelId="{67411003-A76B-492B-A454-54FBF499B565}" type="presParOf" srcId="{86D7F126-6C73-4270-BFA0-E25125A2EBBA}" destId="{FC1A5BFF-7BCB-4951-90EC-644CD867E417}" srcOrd="3" destOrd="0" presId="urn:microsoft.com/office/officeart/2005/8/layout/cycle2"/>
    <dgm:cxn modelId="{81F8D977-A65F-4792-8B3E-7EAD176119E6}" type="presParOf" srcId="{FC1A5BFF-7BCB-4951-90EC-644CD867E417}" destId="{7D143842-F2E8-49E7-A35D-B6DCEA71F1CA}" srcOrd="0" destOrd="0" presId="urn:microsoft.com/office/officeart/2005/8/layout/cycle2"/>
    <dgm:cxn modelId="{09114693-2310-44C2-B757-DD31B730ED90}" type="presParOf" srcId="{86D7F126-6C73-4270-BFA0-E25125A2EBBA}" destId="{59BE7786-744B-4E6B-8EA4-B1AC8741CDDE}" srcOrd="4" destOrd="0" presId="urn:microsoft.com/office/officeart/2005/8/layout/cycle2"/>
    <dgm:cxn modelId="{89626BCB-3A05-416B-9236-F98FF722091E}" type="presParOf" srcId="{86D7F126-6C73-4270-BFA0-E25125A2EBBA}" destId="{1C941655-EF39-4B3B-ADFC-570CBBE59888}" srcOrd="5" destOrd="0" presId="urn:microsoft.com/office/officeart/2005/8/layout/cycle2"/>
    <dgm:cxn modelId="{843F680C-D075-4F8A-BB3D-CE13643BFFD4}" type="presParOf" srcId="{1C941655-EF39-4B3B-ADFC-570CBBE59888}" destId="{7E36BD98-13D5-4FE1-9E8C-CA0BDA48850B}" srcOrd="0" destOrd="0" presId="urn:microsoft.com/office/officeart/2005/8/layout/cycle2"/>
    <dgm:cxn modelId="{15D62CD1-B1A0-455D-8506-B0081C7C99D6}" type="presParOf" srcId="{86D7F126-6C73-4270-BFA0-E25125A2EBBA}" destId="{0F4ADA09-48F0-4386-81D7-D4C2083025A3}" srcOrd="6" destOrd="0" presId="urn:microsoft.com/office/officeart/2005/8/layout/cycle2"/>
    <dgm:cxn modelId="{E991C303-C6C0-4A60-A430-8E9FEDE82F92}" type="presParOf" srcId="{86D7F126-6C73-4270-BFA0-E25125A2EBBA}" destId="{57C102C8-E773-4A64-BF6E-C6B73C5A9305}" srcOrd="7" destOrd="0" presId="urn:microsoft.com/office/officeart/2005/8/layout/cycle2"/>
    <dgm:cxn modelId="{DC854942-55F1-4BB5-980C-C0D682710B13}" type="presParOf" srcId="{57C102C8-E773-4A64-BF6E-C6B73C5A9305}" destId="{CC96C018-AE35-43A3-BC7E-9DEF20ABF4E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19BCEAFA-D771-4F9F-AA6B-1AE72537FAEA}" type="doc">
      <dgm:prSet loTypeId="urn:microsoft.com/office/officeart/2005/8/layout/cycle2" loCatId="cycle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7303D6-A374-4BC5-AB18-61BAF83988D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42B52F7-2008-4157-90FC-3553B09CE13B}" type="parTrans" cxnId="{01476BF5-4A71-46DA-A53C-D78BB9386EDF}">
      <dgm:prSet/>
      <dgm:spPr/>
    </dgm:pt>
    <dgm:pt modelId="{8B7710EB-AD1A-4262-B402-FD9E9F235134}" type="sibTrans" cxnId="{01476BF5-4A71-46DA-A53C-D78BB9386EDF}">
      <dgm:prSet/>
      <dgm:spPr/>
      <dgm:t>
        <a:bodyPr/>
        <a:lstStyle/>
        <a:p>
          <a:endParaRPr lang="en-US"/>
        </a:p>
      </dgm:t>
    </dgm:pt>
    <dgm:pt modelId="{A98AE5EB-1C9B-426A-A2D2-4BC041B2DE85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383F419A-DCCD-4F5C-8AE4-CDBF451C9020}" type="parTrans" cxnId="{7C90B6FD-7257-4C07-9BC5-A25A29F81D2B}">
      <dgm:prSet/>
      <dgm:spPr/>
    </dgm:pt>
    <dgm:pt modelId="{586EE349-989C-4F14-8399-A5F15A4F8C4E}" type="sibTrans" cxnId="{7C90B6FD-7257-4C07-9BC5-A25A29F81D2B}">
      <dgm:prSet/>
      <dgm:spPr/>
      <dgm:t>
        <a:bodyPr/>
        <a:lstStyle/>
        <a:p>
          <a:endParaRPr lang="en-US"/>
        </a:p>
      </dgm:t>
    </dgm:pt>
    <dgm:pt modelId="{DAC2EAB2-0321-41C5-B5FD-0C741C8C176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C1853901-EF27-48A7-85AC-DD2E2C588E78}" type="parTrans" cxnId="{C6BA03C0-8226-427B-A490-0DB066F35D57}">
      <dgm:prSet/>
      <dgm:spPr/>
    </dgm:pt>
    <dgm:pt modelId="{26DD2B2E-2107-44D8-80E9-CB5610443414}" type="sibTrans" cxnId="{C6BA03C0-8226-427B-A490-0DB066F35D57}">
      <dgm:prSet/>
      <dgm:spPr/>
      <dgm:t>
        <a:bodyPr/>
        <a:lstStyle/>
        <a:p>
          <a:endParaRPr lang="en-US"/>
        </a:p>
      </dgm:t>
    </dgm:pt>
    <dgm:pt modelId="{13BC9E02-BB50-47B6-B329-4B9AB93DFF6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8BC9AB29-A4E0-47FE-BE08-E574711E229B}" type="parTrans" cxnId="{86B5D45A-5EDC-4629-8ECA-927FDD3C776F}">
      <dgm:prSet/>
      <dgm:spPr/>
    </dgm:pt>
    <dgm:pt modelId="{D0AA8CF5-7580-4382-AAD1-D4D0F17A1586}" type="sibTrans" cxnId="{86B5D45A-5EDC-4629-8ECA-927FDD3C776F}">
      <dgm:prSet/>
      <dgm:spPr/>
      <dgm:t>
        <a:bodyPr/>
        <a:lstStyle/>
        <a:p>
          <a:endParaRPr lang="en-US"/>
        </a:p>
      </dgm:t>
    </dgm:pt>
    <dgm:pt modelId="{475632E6-FF50-45D8-B041-B5D4D98CE72B}" type="pres">
      <dgm:prSet presAssocID="{19BCEAFA-D771-4F9F-AA6B-1AE72537FAEA}" presName="cycle" presStyleCnt="0">
        <dgm:presLayoutVars>
          <dgm:dir/>
          <dgm:resizeHandles val="exact"/>
        </dgm:presLayoutVars>
      </dgm:prSet>
      <dgm:spPr/>
    </dgm:pt>
    <dgm:pt modelId="{B897A086-6880-47B5-843C-D3E83B7078B8}" type="pres">
      <dgm:prSet presAssocID="{BC7303D6-A374-4BC5-AB18-61BAF83988D7}" presName="node" presStyleLbl="node1" presStyleIdx="0" presStyleCnt="4">
        <dgm:presLayoutVars>
          <dgm:bulletEnabled val="1"/>
        </dgm:presLayoutVars>
      </dgm:prSet>
      <dgm:spPr/>
    </dgm:pt>
    <dgm:pt modelId="{FFD4AE82-72AB-4863-B921-04AC371E5E53}" type="pres">
      <dgm:prSet presAssocID="{8B7710EB-AD1A-4262-B402-FD9E9F235134}" presName="sibTrans" presStyleLbl="sibTrans2D1" presStyleIdx="0" presStyleCnt="4"/>
      <dgm:spPr/>
    </dgm:pt>
    <dgm:pt modelId="{2D2878AD-19FF-405F-BE09-680200B90969}" type="pres">
      <dgm:prSet presAssocID="{8B7710EB-AD1A-4262-B402-FD9E9F235134}" presName="connectorText" presStyleLbl="sibTrans2D1" presStyleIdx="0" presStyleCnt="4"/>
      <dgm:spPr/>
    </dgm:pt>
    <dgm:pt modelId="{0B681424-C22C-4C81-B8B8-E46CB54E4113}" type="pres">
      <dgm:prSet presAssocID="{A98AE5EB-1C9B-426A-A2D2-4BC041B2DE85}" presName="node" presStyleLbl="node1" presStyleIdx="1" presStyleCnt="4">
        <dgm:presLayoutVars>
          <dgm:bulletEnabled val="1"/>
        </dgm:presLayoutVars>
      </dgm:prSet>
      <dgm:spPr/>
    </dgm:pt>
    <dgm:pt modelId="{D47D607A-3288-485E-911A-A0E00843E236}" type="pres">
      <dgm:prSet presAssocID="{586EE349-989C-4F14-8399-A5F15A4F8C4E}" presName="sibTrans" presStyleLbl="sibTrans2D1" presStyleIdx="1" presStyleCnt="4"/>
      <dgm:spPr/>
    </dgm:pt>
    <dgm:pt modelId="{3895D4A5-DEB5-477A-B4DB-9A99A6BB2AFA}" type="pres">
      <dgm:prSet presAssocID="{586EE349-989C-4F14-8399-A5F15A4F8C4E}" presName="connectorText" presStyleLbl="sibTrans2D1" presStyleIdx="1" presStyleCnt="4"/>
      <dgm:spPr/>
    </dgm:pt>
    <dgm:pt modelId="{4370A079-E1F3-44C4-B924-E7A0AA713AE0}" type="pres">
      <dgm:prSet presAssocID="{DAC2EAB2-0321-41C5-B5FD-0C741C8C1766}" presName="node" presStyleLbl="node1" presStyleIdx="2" presStyleCnt="4">
        <dgm:presLayoutVars>
          <dgm:bulletEnabled val="1"/>
        </dgm:presLayoutVars>
      </dgm:prSet>
      <dgm:spPr/>
    </dgm:pt>
    <dgm:pt modelId="{B0BABF0D-E54A-4F83-880F-C41FEB8AF04E}" type="pres">
      <dgm:prSet presAssocID="{26DD2B2E-2107-44D8-80E9-CB5610443414}" presName="sibTrans" presStyleLbl="sibTrans2D1" presStyleIdx="2" presStyleCnt="4"/>
      <dgm:spPr/>
    </dgm:pt>
    <dgm:pt modelId="{F0EF8576-8B34-4910-8FE2-B14C5010A235}" type="pres">
      <dgm:prSet presAssocID="{26DD2B2E-2107-44D8-80E9-CB5610443414}" presName="connectorText" presStyleLbl="sibTrans2D1" presStyleIdx="2" presStyleCnt="4"/>
      <dgm:spPr/>
    </dgm:pt>
    <dgm:pt modelId="{B0FC76CA-A045-4353-ABE9-A224DE7D0B00}" type="pres">
      <dgm:prSet presAssocID="{13BC9E02-BB50-47B6-B329-4B9AB93DFF6A}" presName="node" presStyleLbl="node1" presStyleIdx="3" presStyleCnt="4">
        <dgm:presLayoutVars>
          <dgm:bulletEnabled val="1"/>
        </dgm:presLayoutVars>
      </dgm:prSet>
      <dgm:spPr/>
    </dgm:pt>
    <dgm:pt modelId="{37A9FCB2-1D36-46F3-9B87-E8FE0CE59927}" type="pres">
      <dgm:prSet presAssocID="{D0AA8CF5-7580-4382-AAD1-D4D0F17A1586}" presName="sibTrans" presStyleLbl="sibTrans2D1" presStyleIdx="3" presStyleCnt="4"/>
      <dgm:spPr/>
    </dgm:pt>
    <dgm:pt modelId="{BDE4640F-B169-46DE-869B-33E7F75B9F1B}" type="pres">
      <dgm:prSet presAssocID="{D0AA8CF5-7580-4382-AAD1-D4D0F17A1586}" presName="connectorText" presStyleLbl="sibTrans2D1" presStyleIdx="3" presStyleCnt="4"/>
      <dgm:spPr/>
    </dgm:pt>
  </dgm:ptLst>
  <dgm:cxnLst>
    <dgm:cxn modelId="{A9C5BC11-860D-4AEB-AC3A-99192AB6BDD5}" type="presOf" srcId="{19BCEAFA-D771-4F9F-AA6B-1AE72537FAEA}" destId="{475632E6-FF50-45D8-B041-B5D4D98CE72B}" srcOrd="0" destOrd="0" presId="urn:microsoft.com/office/officeart/2005/8/layout/cycle2"/>
    <dgm:cxn modelId="{CD76B013-C7E0-4676-BE39-D7217FD4D6BD}" type="presOf" srcId="{13BC9E02-BB50-47B6-B329-4B9AB93DFF6A}" destId="{B0FC76CA-A045-4353-ABE9-A224DE7D0B00}" srcOrd="0" destOrd="0" presId="urn:microsoft.com/office/officeart/2005/8/layout/cycle2"/>
    <dgm:cxn modelId="{BDFFF22E-66C8-4D83-AF8B-535C0EDCA072}" type="presOf" srcId="{26DD2B2E-2107-44D8-80E9-CB5610443414}" destId="{B0BABF0D-E54A-4F83-880F-C41FEB8AF04E}" srcOrd="0" destOrd="0" presId="urn:microsoft.com/office/officeart/2005/8/layout/cycle2"/>
    <dgm:cxn modelId="{BAA44630-BC4F-4F8E-B961-05C1BBEC583A}" type="presOf" srcId="{D0AA8CF5-7580-4382-AAD1-D4D0F17A1586}" destId="{BDE4640F-B169-46DE-869B-33E7F75B9F1B}" srcOrd="1" destOrd="0" presId="urn:microsoft.com/office/officeart/2005/8/layout/cycle2"/>
    <dgm:cxn modelId="{FA552D69-BF7D-45EA-B391-D665A32EA726}" type="presOf" srcId="{586EE349-989C-4F14-8399-A5F15A4F8C4E}" destId="{D47D607A-3288-485E-911A-A0E00843E236}" srcOrd="0" destOrd="0" presId="urn:microsoft.com/office/officeart/2005/8/layout/cycle2"/>
    <dgm:cxn modelId="{871A9955-F43E-4B9F-AD3B-2E938FB42EDC}" type="presOf" srcId="{BC7303D6-A374-4BC5-AB18-61BAF83988D7}" destId="{B897A086-6880-47B5-843C-D3E83B7078B8}" srcOrd="0" destOrd="0" presId="urn:microsoft.com/office/officeart/2005/8/layout/cycle2"/>
    <dgm:cxn modelId="{86B5D45A-5EDC-4629-8ECA-927FDD3C776F}" srcId="{19BCEAFA-D771-4F9F-AA6B-1AE72537FAEA}" destId="{13BC9E02-BB50-47B6-B329-4B9AB93DFF6A}" srcOrd="3" destOrd="0" parTransId="{8BC9AB29-A4E0-47FE-BE08-E574711E229B}" sibTransId="{D0AA8CF5-7580-4382-AAD1-D4D0F17A1586}"/>
    <dgm:cxn modelId="{980E00A4-BFE1-40AB-A62E-BA39B64D1E4C}" type="presOf" srcId="{26DD2B2E-2107-44D8-80E9-CB5610443414}" destId="{F0EF8576-8B34-4910-8FE2-B14C5010A235}" srcOrd="1" destOrd="0" presId="urn:microsoft.com/office/officeart/2005/8/layout/cycle2"/>
    <dgm:cxn modelId="{500FB4AF-E9B3-4429-BF8A-91CDF9D8BF7F}" type="presOf" srcId="{586EE349-989C-4F14-8399-A5F15A4F8C4E}" destId="{3895D4A5-DEB5-477A-B4DB-9A99A6BB2AFA}" srcOrd="1" destOrd="0" presId="urn:microsoft.com/office/officeart/2005/8/layout/cycle2"/>
    <dgm:cxn modelId="{A597B8BB-E2B4-479B-B5BE-F9102E96F7B7}" type="presOf" srcId="{8B7710EB-AD1A-4262-B402-FD9E9F235134}" destId="{FFD4AE82-72AB-4863-B921-04AC371E5E53}" srcOrd="0" destOrd="0" presId="urn:microsoft.com/office/officeart/2005/8/layout/cycle2"/>
    <dgm:cxn modelId="{C6BA03C0-8226-427B-A490-0DB066F35D57}" srcId="{19BCEAFA-D771-4F9F-AA6B-1AE72537FAEA}" destId="{DAC2EAB2-0321-41C5-B5FD-0C741C8C1766}" srcOrd="2" destOrd="0" parTransId="{C1853901-EF27-48A7-85AC-DD2E2C588E78}" sibTransId="{26DD2B2E-2107-44D8-80E9-CB5610443414}"/>
    <dgm:cxn modelId="{485F96C6-C93C-4C35-8D99-F2582DE17FD6}" type="presOf" srcId="{A98AE5EB-1C9B-426A-A2D2-4BC041B2DE85}" destId="{0B681424-C22C-4C81-B8B8-E46CB54E4113}" srcOrd="0" destOrd="0" presId="urn:microsoft.com/office/officeart/2005/8/layout/cycle2"/>
    <dgm:cxn modelId="{ADD11BD2-86DA-4718-8770-C108FEC6D1E0}" type="presOf" srcId="{DAC2EAB2-0321-41C5-B5FD-0C741C8C1766}" destId="{4370A079-E1F3-44C4-B924-E7A0AA713AE0}" srcOrd="0" destOrd="0" presId="urn:microsoft.com/office/officeart/2005/8/layout/cycle2"/>
    <dgm:cxn modelId="{F40186D8-377E-48F3-A43B-36B489006970}" type="presOf" srcId="{D0AA8CF5-7580-4382-AAD1-D4D0F17A1586}" destId="{37A9FCB2-1D36-46F3-9B87-E8FE0CE59927}" srcOrd="0" destOrd="0" presId="urn:microsoft.com/office/officeart/2005/8/layout/cycle2"/>
    <dgm:cxn modelId="{23CA9FEF-89FA-4954-A61D-61861B84ADFE}" type="presOf" srcId="{8B7710EB-AD1A-4262-B402-FD9E9F235134}" destId="{2D2878AD-19FF-405F-BE09-680200B90969}" srcOrd="1" destOrd="0" presId="urn:microsoft.com/office/officeart/2005/8/layout/cycle2"/>
    <dgm:cxn modelId="{01476BF5-4A71-46DA-A53C-D78BB9386EDF}" srcId="{19BCEAFA-D771-4F9F-AA6B-1AE72537FAEA}" destId="{BC7303D6-A374-4BC5-AB18-61BAF83988D7}" srcOrd="0" destOrd="0" parTransId="{D42B52F7-2008-4157-90FC-3553B09CE13B}" sibTransId="{8B7710EB-AD1A-4262-B402-FD9E9F235134}"/>
    <dgm:cxn modelId="{7C90B6FD-7257-4C07-9BC5-A25A29F81D2B}" srcId="{19BCEAFA-D771-4F9F-AA6B-1AE72537FAEA}" destId="{A98AE5EB-1C9B-426A-A2D2-4BC041B2DE85}" srcOrd="1" destOrd="0" parTransId="{383F419A-DCCD-4F5C-8AE4-CDBF451C9020}" sibTransId="{586EE349-989C-4F14-8399-A5F15A4F8C4E}"/>
    <dgm:cxn modelId="{73A73CB7-79D3-4970-8C65-A60A72FDF199}" type="presParOf" srcId="{475632E6-FF50-45D8-B041-B5D4D98CE72B}" destId="{B897A086-6880-47B5-843C-D3E83B7078B8}" srcOrd="0" destOrd="0" presId="urn:microsoft.com/office/officeart/2005/8/layout/cycle2"/>
    <dgm:cxn modelId="{DCAB100B-9A65-4642-99AA-A522B764C9F5}" type="presParOf" srcId="{475632E6-FF50-45D8-B041-B5D4D98CE72B}" destId="{FFD4AE82-72AB-4863-B921-04AC371E5E53}" srcOrd="1" destOrd="0" presId="urn:microsoft.com/office/officeart/2005/8/layout/cycle2"/>
    <dgm:cxn modelId="{0B2627EF-EF97-40CB-859F-5DC630760ECE}" type="presParOf" srcId="{FFD4AE82-72AB-4863-B921-04AC371E5E53}" destId="{2D2878AD-19FF-405F-BE09-680200B90969}" srcOrd="0" destOrd="0" presId="urn:microsoft.com/office/officeart/2005/8/layout/cycle2"/>
    <dgm:cxn modelId="{E73175AF-3FAE-4A08-A268-20CFB7CC17D4}" type="presParOf" srcId="{475632E6-FF50-45D8-B041-B5D4D98CE72B}" destId="{0B681424-C22C-4C81-B8B8-E46CB54E4113}" srcOrd="2" destOrd="0" presId="urn:microsoft.com/office/officeart/2005/8/layout/cycle2"/>
    <dgm:cxn modelId="{2EEF7939-D5BD-4571-8790-93A3B9C74DA8}" type="presParOf" srcId="{475632E6-FF50-45D8-B041-B5D4D98CE72B}" destId="{D47D607A-3288-485E-911A-A0E00843E236}" srcOrd="3" destOrd="0" presId="urn:microsoft.com/office/officeart/2005/8/layout/cycle2"/>
    <dgm:cxn modelId="{9BA0EBB0-30B5-4A3E-83C1-05877C9D82CD}" type="presParOf" srcId="{D47D607A-3288-485E-911A-A0E00843E236}" destId="{3895D4A5-DEB5-477A-B4DB-9A99A6BB2AFA}" srcOrd="0" destOrd="0" presId="urn:microsoft.com/office/officeart/2005/8/layout/cycle2"/>
    <dgm:cxn modelId="{E0E246DD-01F7-42E9-9E44-C3DD1F9E2079}" type="presParOf" srcId="{475632E6-FF50-45D8-B041-B5D4D98CE72B}" destId="{4370A079-E1F3-44C4-B924-E7A0AA713AE0}" srcOrd="4" destOrd="0" presId="urn:microsoft.com/office/officeart/2005/8/layout/cycle2"/>
    <dgm:cxn modelId="{E30594D1-6DDD-41CE-A86C-F4493F2FA816}" type="presParOf" srcId="{475632E6-FF50-45D8-B041-B5D4D98CE72B}" destId="{B0BABF0D-E54A-4F83-880F-C41FEB8AF04E}" srcOrd="5" destOrd="0" presId="urn:microsoft.com/office/officeart/2005/8/layout/cycle2"/>
    <dgm:cxn modelId="{402DA8ED-843A-4548-8339-F4B7AADD92BA}" type="presParOf" srcId="{B0BABF0D-E54A-4F83-880F-C41FEB8AF04E}" destId="{F0EF8576-8B34-4910-8FE2-B14C5010A235}" srcOrd="0" destOrd="0" presId="urn:microsoft.com/office/officeart/2005/8/layout/cycle2"/>
    <dgm:cxn modelId="{58ECABFD-EDE4-4207-8E57-508E2FDF46B0}" type="presParOf" srcId="{475632E6-FF50-45D8-B041-B5D4D98CE72B}" destId="{B0FC76CA-A045-4353-ABE9-A224DE7D0B00}" srcOrd="6" destOrd="0" presId="urn:microsoft.com/office/officeart/2005/8/layout/cycle2"/>
    <dgm:cxn modelId="{5AB7B5D3-3FD1-4F3F-B22B-1B649C179246}" type="presParOf" srcId="{475632E6-FF50-45D8-B041-B5D4D98CE72B}" destId="{37A9FCB2-1D36-46F3-9B87-E8FE0CE59927}" srcOrd="7" destOrd="0" presId="urn:microsoft.com/office/officeart/2005/8/layout/cycle2"/>
    <dgm:cxn modelId="{02F46077-2411-46C5-8597-9BA03BAEE8F3}" type="presParOf" srcId="{37A9FCB2-1D36-46F3-9B87-E8FE0CE59927}" destId="{BDE4640F-B169-46DE-869B-33E7F75B9F1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A7EAD015-434A-4E54-A90A-ECF45667862D}" type="doc">
      <dgm:prSet loTypeId="urn:microsoft.com/office/officeart/2005/8/layout/cycle2" loCatId="cycle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938B84-B6B2-469B-8A38-A49B15E0ECF0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AFF06F6A-3E24-4F1B-8326-A618488531C1}" type="parTrans" cxnId="{C161212D-8780-49CE-A856-8B8377DE1841}">
      <dgm:prSet/>
      <dgm:spPr/>
    </dgm:pt>
    <dgm:pt modelId="{4E469FC6-6EE2-41C6-A603-38C684C1C096}" type="sibTrans" cxnId="{C161212D-8780-49CE-A856-8B8377DE1841}">
      <dgm:prSet/>
      <dgm:spPr/>
      <dgm:t>
        <a:bodyPr/>
        <a:lstStyle/>
        <a:p>
          <a:endParaRPr lang="en-US"/>
        </a:p>
      </dgm:t>
    </dgm:pt>
    <dgm:pt modelId="{FD0E351D-75B7-4B8A-8C6A-ED3BDF39FD0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5A7EE116-9B67-4EF6-8A92-62769AC8C626}" type="parTrans" cxnId="{FA359307-CD7C-4C96-A5FC-58C6E1F46297}">
      <dgm:prSet/>
      <dgm:spPr/>
    </dgm:pt>
    <dgm:pt modelId="{B63685CA-9822-4590-A212-4F968E7E69AE}" type="sibTrans" cxnId="{FA359307-CD7C-4C96-A5FC-58C6E1F46297}">
      <dgm:prSet/>
      <dgm:spPr/>
      <dgm:t>
        <a:bodyPr/>
        <a:lstStyle/>
        <a:p>
          <a:endParaRPr lang="en-US"/>
        </a:p>
      </dgm:t>
    </dgm:pt>
    <dgm:pt modelId="{0E2047C3-E35D-4269-B23A-717F9BA61F88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6FEABBD-A244-459A-9327-081901EF4372}" type="parTrans" cxnId="{C2972652-801B-4728-B798-7A407C900103}">
      <dgm:prSet/>
      <dgm:spPr/>
    </dgm:pt>
    <dgm:pt modelId="{5484B7BA-F251-4872-BB8F-D661C7A79577}" type="sibTrans" cxnId="{C2972652-801B-4728-B798-7A407C900103}">
      <dgm:prSet/>
      <dgm:spPr/>
      <dgm:t>
        <a:bodyPr/>
        <a:lstStyle/>
        <a:p>
          <a:endParaRPr lang="en-US"/>
        </a:p>
      </dgm:t>
    </dgm:pt>
    <dgm:pt modelId="{E5D0071D-47BB-41D0-95C0-AED144DAFE2F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E78EA5E1-CBF9-49BD-89E2-8A8EB91ECF81}" type="parTrans" cxnId="{62D03AE1-D6E5-4109-8DC7-74D4EDE330CE}">
      <dgm:prSet/>
      <dgm:spPr/>
    </dgm:pt>
    <dgm:pt modelId="{82BB94F0-9492-4B9F-AD9A-D8566E640187}" type="sibTrans" cxnId="{62D03AE1-D6E5-4109-8DC7-74D4EDE330CE}">
      <dgm:prSet/>
      <dgm:spPr/>
      <dgm:t>
        <a:bodyPr/>
        <a:lstStyle/>
        <a:p>
          <a:endParaRPr lang="en-US"/>
        </a:p>
      </dgm:t>
    </dgm:pt>
    <dgm:pt modelId="{CC921559-D827-47A8-B490-62762479A4FC}" type="pres">
      <dgm:prSet presAssocID="{A7EAD015-434A-4E54-A90A-ECF45667862D}" presName="cycle" presStyleCnt="0">
        <dgm:presLayoutVars>
          <dgm:dir/>
          <dgm:resizeHandles val="exact"/>
        </dgm:presLayoutVars>
      </dgm:prSet>
      <dgm:spPr/>
    </dgm:pt>
    <dgm:pt modelId="{717FA8A6-9D63-429A-B8AC-A55BAE4AF9F2}" type="pres">
      <dgm:prSet presAssocID="{FB938B84-B6B2-469B-8A38-A49B15E0ECF0}" presName="node" presStyleLbl="node1" presStyleIdx="0" presStyleCnt="4">
        <dgm:presLayoutVars>
          <dgm:bulletEnabled val="1"/>
        </dgm:presLayoutVars>
      </dgm:prSet>
      <dgm:spPr/>
    </dgm:pt>
    <dgm:pt modelId="{39376E47-F27C-4AD0-B1C4-6B02ACA359FE}" type="pres">
      <dgm:prSet presAssocID="{4E469FC6-6EE2-41C6-A603-38C684C1C096}" presName="sibTrans" presStyleLbl="sibTrans2D1" presStyleIdx="0" presStyleCnt="4"/>
      <dgm:spPr/>
    </dgm:pt>
    <dgm:pt modelId="{94E33FDD-911E-40C0-B82B-CB2C61D31B62}" type="pres">
      <dgm:prSet presAssocID="{4E469FC6-6EE2-41C6-A603-38C684C1C096}" presName="connectorText" presStyleLbl="sibTrans2D1" presStyleIdx="0" presStyleCnt="4"/>
      <dgm:spPr/>
    </dgm:pt>
    <dgm:pt modelId="{DB6BE4F6-2F2A-409E-9215-9EF5EB75AC5B}" type="pres">
      <dgm:prSet presAssocID="{FD0E351D-75B7-4B8A-8C6A-ED3BDF39FD01}" presName="node" presStyleLbl="node1" presStyleIdx="1" presStyleCnt="4">
        <dgm:presLayoutVars>
          <dgm:bulletEnabled val="1"/>
        </dgm:presLayoutVars>
      </dgm:prSet>
      <dgm:spPr/>
    </dgm:pt>
    <dgm:pt modelId="{9629DF75-CDED-412E-A1AB-71CB6B52B469}" type="pres">
      <dgm:prSet presAssocID="{B63685CA-9822-4590-A212-4F968E7E69AE}" presName="sibTrans" presStyleLbl="sibTrans2D1" presStyleIdx="1" presStyleCnt="4"/>
      <dgm:spPr/>
    </dgm:pt>
    <dgm:pt modelId="{8A9F9B97-5FC9-44AA-A4DC-DF0321C68735}" type="pres">
      <dgm:prSet presAssocID="{B63685CA-9822-4590-A212-4F968E7E69AE}" presName="connectorText" presStyleLbl="sibTrans2D1" presStyleIdx="1" presStyleCnt="4"/>
      <dgm:spPr/>
    </dgm:pt>
    <dgm:pt modelId="{FA9C6F47-D114-493E-8C66-8FD543377ACB}" type="pres">
      <dgm:prSet presAssocID="{0E2047C3-E35D-4269-B23A-717F9BA61F88}" presName="node" presStyleLbl="node1" presStyleIdx="2" presStyleCnt="4">
        <dgm:presLayoutVars>
          <dgm:bulletEnabled val="1"/>
        </dgm:presLayoutVars>
      </dgm:prSet>
      <dgm:spPr/>
    </dgm:pt>
    <dgm:pt modelId="{B9CC0C62-9FDB-45A0-BDA8-2B2CB48257E4}" type="pres">
      <dgm:prSet presAssocID="{5484B7BA-F251-4872-BB8F-D661C7A79577}" presName="sibTrans" presStyleLbl="sibTrans2D1" presStyleIdx="2" presStyleCnt="4"/>
      <dgm:spPr/>
    </dgm:pt>
    <dgm:pt modelId="{FAB9EAB4-4765-4BE1-8567-43802A5552D9}" type="pres">
      <dgm:prSet presAssocID="{5484B7BA-F251-4872-BB8F-D661C7A79577}" presName="connectorText" presStyleLbl="sibTrans2D1" presStyleIdx="2" presStyleCnt="4"/>
      <dgm:spPr/>
    </dgm:pt>
    <dgm:pt modelId="{90B5D88C-6345-4382-AF52-FD299A93CF96}" type="pres">
      <dgm:prSet presAssocID="{E5D0071D-47BB-41D0-95C0-AED144DAFE2F}" presName="node" presStyleLbl="node1" presStyleIdx="3" presStyleCnt="4">
        <dgm:presLayoutVars>
          <dgm:bulletEnabled val="1"/>
        </dgm:presLayoutVars>
      </dgm:prSet>
      <dgm:spPr/>
    </dgm:pt>
    <dgm:pt modelId="{426E6B4F-6169-4365-8890-DC1BBF9743F4}" type="pres">
      <dgm:prSet presAssocID="{82BB94F0-9492-4B9F-AD9A-D8566E640187}" presName="sibTrans" presStyleLbl="sibTrans2D1" presStyleIdx="3" presStyleCnt="4"/>
      <dgm:spPr/>
    </dgm:pt>
    <dgm:pt modelId="{47125358-A1E1-463C-8EE5-05B3903D38F1}" type="pres">
      <dgm:prSet presAssocID="{82BB94F0-9492-4B9F-AD9A-D8566E640187}" presName="connectorText" presStyleLbl="sibTrans2D1" presStyleIdx="3" presStyleCnt="4"/>
      <dgm:spPr/>
    </dgm:pt>
  </dgm:ptLst>
  <dgm:cxnLst>
    <dgm:cxn modelId="{FA359307-CD7C-4C96-A5FC-58C6E1F46297}" srcId="{A7EAD015-434A-4E54-A90A-ECF45667862D}" destId="{FD0E351D-75B7-4B8A-8C6A-ED3BDF39FD01}" srcOrd="1" destOrd="0" parTransId="{5A7EE116-9B67-4EF6-8A92-62769AC8C626}" sibTransId="{B63685CA-9822-4590-A212-4F968E7E69AE}"/>
    <dgm:cxn modelId="{F2F8D20C-D18F-4749-AC7D-82DC3A9A31BE}" type="presOf" srcId="{5484B7BA-F251-4872-BB8F-D661C7A79577}" destId="{FAB9EAB4-4765-4BE1-8567-43802A5552D9}" srcOrd="1" destOrd="0" presId="urn:microsoft.com/office/officeart/2005/8/layout/cycle2"/>
    <dgm:cxn modelId="{97F8D71F-9489-4A80-BFFD-8392B968B769}" type="presOf" srcId="{82BB94F0-9492-4B9F-AD9A-D8566E640187}" destId="{47125358-A1E1-463C-8EE5-05B3903D38F1}" srcOrd="1" destOrd="0" presId="urn:microsoft.com/office/officeart/2005/8/layout/cycle2"/>
    <dgm:cxn modelId="{C98AA62C-D862-465E-99F6-DCB0B0E68F41}" type="presOf" srcId="{5484B7BA-F251-4872-BB8F-D661C7A79577}" destId="{B9CC0C62-9FDB-45A0-BDA8-2B2CB48257E4}" srcOrd="0" destOrd="0" presId="urn:microsoft.com/office/officeart/2005/8/layout/cycle2"/>
    <dgm:cxn modelId="{C161212D-8780-49CE-A856-8B8377DE1841}" srcId="{A7EAD015-434A-4E54-A90A-ECF45667862D}" destId="{FB938B84-B6B2-469B-8A38-A49B15E0ECF0}" srcOrd="0" destOrd="0" parTransId="{AFF06F6A-3E24-4F1B-8326-A618488531C1}" sibTransId="{4E469FC6-6EE2-41C6-A603-38C684C1C096}"/>
    <dgm:cxn modelId="{C2972652-801B-4728-B798-7A407C900103}" srcId="{A7EAD015-434A-4E54-A90A-ECF45667862D}" destId="{0E2047C3-E35D-4269-B23A-717F9BA61F88}" srcOrd="2" destOrd="0" parTransId="{76FEABBD-A244-459A-9327-081901EF4372}" sibTransId="{5484B7BA-F251-4872-BB8F-D661C7A79577}"/>
    <dgm:cxn modelId="{A9803575-7B78-4148-B29C-671FEFDFB926}" type="presOf" srcId="{4E469FC6-6EE2-41C6-A603-38C684C1C096}" destId="{94E33FDD-911E-40C0-B82B-CB2C61D31B62}" srcOrd="1" destOrd="0" presId="urn:microsoft.com/office/officeart/2005/8/layout/cycle2"/>
    <dgm:cxn modelId="{14512E76-9A6F-4299-86A6-DB26FE3D02F0}" type="presOf" srcId="{FD0E351D-75B7-4B8A-8C6A-ED3BDF39FD01}" destId="{DB6BE4F6-2F2A-409E-9215-9EF5EB75AC5B}" srcOrd="0" destOrd="0" presId="urn:microsoft.com/office/officeart/2005/8/layout/cycle2"/>
    <dgm:cxn modelId="{8D9A2E86-1FE8-4AF4-9A0E-CD1515AB8525}" type="presOf" srcId="{B63685CA-9822-4590-A212-4F968E7E69AE}" destId="{9629DF75-CDED-412E-A1AB-71CB6B52B469}" srcOrd="0" destOrd="0" presId="urn:microsoft.com/office/officeart/2005/8/layout/cycle2"/>
    <dgm:cxn modelId="{696F309D-8835-4D80-9677-23535FDC11B7}" type="presOf" srcId="{82BB94F0-9492-4B9F-AD9A-D8566E640187}" destId="{426E6B4F-6169-4365-8890-DC1BBF9743F4}" srcOrd="0" destOrd="0" presId="urn:microsoft.com/office/officeart/2005/8/layout/cycle2"/>
    <dgm:cxn modelId="{3ED0B1BB-79D6-40DB-BE9D-97CDB70517C6}" type="presOf" srcId="{E5D0071D-47BB-41D0-95C0-AED144DAFE2F}" destId="{90B5D88C-6345-4382-AF52-FD299A93CF96}" srcOrd="0" destOrd="0" presId="urn:microsoft.com/office/officeart/2005/8/layout/cycle2"/>
    <dgm:cxn modelId="{D99CBAC5-A75C-4023-890A-62A8B1556A3B}" type="presOf" srcId="{4E469FC6-6EE2-41C6-A603-38C684C1C096}" destId="{39376E47-F27C-4AD0-B1C4-6B02ACA359FE}" srcOrd="0" destOrd="0" presId="urn:microsoft.com/office/officeart/2005/8/layout/cycle2"/>
    <dgm:cxn modelId="{A64DAED9-6C4F-49D5-BAF1-AADAEB21A9B7}" type="presOf" srcId="{B63685CA-9822-4590-A212-4F968E7E69AE}" destId="{8A9F9B97-5FC9-44AA-A4DC-DF0321C68735}" srcOrd="1" destOrd="0" presId="urn:microsoft.com/office/officeart/2005/8/layout/cycle2"/>
    <dgm:cxn modelId="{3782F9DB-9192-46F7-B746-66663D9D58D5}" type="presOf" srcId="{0E2047C3-E35D-4269-B23A-717F9BA61F88}" destId="{FA9C6F47-D114-493E-8C66-8FD543377ACB}" srcOrd="0" destOrd="0" presId="urn:microsoft.com/office/officeart/2005/8/layout/cycle2"/>
    <dgm:cxn modelId="{62D03AE1-D6E5-4109-8DC7-74D4EDE330CE}" srcId="{A7EAD015-434A-4E54-A90A-ECF45667862D}" destId="{E5D0071D-47BB-41D0-95C0-AED144DAFE2F}" srcOrd="3" destOrd="0" parTransId="{E78EA5E1-CBF9-49BD-89E2-8A8EB91ECF81}" sibTransId="{82BB94F0-9492-4B9F-AD9A-D8566E640187}"/>
    <dgm:cxn modelId="{6384C3E9-6B58-4E78-B648-AAB3022FB642}" type="presOf" srcId="{FB938B84-B6B2-469B-8A38-A49B15E0ECF0}" destId="{717FA8A6-9D63-429A-B8AC-A55BAE4AF9F2}" srcOrd="0" destOrd="0" presId="urn:microsoft.com/office/officeart/2005/8/layout/cycle2"/>
    <dgm:cxn modelId="{69CA16EC-3B70-48FF-9FBD-ECBB1CB7D5AA}" type="presOf" srcId="{A7EAD015-434A-4E54-A90A-ECF45667862D}" destId="{CC921559-D827-47A8-B490-62762479A4FC}" srcOrd="0" destOrd="0" presId="urn:microsoft.com/office/officeart/2005/8/layout/cycle2"/>
    <dgm:cxn modelId="{DAF70962-46C9-423C-AEBB-11B073B54F1A}" type="presParOf" srcId="{CC921559-D827-47A8-B490-62762479A4FC}" destId="{717FA8A6-9D63-429A-B8AC-A55BAE4AF9F2}" srcOrd="0" destOrd="0" presId="urn:microsoft.com/office/officeart/2005/8/layout/cycle2"/>
    <dgm:cxn modelId="{6B26985F-59A2-4BC4-A690-7F7E3DBC0621}" type="presParOf" srcId="{CC921559-D827-47A8-B490-62762479A4FC}" destId="{39376E47-F27C-4AD0-B1C4-6B02ACA359FE}" srcOrd="1" destOrd="0" presId="urn:microsoft.com/office/officeart/2005/8/layout/cycle2"/>
    <dgm:cxn modelId="{423B1313-8B57-4919-8960-EFDBD8543C2C}" type="presParOf" srcId="{39376E47-F27C-4AD0-B1C4-6B02ACA359FE}" destId="{94E33FDD-911E-40C0-B82B-CB2C61D31B62}" srcOrd="0" destOrd="0" presId="urn:microsoft.com/office/officeart/2005/8/layout/cycle2"/>
    <dgm:cxn modelId="{C89865E5-9F58-436C-997D-24D45B6DDFC9}" type="presParOf" srcId="{CC921559-D827-47A8-B490-62762479A4FC}" destId="{DB6BE4F6-2F2A-409E-9215-9EF5EB75AC5B}" srcOrd="2" destOrd="0" presId="urn:microsoft.com/office/officeart/2005/8/layout/cycle2"/>
    <dgm:cxn modelId="{CC100DB6-E830-482B-B1EC-A8B664B82B5D}" type="presParOf" srcId="{CC921559-D827-47A8-B490-62762479A4FC}" destId="{9629DF75-CDED-412E-A1AB-71CB6B52B469}" srcOrd="3" destOrd="0" presId="urn:microsoft.com/office/officeart/2005/8/layout/cycle2"/>
    <dgm:cxn modelId="{F7F9EE05-A857-488F-B039-FF72A3CBD1C5}" type="presParOf" srcId="{9629DF75-CDED-412E-A1AB-71CB6B52B469}" destId="{8A9F9B97-5FC9-44AA-A4DC-DF0321C68735}" srcOrd="0" destOrd="0" presId="urn:microsoft.com/office/officeart/2005/8/layout/cycle2"/>
    <dgm:cxn modelId="{6F7C7E83-85C4-4CD1-95D5-103F519D7651}" type="presParOf" srcId="{CC921559-D827-47A8-B490-62762479A4FC}" destId="{FA9C6F47-D114-493E-8C66-8FD543377ACB}" srcOrd="4" destOrd="0" presId="urn:microsoft.com/office/officeart/2005/8/layout/cycle2"/>
    <dgm:cxn modelId="{8957F73D-6B6C-4CAF-B55A-704C3904A331}" type="presParOf" srcId="{CC921559-D827-47A8-B490-62762479A4FC}" destId="{B9CC0C62-9FDB-45A0-BDA8-2B2CB48257E4}" srcOrd="5" destOrd="0" presId="urn:microsoft.com/office/officeart/2005/8/layout/cycle2"/>
    <dgm:cxn modelId="{712F8B79-D7F5-4665-B807-D93B3A5772C2}" type="presParOf" srcId="{B9CC0C62-9FDB-45A0-BDA8-2B2CB48257E4}" destId="{FAB9EAB4-4765-4BE1-8567-43802A5552D9}" srcOrd="0" destOrd="0" presId="urn:microsoft.com/office/officeart/2005/8/layout/cycle2"/>
    <dgm:cxn modelId="{67A45300-903B-4567-A5B5-36B3ADDB7A55}" type="presParOf" srcId="{CC921559-D827-47A8-B490-62762479A4FC}" destId="{90B5D88C-6345-4382-AF52-FD299A93CF96}" srcOrd="6" destOrd="0" presId="urn:microsoft.com/office/officeart/2005/8/layout/cycle2"/>
    <dgm:cxn modelId="{C63C230F-2DD4-4EB0-9B72-5531809457FD}" type="presParOf" srcId="{CC921559-D827-47A8-B490-62762479A4FC}" destId="{426E6B4F-6169-4365-8890-DC1BBF9743F4}" srcOrd="7" destOrd="0" presId="urn:microsoft.com/office/officeart/2005/8/layout/cycle2"/>
    <dgm:cxn modelId="{4E067B35-326B-4A9F-8F09-5FAF4D11744E}" type="presParOf" srcId="{426E6B4F-6169-4365-8890-DC1BBF9743F4}" destId="{47125358-A1E1-463C-8EE5-05B3903D38F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63196892-65A2-421C-AD4A-AFD06C81566E}" type="doc">
      <dgm:prSet loTypeId="urn:microsoft.com/office/officeart/2005/8/layout/cycle2" loCatId="cycle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95E14C-5F31-4E39-A7A9-2FDD38498C8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F0BAF54-3DAF-4967-BCF9-81FB9024A569}" type="parTrans" cxnId="{FFDA1035-9C5E-4E42-9C3B-5CE8F5594AE0}">
      <dgm:prSet/>
      <dgm:spPr/>
    </dgm:pt>
    <dgm:pt modelId="{82702BAB-D5AE-41DB-94C6-801F47D3EECF}" type="sibTrans" cxnId="{FFDA1035-9C5E-4E42-9C3B-5CE8F5594AE0}">
      <dgm:prSet/>
      <dgm:spPr/>
      <dgm:t>
        <a:bodyPr/>
        <a:lstStyle/>
        <a:p>
          <a:endParaRPr lang="en-US"/>
        </a:p>
      </dgm:t>
    </dgm:pt>
    <dgm:pt modelId="{7FA07D99-076B-4DC0-8E2E-377ECCF67012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E2FC3EB1-999C-4952-A513-FBD728E7AF9B}" type="parTrans" cxnId="{8D575D4D-D18B-4451-BF1C-C58B402C3079}">
      <dgm:prSet/>
      <dgm:spPr/>
    </dgm:pt>
    <dgm:pt modelId="{1F819E85-D143-4721-920B-0B2C359C28B7}" type="sibTrans" cxnId="{8D575D4D-D18B-4451-BF1C-C58B402C3079}">
      <dgm:prSet/>
      <dgm:spPr/>
      <dgm:t>
        <a:bodyPr/>
        <a:lstStyle/>
        <a:p>
          <a:endParaRPr lang="en-US"/>
        </a:p>
      </dgm:t>
    </dgm:pt>
    <dgm:pt modelId="{ED9FA161-097B-4A8D-B58D-1ED3E68DBED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C525B91-564F-43D8-B989-8493A605AC94}" type="parTrans" cxnId="{505B69BE-15A1-49EF-A9E5-15DD34B44BC8}">
      <dgm:prSet/>
      <dgm:spPr/>
    </dgm:pt>
    <dgm:pt modelId="{A039D5B5-3A4B-4D03-ABBF-1C74985A7182}" type="sibTrans" cxnId="{505B69BE-15A1-49EF-A9E5-15DD34B44BC8}">
      <dgm:prSet/>
      <dgm:spPr/>
      <dgm:t>
        <a:bodyPr/>
        <a:lstStyle/>
        <a:p>
          <a:endParaRPr lang="en-US"/>
        </a:p>
      </dgm:t>
    </dgm:pt>
    <dgm:pt modelId="{D96C06B0-6D77-480B-9EDF-902657F6C404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86BC8F10-0591-4219-B445-AF82E47C5DD6}" type="parTrans" cxnId="{166F5CAA-9903-4937-96E2-0A36FD3EE7F9}">
      <dgm:prSet/>
      <dgm:spPr/>
    </dgm:pt>
    <dgm:pt modelId="{46EB66A2-3356-40BF-8A98-DEAC92E4E34D}" type="sibTrans" cxnId="{166F5CAA-9903-4937-96E2-0A36FD3EE7F9}">
      <dgm:prSet/>
      <dgm:spPr/>
      <dgm:t>
        <a:bodyPr/>
        <a:lstStyle/>
        <a:p>
          <a:endParaRPr lang="en-US"/>
        </a:p>
      </dgm:t>
    </dgm:pt>
    <dgm:pt modelId="{976469B1-7446-4DE9-ABA9-35D6EBF05F7D}" type="pres">
      <dgm:prSet presAssocID="{63196892-65A2-421C-AD4A-AFD06C81566E}" presName="cycle" presStyleCnt="0">
        <dgm:presLayoutVars>
          <dgm:dir/>
          <dgm:resizeHandles val="exact"/>
        </dgm:presLayoutVars>
      </dgm:prSet>
      <dgm:spPr/>
    </dgm:pt>
    <dgm:pt modelId="{606D76CD-AF27-4471-99ED-BD91707808A8}" type="pres">
      <dgm:prSet presAssocID="{9E95E14C-5F31-4E39-A7A9-2FDD38498C87}" presName="node" presStyleLbl="node1" presStyleIdx="0" presStyleCnt="4">
        <dgm:presLayoutVars>
          <dgm:bulletEnabled val="1"/>
        </dgm:presLayoutVars>
      </dgm:prSet>
      <dgm:spPr/>
    </dgm:pt>
    <dgm:pt modelId="{FA6B7FA3-02B2-4500-B5C4-794D4EC345EF}" type="pres">
      <dgm:prSet presAssocID="{82702BAB-D5AE-41DB-94C6-801F47D3EECF}" presName="sibTrans" presStyleLbl="sibTrans2D1" presStyleIdx="0" presStyleCnt="4"/>
      <dgm:spPr/>
    </dgm:pt>
    <dgm:pt modelId="{094D2AE9-A2BB-4F03-AA58-35439FFDFF80}" type="pres">
      <dgm:prSet presAssocID="{82702BAB-D5AE-41DB-94C6-801F47D3EECF}" presName="connectorText" presStyleLbl="sibTrans2D1" presStyleIdx="0" presStyleCnt="4"/>
      <dgm:spPr/>
    </dgm:pt>
    <dgm:pt modelId="{03C454A5-4D0F-40B2-BFDB-D32C3EF1117F}" type="pres">
      <dgm:prSet presAssocID="{7FA07D99-076B-4DC0-8E2E-377ECCF67012}" presName="node" presStyleLbl="node1" presStyleIdx="1" presStyleCnt="4">
        <dgm:presLayoutVars>
          <dgm:bulletEnabled val="1"/>
        </dgm:presLayoutVars>
      </dgm:prSet>
      <dgm:spPr/>
    </dgm:pt>
    <dgm:pt modelId="{67D7236A-2B1F-4493-8AB0-1A0C50AB3FA2}" type="pres">
      <dgm:prSet presAssocID="{1F819E85-D143-4721-920B-0B2C359C28B7}" presName="sibTrans" presStyleLbl="sibTrans2D1" presStyleIdx="1" presStyleCnt="4"/>
      <dgm:spPr/>
    </dgm:pt>
    <dgm:pt modelId="{896FD825-713C-438C-9BD0-CF8CC1A79BCA}" type="pres">
      <dgm:prSet presAssocID="{1F819E85-D143-4721-920B-0B2C359C28B7}" presName="connectorText" presStyleLbl="sibTrans2D1" presStyleIdx="1" presStyleCnt="4"/>
      <dgm:spPr/>
    </dgm:pt>
    <dgm:pt modelId="{BD641890-2929-470B-9E4E-47DFF898BA0E}" type="pres">
      <dgm:prSet presAssocID="{ED9FA161-097B-4A8D-B58D-1ED3E68DBEDF}" presName="node" presStyleLbl="node1" presStyleIdx="2" presStyleCnt="4">
        <dgm:presLayoutVars>
          <dgm:bulletEnabled val="1"/>
        </dgm:presLayoutVars>
      </dgm:prSet>
      <dgm:spPr/>
    </dgm:pt>
    <dgm:pt modelId="{5F15F4A4-355E-438F-8FDD-AA96DC37257E}" type="pres">
      <dgm:prSet presAssocID="{A039D5B5-3A4B-4D03-ABBF-1C74985A7182}" presName="sibTrans" presStyleLbl="sibTrans2D1" presStyleIdx="2" presStyleCnt="4"/>
      <dgm:spPr/>
    </dgm:pt>
    <dgm:pt modelId="{3951038B-B436-4768-99E8-B845E588A8F4}" type="pres">
      <dgm:prSet presAssocID="{A039D5B5-3A4B-4D03-ABBF-1C74985A7182}" presName="connectorText" presStyleLbl="sibTrans2D1" presStyleIdx="2" presStyleCnt="4"/>
      <dgm:spPr/>
    </dgm:pt>
    <dgm:pt modelId="{5C0DA4E2-4734-42E5-86CD-DB3F78E40719}" type="pres">
      <dgm:prSet presAssocID="{D96C06B0-6D77-480B-9EDF-902657F6C404}" presName="node" presStyleLbl="node1" presStyleIdx="3" presStyleCnt="4">
        <dgm:presLayoutVars>
          <dgm:bulletEnabled val="1"/>
        </dgm:presLayoutVars>
      </dgm:prSet>
      <dgm:spPr/>
    </dgm:pt>
    <dgm:pt modelId="{0E58B3E8-5656-4DFE-83C2-96DFBB198B93}" type="pres">
      <dgm:prSet presAssocID="{46EB66A2-3356-40BF-8A98-DEAC92E4E34D}" presName="sibTrans" presStyleLbl="sibTrans2D1" presStyleIdx="3" presStyleCnt="4"/>
      <dgm:spPr/>
    </dgm:pt>
    <dgm:pt modelId="{8F38C14A-5A97-4877-89BB-7C29FF1C1CAF}" type="pres">
      <dgm:prSet presAssocID="{46EB66A2-3356-40BF-8A98-DEAC92E4E34D}" presName="connectorText" presStyleLbl="sibTrans2D1" presStyleIdx="3" presStyleCnt="4"/>
      <dgm:spPr/>
    </dgm:pt>
  </dgm:ptLst>
  <dgm:cxnLst>
    <dgm:cxn modelId="{1B793C07-A5CC-4BBF-8A3A-DA250DDEAB9A}" type="presOf" srcId="{63196892-65A2-421C-AD4A-AFD06C81566E}" destId="{976469B1-7446-4DE9-ABA9-35D6EBF05F7D}" srcOrd="0" destOrd="0" presId="urn:microsoft.com/office/officeart/2005/8/layout/cycle2"/>
    <dgm:cxn modelId="{D2E7B20B-97CD-431E-A293-C8E157A99964}" type="presOf" srcId="{46EB66A2-3356-40BF-8A98-DEAC92E4E34D}" destId="{8F38C14A-5A97-4877-89BB-7C29FF1C1CAF}" srcOrd="1" destOrd="0" presId="urn:microsoft.com/office/officeart/2005/8/layout/cycle2"/>
    <dgm:cxn modelId="{62335023-255E-464A-8C8F-1BAFD1755B78}" type="presOf" srcId="{46EB66A2-3356-40BF-8A98-DEAC92E4E34D}" destId="{0E58B3E8-5656-4DFE-83C2-96DFBB198B93}" srcOrd="0" destOrd="0" presId="urn:microsoft.com/office/officeart/2005/8/layout/cycle2"/>
    <dgm:cxn modelId="{FFDA1035-9C5E-4E42-9C3B-5CE8F5594AE0}" srcId="{63196892-65A2-421C-AD4A-AFD06C81566E}" destId="{9E95E14C-5F31-4E39-A7A9-2FDD38498C87}" srcOrd="0" destOrd="0" parTransId="{DF0BAF54-3DAF-4967-BCF9-81FB9024A569}" sibTransId="{82702BAB-D5AE-41DB-94C6-801F47D3EECF}"/>
    <dgm:cxn modelId="{2CC1BF47-658E-4DD7-B6FC-1147743C8BEA}" type="presOf" srcId="{1F819E85-D143-4721-920B-0B2C359C28B7}" destId="{896FD825-713C-438C-9BD0-CF8CC1A79BCA}" srcOrd="1" destOrd="0" presId="urn:microsoft.com/office/officeart/2005/8/layout/cycle2"/>
    <dgm:cxn modelId="{8D575D4D-D18B-4451-BF1C-C58B402C3079}" srcId="{63196892-65A2-421C-AD4A-AFD06C81566E}" destId="{7FA07D99-076B-4DC0-8E2E-377ECCF67012}" srcOrd="1" destOrd="0" parTransId="{E2FC3EB1-999C-4952-A513-FBD728E7AF9B}" sibTransId="{1F819E85-D143-4721-920B-0B2C359C28B7}"/>
    <dgm:cxn modelId="{825EFA74-A7A2-4BD8-8A69-306DD8AD17ED}" type="presOf" srcId="{A039D5B5-3A4B-4D03-ABBF-1C74985A7182}" destId="{3951038B-B436-4768-99E8-B845E588A8F4}" srcOrd="1" destOrd="0" presId="urn:microsoft.com/office/officeart/2005/8/layout/cycle2"/>
    <dgm:cxn modelId="{E18D2481-E5BE-4BD7-B041-350625E977D3}" type="presOf" srcId="{ED9FA161-097B-4A8D-B58D-1ED3E68DBEDF}" destId="{BD641890-2929-470B-9E4E-47DFF898BA0E}" srcOrd="0" destOrd="0" presId="urn:microsoft.com/office/officeart/2005/8/layout/cycle2"/>
    <dgm:cxn modelId="{2E054888-298D-49EE-A7E1-3DC214A2016E}" type="presOf" srcId="{82702BAB-D5AE-41DB-94C6-801F47D3EECF}" destId="{094D2AE9-A2BB-4F03-AA58-35439FFDFF80}" srcOrd="1" destOrd="0" presId="urn:microsoft.com/office/officeart/2005/8/layout/cycle2"/>
    <dgm:cxn modelId="{7B2AF998-C05B-42E8-A35C-3FA4E7A605D7}" type="presOf" srcId="{82702BAB-D5AE-41DB-94C6-801F47D3EECF}" destId="{FA6B7FA3-02B2-4500-B5C4-794D4EC345EF}" srcOrd="0" destOrd="0" presId="urn:microsoft.com/office/officeart/2005/8/layout/cycle2"/>
    <dgm:cxn modelId="{E4847EA9-62AC-44F7-9156-DE9A4C297F47}" type="presOf" srcId="{A039D5B5-3A4B-4D03-ABBF-1C74985A7182}" destId="{5F15F4A4-355E-438F-8FDD-AA96DC37257E}" srcOrd="0" destOrd="0" presId="urn:microsoft.com/office/officeart/2005/8/layout/cycle2"/>
    <dgm:cxn modelId="{166F5CAA-9903-4937-96E2-0A36FD3EE7F9}" srcId="{63196892-65A2-421C-AD4A-AFD06C81566E}" destId="{D96C06B0-6D77-480B-9EDF-902657F6C404}" srcOrd="3" destOrd="0" parTransId="{86BC8F10-0591-4219-B445-AF82E47C5DD6}" sibTransId="{46EB66A2-3356-40BF-8A98-DEAC92E4E34D}"/>
    <dgm:cxn modelId="{C6087DAA-ADEB-4491-81D3-0015EDF5E154}" type="presOf" srcId="{9E95E14C-5F31-4E39-A7A9-2FDD38498C87}" destId="{606D76CD-AF27-4471-99ED-BD91707808A8}" srcOrd="0" destOrd="0" presId="urn:microsoft.com/office/officeart/2005/8/layout/cycle2"/>
    <dgm:cxn modelId="{505B69BE-15A1-49EF-A9E5-15DD34B44BC8}" srcId="{63196892-65A2-421C-AD4A-AFD06C81566E}" destId="{ED9FA161-097B-4A8D-B58D-1ED3E68DBEDF}" srcOrd="2" destOrd="0" parTransId="{AC525B91-564F-43D8-B989-8493A605AC94}" sibTransId="{A039D5B5-3A4B-4D03-ABBF-1C74985A7182}"/>
    <dgm:cxn modelId="{7D0D41C4-16DD-4EA3-86A1-9CCAF83D252D}" type="presOf" srcId="{D96C06B0-6D77-480B-9EDF-902657F6C404}" destId="{5C0DA4E2-4734-42E5-86CD-DB3F78E40719}" srcOrd="0" destOrd="0" presId="urn:microsoft.com/office/officeart/2005/8/layout/cycle2"/>
    <dgm:cxn modelId="{C77C30C7-12D1-411D-9460-2400FE6C864D}" type="presOf" srcId="{1F819E85-D143-4721-920B-0B2C359C28B7}" destId="{67D7236A-2B1F-4493-8AB0-1A0C50AB3FA2}" srcOrd="0" destOrd="0" presId="urn:microsoft.com/office/officeart/2005/8/layout/cycle2"/>
    <dgm:cxn modelId="{508C1EE6-31B4-4DC1-B9EB-8739B633CA3F}" type="presOf" srcId="{7FA07D99-076B-4DC0-8E2E-377ECCF67012}" destId="{03C454A5-4D0F-40B2-BFDB-D32C3EF1117F}" srcOrd="0" destOrd="0" presId="urn:microsoft.com/office/officeart/2005/8/layout/cycle2"/>
    <dgm:cxn modelId="{EAF1D206-853A-46D4-87DF-5B2283A26561}" type="presParOf" srcId="{976469B1-7446-4DE9-ABA9-35D6EBF05F7D}" destId="{606D76CD-AF27-4471-99ED-BD91707808A8}" srcOrd="0" destOrd="0" presId="urn:microsoft.com/office/officeart/2005/8/layout/cycle2"/>
    <dgm:cxn modelId="{5FB9483E-D6EA-466D-A020-928170C8E4D7}" type="presParOf" srcId="{976469B1-7446-4DE9-ABA9-35D6EBF05F7D}" destId="{FA6B7FA3-02B2-4500-B5C4-794D4EC345EF}" srcOrd="1" destOrd="0" presId="urn:microsoft.com/office/officeart/2005/8/layout/cycle2"/>
    <dgm:cxn modelId="{DB371530-B683-46A9-AC7A-7D9B5A1B10F9}" type="presParOf" srcId="{FA6B7FA3-02B2-4500-B5C4-794D4EC345EF}" destId="{094D2AE9-A2BB-4F03-AA58-35439FFDFF80}" srcOrd="0" destOrd="0" presId="urn:microsoft.com/office/officeart/2005/8/layout/cycle2"/>
    <dgm:cxn modelId="{79B438AF-F930-4AA7-92D6-9443C346ADF5}" type="presParOf" srcId="{976469B1-7446-4DE9-ABA9-35D6EBF05F7D}" destId="{03C454A5-4D0F-40B2-BFDB-D32C3EF1117F}" srcOrd="2" destOrd="0" presId="urn:microsoft.com/office/officeart/2005/8/layout/cycle2"/>
    <dgm:cxn modelId="{DE77C687-DEA9-48BB-8A26-F9745B34FF44}" type="presParOf" srcId="{976469B1-7446-4DE9-ABA9-35D6EBF05F7D}" destId="{67D7236A-2B1F-4493-8AB0-1A0C50AB3FA2}" srcOrd="3" destOrd="0" presId="urn:microsoft.com/office/officeart/2005/8/layout/cycle2"/>
    <dgm:cxn modelId="{D9EB9C9E-29A5-46A6-B653-2A9614F45BD5}" type="presParOf" srcId="{67D7236A-2B1F-4493-8AB0-1A0C50AB3FA2}" destId="{896FD825-713C-438C-9BD0-CF8CC1A79BCA}" srcOrd="0" destOrd="0" presId="urn:microsoft.com/office/officeart/2005/8/layout/cycle2"/>
    <dgm:cxn modelId="{CE727F51-D417-46F1-A0DD-A6BFA29A5770}" type="presParOf" srcId="{976469B1-7446-4DE9-ABA9-35D6EBF05F7D}" destId="{BD641890-2929-470B-9E4E-47DFF898BA0E}" srcOrd="4" destOrd="0" presId="urn:microsoft.com/office/officeart/2005/8/layout/cycle2"/>
    <dgm:cxn modelId="{8B721268-F458-49E4-93B0-268547DFA828}" type="presParOf" srcId="{976469B1-7446-4DE9-ABA9-35D6EBF05F7D}" destId="{5F15F4A4-355E-438F-8FDD-AA96DC37257E}" srcOrd="5" destOrd="0" presId="urn:microsoft.com/office/officeart/2005/8/layout/cycle2"/>
    <dgm:cxn modelId="{283814A8-5F84-407B-AB8B-2586D24AC8A7}" type="presParOf" srcId="{5F15F4A4-355E-438F-8FDD-AA96DC37257E}" destId="{3951038B-B436-4768-99E8-B845E588A8F4}" srcOrd="0" destOrd="0" presId="urn:microsoft.com/office/officeart/2005/8/layout/cycle2"/>
    <dgm:cxn modelId="{BB466BF8-45B3-4694-912D-A0EB8A2C0751}" type="presParOf" srcId="{976469B1-7446-4DE9-ABA9-35D6EBF05F7D}" destId="{5C0DA4E2-4734-42E5-86CD-DB3F78E40719}" srcOrd="6" destOrd="0" presId="urn:microsoft.com/office/officeart/2005/8/layout/cycle2"/>
    <dgm:cxn modelId="{748A9480-405F-46A9-AE41-61032AD2048F}" type="presParOf" srcId="{976469B1-7446-4DE9-ABA9-35D6EBF05F7D}" destId="{0E58B3E8-5656-4DFE-83C2-96DFBB198B93}" srcOrd="7" destOrd="0" presId="urn:microsoft.com/office/officeart/2005/8/layout/cycle2"/>
    <dgm:cxn modelId="{462A5B9F-5B62-409E-A412-FDEF4F2FCCE9}" type="presParOf" srcId="{0E58B3E8-5656-4DFE-83C2-96DFBB198B93}" destId="{8F38C14A-5A97-4877-89BB-7C29FF1C1CA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28C52BAA-0445-42B8-B7BB-666569FB53D6}" type="doc">
      <dgm:prSet loTypeId="urn:microsoft.com/office/officeart/2005/8/layout/cycle2" loCatId="cycle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3FFDE2-E4DB-4BD2-A8E3-AA685F54E8A3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C21AA53-A6D0-478B-BD71-DC154552AA24}" type="parTrans" cxnId="{5DFC1DA8-D700-47D2-9802-AAEEE39F4D5D}">
      <dgm:prSet/>
      <dgm:spPr/>
    </dgm:pt>
    <dgm:pt modelId="{D3531830-7F49-4DDC-90BD-EB5482F1ACDE}" type="sibTrans" cxnId="{5DFC1DA8-D700-47D2-9802-AAEEE39F4D5D}">
      <dgm:prSet/>
      <dgm:spPr/>
      <dgm:t>
        <a:bodyPr/>
        <a:lstStyle/>
        <a:p>
          <a:endParaRPr lang="en-US"/>
        </a:p>
      </dgm:t>
    </dgm:pt>
    <dgm:pt modelId="{93F4CA70-5048-4236-A44E-BCC05D5F58E4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F52BC962-0485-40EC-8587-646F5874D8AF}" type="parTrans" cxnId="{16FDBB28-7408-4E9C-8E2F-CAAF84F4EAD4}">
      <dgm:prSet/>
      <dgm:spPr/>
    </dgm:pt>
    <dgm:pt modelId="{1986810A-E81E-4387-96C0-73E04FD9CEA1}" type="sibTrans" cxnId="{16FDBB28-7408-4E9C-8E2F-CAAF84F4EAD4}">
      <dgm:prSet/>
      <dgm:spPr/>
      <dgm:t>
        <a:bodyPr/>
        <a:lstStyle/>
        <a:p>
          <a:endParaRPr lang="en-US"/>
        </a:p>
      </dgm:t>
    </dgm:pt>
    <dgm:pt modelId="{D1DEF23B-732E-453C-AE68-5D581919F951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BFE8A8D-33E0-40BE-8592-01A26A7BFFE4}" type="parTrans" cxnId="{2886F580-CEB9-4FC5-BF92-BB6128A0C3A7}">
      <dgm:prSet/>
      <dgm:spPr/>
    </dgm:pt>
    <dgm:pt modelId="{861BA860-D6E6-4550-B7D7-7FD84EE807B6}" type="sibTrans" cxnId="{2886F580-CEB9-4FC5-BF92-BB6128A0C3A7}">
      <dgm:prSet/>
      <dgm:spPr/>
      <dgm:t>
        <a:bodyPr/>
        <a:lstStyle/>
        <a:p>
          <a:endParaRPr lang="en-US"/>
        </a:p>
      </dgm:t>
    </dgm:pt>
    <dgm:pt modelId="{1FB5F9EF-E97D-4A18-A45B-1835E351150D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97085A4C-F738-4827-9DEA-614EFEEF6119}" type="parTrans" cxnId="{EA5511AA-F173-411E-B782-3B8F959199BE}">
      <dgm:prSet/>
      <dgm:spPr/>
    </dgm:pt>
    <dgm:pt modelId="{B09E9030-1193-47CF-B1F5-3E7634352308}" type="sibTrans" cxnId="{EA5511AA-F173-411E-B782-3B8F959199BE}">
      <dgm:prSet/>
      <dgm:spPr/>
      <dgm:t>
        <a:bodyPr/>
        <a:lstStyle/>
        <a:p>
          <a:endParaRPr lang="en-US"/>
        </a:p>
      </dgm:t>
    </dgm:pt>
    <dgm:pt modelId="{DEF09342-99A5-438D-9AA0-578C9D4E6BD0}" type="pres">
      <dgm:prSet presAssocID="{28C52BAA-0445-42B8-B7BB-666569FB53D6}" presName="cycle" presStyleCnt="0">
        <dgm:presLayoutVars>
          <dgm:dir/>
          <dgm:resizeHandles val="exact"/>
        </dgm:presLayoutVars>
      </dgm:prSet>
      <dgm:spPr/>
    </dgm:pt>
    <dgm:pt modelId="{733D99E3-DA7F-4C24-A3BF-ECAC913111C9}" type="pres">
      <dgm:prSet presAssocID="{113FFDE2-E4DB-4BD2-A8E3-AA685F54E8A3}" presName="node" presStyleLbl="node1" presStyleIdx="0" presStyleCnt="4">
        <dgm:presLayoutVars>
          <dgm:bulletEnabled val="1"/>
        </dgm:presLayoutVars>
      </dgm:prSet>
      <dgm:spPr/>
    </dgm:pt>
    <dgm:pt modelId="{4F510259-54CE-462E-844E-38B26F8424B5}" type="pres">
      <dgm:prSet presAssocID="{D3531830-7F49-4DDC-90BD-EB5482F1ACDE}" presName="sibTrans" presStyleLbl="sibTrans2D1" presStyleIdx="0" presStyleCnt="4"/>
      <dgm:spPr/>
    </dgm:pt>
    <dgm:pt modelId="{23AEA992-57BA-486B-B39A-EB8531EBE05A}" type="pres">
      <dgm:prSet presAssocID="{D3531830-7F49-4DDC-90BD-EB5482F1ACDE}" presName="connectorText" presStyleLbl="sibTrans2D1" presStyleIdx="0" presStyleCnt="4"/>
      <dgm:spPr/>
    </dgm:pt>
    <dgm:pt modelId="{608BAA09-96A9-4FF2-B44D-DAB215FD4F55}" type="pres">
      <dgm:prSet presAssocID="{93F4CA70-5048-4236-A44E-BCC05D5F58E4}" presName="node" presStyleLbl="node1" presStyleIdx="1" presStyleCnt="4">
        <dgm:presLayoutVars>
          <dgm:bulletEnabled val="1"/>
        </dgm:presLayoutVars>
      </dgm:prSet>
      <dgm:spPr/>
    </dgm:pt>
    <dgm:pt modelId="{C1D8BDE8-6906-4EDC-A320-04E246648EF1}" type="pres">
      <dgm:prSet presAssocID="{1986810A-E81E-4387-96C0-73E04FD9CEA1}" presName="sibTrans" presStyleLbl="sibTrans2D1" presStyleIdx="1" presStyleCnt="4"/>
      <dgm:spPr/>
    </dgm:pt>
    <dgm:pt modelId="{C51808D9-3C7D-4474-9DCB-0D01CD7A13F3}" type="pres">
      <dgm:prSet presAssocID="{1986810A-E81E-4387-96C0-73E04FD9CEA1}" presName="connectorText" presStyleLbl="sibTrans2D1" presStyleIdx="1" presStyleCnt="4"/>
      <dgm:spPr/>
    </dgm:pt>
    <dgm:pt modelId="{F996E2E8-4A3C-4309-B145-44B01D7F7725}" type="pres">
      <dgm:prSet presAssocID="{D1DEF23B-732E-453C-AE68-5D581919F951}" presName="node" presStyleLbl="node1" presStyleIdx="2" presStyleCnt="4">
        <dgm:presLayoutVars>
          <dgm:bulletEnabled val="1"/>
        </dgm:presLayoutVars>
      </dgm:prSet>
      <dgm:spPr/>
    </dgm:pt>
    <dgm:pt modelId="{0DFBDDA0-D838-419F-B50B-9676143D3700}" type="pres">
      <dgm:prSet presAssocID="{861BA860-D6E6-4550-B7D7-7FD84EE807B6}" presName="sibTrans" presStyleLbl="sibTrans2D1" presStyleIdx="2" presStyleCnt="4"/>
      <dgm:spPr/>
    </dgm:pt>
    <dgm:pt modelId="{C4BE49B3-D154-47A7-AEDA-647A729C0778}" type="pres">
      <dgm:prSet presAssocID="{861BA860-D6E6-4550-B7D7-7FD84EE807B6}" presName="connectorText" presStyleLbl="sibTrans2D1" presStyleIdx="2" presStyleCnt="4"/>
      <dgm:spPr/>
    </dgm:pt>
    <dgm:pt modelId="{7CB49D1A-FD36-4668-968D-B86E1694C3B1}" type="pres">
      <dgm:prSet presAssocID="{1FB5F9EF-E97D-4A18-A45B-1835E351150D}" presName="node" presStyleLbl="node1" presStyleIdx="3" presStyleCnt="4">
        <dgm:presLayoutVars>
          <dgm:bulletEnabled val="1"/>
        </dgm:presLayoutVars>
      </dgm:prSet>
      <dgm:spPr/>
    </dgm:pt>
    <dgm:pt modelId="{9E2D74C3-CAA3-4202-B1DF-CCC069916DAF}" type="pres">
      <dgm:prSet presAssocID="{B09E9030-1193-47CF-B1F5-3E7634352308}" presName="sibTrans" presStyleLbl="sibTrans2D1" presStyleIdx="3" presStyleCnt="4"/>
      <dgm:spPr/>
    </dgm:pt>
    <dgm:pt modelId="{F59869E5-A993-4F25-B767-EBA814623365}" type="pres">
      <dgm:prSet presAssocID="{B09E9030-1193-47CF-B1F5-3E7634352308}" presName="connectorText" presStyleLbl="sibTrans2D1" presStyleIdx="3" presStyleCnt="4"/>
      <dgm:spPr/>
    </dgm:pt>
  </dgm:ptLst>
  <dgm:cxnLst>
    <dgm:cxn modelId="{A72E1F09-7207-4F84-A534-6A2F1EA3B4B5}" type="presOf" srcId="{B09E9030-1193-47CF-B1F5-3E7634352308}" destId="{F59869E5-A993-4F25-B767-EBA814623365}" srcOrd="1" destOrd="0" presId="urn:microsoft.com/office/officeart/2005/8/layout/cycle2"/>
    <dgm:cxn modelId="{1D58671A-96D7-4815-9582-B2E3A18485DA}" type="presOf" srcId="{D3531830-7F49-4DDC-90BD-EB5482F1ACDE}" destId="{4F510259-54CE-462E-844E-38B26F8424B5}" srcOrd="0" destOrd="0" presId="urn:microsoft.com/office/officeart/2005/8/layout/cycle2"/>
    <dgm:cxn modelId="{A519851A-CF7F-4AB0-AE86-BA6C302234DA}" type="presOf" srcId="{D3531830-7F49-4DDC-90BD-EB5482F1ACDE}" destId="{23AEA992-57BA-486B-B39A-EB8531EBE05A}" srcOrd="1" destOrd="0" presId="urn:microsoft.com/office/officeart/2005/8/layout/cycle2"/>
    <dgm:cxn modelId="{16FDBB28-7408-4E9C-8E2F-CAAF84F4EAD4}" srcId="{28C52BAA-0445-42B8-B7BB-666569FB53D6}" destId="{93F4CA70-5048-4236-A44E-BCC05D5F58E4}" srcOrd="1" destOrd="0" parTransId="{F52BC962-0485-40EC-8587-646F5874D8AF}" sibTransId="{1986810A-E81E-4387-96C0-73E04FD9CEA1}"/>
    <dgm:cxn modelId="{6CF48549-2B4A-4825-B299-805733B2E694}" type="presOf" srcId="{1FB5F9EF-E97D-4A18-A45B-1835E351150D}" destId="{7CB49D1A-FD36-4668-968D-B86E1694C3B1}" srcOrd="0" destOrd="0" presId="urn:microsoft.com/office/officeart/2005/8/layout/cycle2"/>
    <dgm:cxn modelId="{54A1266B-F6B2-4027-B73C-71AF9B90C1B4}" type="presOf" srcId="{113FFDE2-E4DB-4BD2-A8E3-AA685F54E8A3}" destId="{733D99E3-DA7F-4C24-A3BF-ECAC913111C9}" srcOrd="0" destOrd="0" presId="urn:microsoft.com/office/officeart/2005/8/layout/cycle2"/>
    <dgm:cxn modelId="{9D203F50-A265-462F-85B9-7A45F8DB7C35}" type="presOf" srcId="{1986810A-E81E-4387-96C0-73E04FD9CEA1}" destId="{C1D8BDE8-6906-4EDC-A320-04E246648EF1}" srcOrd="0" destOrd="0" presId="urn:microsoft.com/office/officeart/2005/8/layout/cycle2"/>
    <dgm:cxn modelId="{74AD6753-A8B2-4691-B29C-E22CC343F38D}" type="presOf" srcId="{28C52BAA-0445-42B8-B7BB-666569FB53D6}" destId="{DEF09342-99A5-438D-9AA0-578C9D4E6BD0}" srcOrd="0" destOrd="0" presId="urn:microsoft.com/office/officeart/2005/8/layout/cycle2"/>
    <dgm:cxn modelId="{0A278178-E217-41BF-A0D8-F01C3F1F1160}" type="presOf" srcId="{861BA860-D6E6-4550-B7D7-7FD84EE807B6}" destId="{C4BE49B3-D154-47A7-AEDA-647A729C0778}" srcOrd="1" destOrd="0" presId="urn:microsoft.com/office/officeart/2005/8/layout/cycle2"/>
    <dgm:cxn modelId="{7F256D7C-DD1C-4765-84A7-04622F959DE0}" type="presOf" srcId="{93F4CA70-5048-4236-A44E-BCC05D5F58E4}" destId="{608BAA09-96A9-4FF2-B44D-DAB215FD4F55}" srcOrd="0" destOrd="0" presId="urn:microsoft.com/office/officeart/2005/8/layout/cycle2"/>
    <dgm:cxn modelId="{2886F580-CEB9-4FC5-BF92-BB6128A0C3A7}" srcId="{28C52BAA-0445-42B8-B7BB-666569FB53D6}" destId="{D1DEF23B-732E-453C-AE68-5D581919F951}" srcOrd="2" destOrd="0" parTransId="{FBFE8A8D-33E0-40BE-8592-01A26A7BFFE4}" sibTransId="{861BA860-D6E6-4550-B7D7-7FD84EE807B6}"/>
    <dgm:cxn modelId="{B0B78C82-7B3C-4A3F-847E-DF864AB7B043}" type="presOf" srcId="{D1DEF23B-732E-453C-AE68-5D581919F951}" destId="{F996E2E8-4A3C-4309-B145-44B01D7F7725}" srcOrd="0" destOrd="0" presId="urn:microsoft.com/office/officeart/2005/8/layout/cycle2"/>
    <dgm:cxn modelId="{5DFC1DA8-D700-47D2-9802-AAEEE39F4D5D}" srcId="{28C52BAA-0445-42B8-B7BB-666569FB53D6}" destId="{113FFDE2-E4DB-4BD2-A8E3-AA685F54E8A3}" srcOrd="0" destOrd="0" parTransId="{4C21AA53-A6D0-478B-BD71-DC154552AA24}" sibTransId="{D3531830-7F49-4DDC-90BD-EB5482F1ACDE}"/>
    <dgm:cxn modelId="{EA5511AA-F173-411E-B782-3B8F959199BE}" srcId="{28C52BAA-0445-42B8-B7BB-666569FB53D6}" destId="{1FB5F9EF-E97D-4A18-A45B-1835E351150D}" srcOrd="3" destOrd="0" parTransId="{97085A4C-F738-4827-9DEA-614EFEEF6119}" sibTransId="{B09E9030-1193-47CF-B1F5-3E7634352308}"/>
    <dgm:cxn modelId="{328DFCAE-35E5-4E19-9A84-99ECFDBF6F10}" type="presOf" srcId="{B09E9030-1193-47CF-B1F5-3E7634352308}" destId="{9E2D74C3-CAA3-4202-B1DF-CCC069916DAF}" srcOrd="0" destOrd="0" presId="urn:microsoft.com/office/officeart/2005/8/layout/cycle2"/>
    <dgm:cxn modelId="{A2276CB5-4CDB-43EE-81AB-0F6FBB6577ED}" type="presOf" srcId="{861BA860-D6E6-4550-B7D7-7FD84EE807B6}" destId="{0DFBDDA0-D838-419F-B50B-9676143D3700}" srcOrd="0" destOrd="0" presId="urn:microsoft.com/office/officeart/2005/8/layout/cycle2"/>
    <dgm:cxn modelId="{C7ABD1CF-F9EE-4FF5-AE4E-86368EE2D365}" type="presOf" srcId="{1986810A-E81E-4387-96C0-73E04FD9CEA1}" destId="{C51808D9-3C7D-4474-9DCB-0D01CD7A13F3}" srcOrd="1" destOrd="0" presId="urn:microsoft.com/office/officeart/2005/8/layout/cycle2"/>
    <dgm:cxn modelId="{C5BFC71D-28BA-4F58-9F3B-E4E92ACDCA65}" type="presParOf" srcId="{DEF09342-99A5-438D-9AA0-578C9D4E6BD0}" destId="{733D99E3-DA7F-4C24-A3BF-ECAC913111C9}" srcOrd="0" destOrd="0" presId="urn:microsoft.com/office/officeart/2005/8/layout/cycle2"/>
    <dgm:cxn modelId="{7D9D1F08-BB51-4E16-BF4C-9B34B4CF7A2E}" type="presParOf" srcId="{DEF09342-99A5-438D-9AA0-578C9D4E6BD0}" destId="{4F510259-54CE-462E-844E-38B26F8424B5}" srcOrd="1" destOrd="0" presId="urn:microsoft.com/office/officeart/2005/8/layout/cycle2"/>
    <dgm:cxn modelId="{5623475B-F9B6-410A-92E4-0E625DAE10CB}" type="presParOf" srcId="{4F510259-54CE-462E-844E-38B26F8424B5}" destId="{23AEA992-57BA-486B-B39A-EB8531EBE05A}" srcOrd="0" destOrd="0" presId="urn:microsoft.com/office/officeart/2005/8/layout/cycle2"/>
    <dgm:cxn modelId="{901893E3-86A6-4B40-9C77-0BE41D51165E}" type="presParOf" srcId="{DEF09342-99A5-438D-9AA0-578C9D4E6BD0}" destId="{608BAA09-96A9-4FF2-B44D-DAB215FD4F55}" srcOrd="2" destOrd="0" presId="urn:microsoft.com/office/officeart/2005/8/layout/cycle2"/>
    <dgm:cxn modelId="{1AA06EC4-469F-4054-817E-671A45D8A889}" type="presParOf" srcId="{DEF09342-99A5-438D-9AA0-578C9D4E6BD0}" destId="{C1D8BDE8-6906-4EDC-A320-04E246648EF1}" srcOrd="3" destOrd="0" presId="urn:microsoft.com/office/officeart/2005/8/layout/cycle2"/>
    <dgm:cxn modelId="{41258BDB-3D4F-4A84-B2A0-26A8BB80599B}" type="presParOf" srcId="{C1D8BDE8-6906-4EDC-A320-04E246648EF1}" destId="{C51808D9-3C7D-4474-9DCB-0D01CD7A13F3}" srcOrd="0" destOrd="0" presId="urn:microsoft.com/office/officeart/2005/8/layout/cycle2"/>
    <dgm:cxn modelId="{9EEE2473-CBAC-4926-92F0-511E40677C41}" type="presParOf" srcId="{DEF09342-99A5-438D-9AA0-578C9D4E6BD0}" destId="{F996E2E8-4A3C-4309-B145-44B01D7F7725}" srcOrd="4" destOrd="0" presId="urn:microsoft.com/office/officeart/2005/8/layout/cycle2"/>
    <dgm:cxn modelId="{BE125520-D8D4-465D-81E6-0F48F26C615F}" type="presParOf" srcId="{DEF09342-99A5-438D-9AA0-578C9D4E6BD0}" destId="{0DFBDDA0-D838-419F-B50B-9676143D3700}" srcOrd="5" destOrd="0" presId="urn:microsoft.com/office/officeart/2005/8/layout/cycle2"/>
    <dgm:cxn modelId="{F4BAEB67-04FA-4067-BEC1-23D4DA995A0F}" type="presParOf" srcId="{0DFBDDA0-D838-419F-B50B-9676143D3700}" destId="{C4BE49B3-D154-47A7-AEDA-647A729C0778}" srcOrd="0" destOrd="0" presId="urn:microsoft.com/office/officeart/2005/8/layout/cycle2"/>
    <dgm:cxn modelId="{E2D34F6C-9863-4488-98FB-EF32574464B6}" type="presParOf" srcId="{DEF09342-99A5-438D-9AA0-578C9D4E6BD0}" destId="{7CB49D1A-FD36-4668-968D-B86E1694C3B1}" srcOrd="6" destOrd="0" presId="urn:microsoft.com/office/officeart/2005/8/layout/cycle2"/>
    <dgm:cxn modelId="{46E00DB5-9BBE-4C7C-9755-0873C301D8F0}" type="presParOf" srcId="{DEF09342-99A5-438D-9AA0-578C9D4E6BD0}" destId="{9E2D74C3-CAA3-4202-B1DF-CCC069916DAF}" srcOrd="7" destOrd="0" presId="urn:microsoft.com/office/officeart/2005/8/layout/cycle2"/>
    <dgm:cxn modelId="{EFC86E6D-4C33-46E6-92CB-40714071AD4C}" type="presParOf" srcId="{9E2D74C3-CAA3-4202-B1DF-CCC069916DAF}" destId="{F59869E5-A993-4F25-B767-EBA81462336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BE85431C-3D08-4AB5-B12B-8F00088FF8C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5FA308-1B44-4E3D-AF16-2CB014859DA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2D4F7D01-7846-42FD-A2AB-B68113B61D38}" type="parTrans" cxnId="{76662A3B-76FC-46CF-B0DD-BD390CEC8B2C}">
      <dgm:prSet/>
      <dgm:spPr/>
    </dgm:pt>
    <dgm:pt modelId="{0DB76909-798D-4211-88CF-8FB559485663}" type="sibTrans" cxnId="{76662A3B-76FC-46CF-B0DD-BD390CEC8B2C}">
      <dgm:prSet/>
      <dgm:spPr/>
    </dgm:pt>
    <dgm:pt modelId="{7ECD9FCC-DDB0-406F-AD95-04D526BD7D3F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60927A5-EEB3-4704-9FD9-9B608D571D7C}" type="parTrans" cxnId="{87881883-71E2-49D8-9049-E300E648443B}">
      <dgm:prSet/>
      <dgm:spPr/>
    </dgm:pt>
    <dgm:pt modelId="{DA4D7BB0-B31E-4778-9AF5-0A2EA70F125E}" type="sibTrans" cxnId="{87881883-71E2-49D8-9049-E300E648443B}">
      <dgm:prSet/>
      <dgm:spPr/>
    </dgm:pt>
    <dgm:pt modelId="{02D52917-D564-430A-B108-65D1D5BBE4FC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446C7C0C-0ED5-4F57-9721-99F9D7DBF102}" type="parTrans" cxnId="{E880DAEB-8133-447C-8D95-5EEFEF70D470}">
      <dgm:prSet/>
      <dgm:spPr/>
    </dgm:pt>
    <dgm:pt modelId="{AD3188B6-09BC-4CC5-9A7F-85EF42BADA0B}" type="sibTrans" cxnId="{E880DAEB-8133-447C-8D95-5EEFEF70D470}">
      <dgm:prSet/>
      <dgm:spPr/>
    </dgm:pt>
    <dgm:pt modelId="{6E324A5A-BF73-46B1-BCA8-CA9B809C23B2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D3DD8838-EA00-4395-8F06-65BBD5A257F1}" type="parTrans" cxnId="{9E950840-93B0-4D9D-A3D7-F4E73DB4A013}">
      <dgm:prSet/>
      <dgm:spPr/>
    </dgm:pt>
    <dgm:pt modelId="{201305AC-AB47-4ADA-87AA-6FCC4092C93C}" type="sibTrans" cxnId="{9E950840-93B0-4D9D-A3D7-F4E73DB4A013}">
      <dgm:prSet/>
      <dgm:spPr/>
    </dgm:pt>
    <dgm:pt modelId="{4287ABDA-7F86-43C0-8373-41C1608A8FB6}" type="pres">
      <dgm:prSet presAssocID="{BE85431C-3D08-4AB5-B12B-8F00088FF8C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9F1580C-1475-4719-93DA-2F6C2A8A29E1}" type="pres">
      <dgm:prSet presAssocID="{965FA308-1B44-4E3D-AF16-2CB014859DA9}" presName="hierRoot1" presStyleCnt="0">
        <dgm:presLayoutVars>
          <dgm:hierBranch val="init"/>
        </dgm:presLayoutVars>
      </dgm:prSet>
      <dgm:spPr/>
    </dgm:pt>
    <dgm:pt modelId="{D2EA2325-FFB7-4853-AF08-E822A11C4C70}" type="pres">
      <dgm:prSet presAssocID="{965FA308-1B44-4E3D-AF16-2CB014859DA9}" presName="rootComposite1" presStyleCnt="0"/>
      <dgm:spPr/>
    </dgm:pt>
    <dgm:pt modelId="{B81458D8-AC85-4D4F-909D-681E9A0039F4}" type="pres">
      <dgm:prSet presAssocID="{965FA308-1B44-4E3D-AF16-2CB014859DA9}" presName="rootText1" presStyleLbl="node0" presStyleIdx="0" presStyleCnt="1">
        <dgm:presLayoutVars>
          <dgm:chPref val="3"/>
        </dgm:presLayoutVars>
      </dgm:prSet>
      <dgm:spPr/>
    </dgm:pt>
    <dgm:pt modelId="{433BC12A-085F-4287-8D33-69B637E1C84E}" type="pres">
      <dgm:prSet presAssocID="{965FA308-1B44-4E3D-AF16-2CB014859DA9}" presName="rootConnector1" presStyleLbl="node1" presStyleIdx="0" presStyleCnt="0"/>
      <dgm:spPr/>
    </dgm:pt>
    <dgm:pt modelId="{9C56D6E5-55B8-4EF3-BF2F-323B6DCCE057}" type="pres">
      <dgm:prSet presAssocID="{965FA308-1B44-4E3D-AF16-2CB014859DA9}" presName="hierChild2" presStyleCnt="0"/>
      <dgm:spPr/>
    </dgm:pt>
    <dgm:pt modelId="{D5F1EABD-2FD3-4AA0-BB7C-F3F1A831DA47}" type="pres">
      <dgm:prSet presAssocID="{C60927A5-EEB3-4704-9FD9-9B608D571D7C}" presName="Name37" presStyleLbl="parChTrans1D2" presStyleIdx="0" presStyleCnt="3"/>
      <dgm:spPr/>
    </dgm:pt>
    <dgm:pt modelId="{9CFB59A7-9576-4123-AC25-AD71CCE9872C}" type="pres">
      <dgm:prSet presAssocID="{7ECD9FCC-DDB0-406F-AD95-04D526BD7D3F}" presName="hierRoot2" presStyleCnt="0">
        <dgm:presLayoutVars>
          <dgm:hierBranch val="init"/>
        </dgm:presLayoutVars>
      </dgm:prSet>
      <dgm:spPr/>
    </dgm:pt>
    <dgm:pt modelId="{D5E8DAED-EFDB-4C2E-A54B-5A13FF95D56E}" type="pres">
      <dgm:prSet presAssocID="{7ECD9FCC-DDB0-406F-AD95-04D526BD7D3F}" presName="rootComposite" presStyleCnt="0"/>
      <dgm:spPr/>
    </dgm:pt>
    <dgm:pt modelId="{4E097DE8-AA1E-49C0-B109-CA0A61DE5844}" type="pres">
      <dgm:prSet presAssocID="{7ECD9FCC-DDB0-406F-AD95-04D526BD7D3F}" presName="rootText" presStyleLbl="node2" presStyleIdx="0" presStyleCnt="3">
        <dgm:presLayoutVars>
          <dgm:chPref val="3"/>
        </dgm:presLayoutVars>
      </dgm:prSet>
      <dgm:spPr/>
    </dgm:pt>
    <dgm:pt modelId="{51FBB455-E28C-4FD1-9195-4E6EF19E8F28}" type="pres">
      <dgm:prSet presAssocID="{7ECD9FCC-DDB0-406F-AD95-04D526BD7D3F}" presName="rootConnector" presStyleLbl="node2" presStyleIdx="0" presStyleCnt="3"/>
      <dgm:spPr/>
    </dgm:pt>
    <dgm:pt modelId="{7E7609E3-9908-4CF9-B086-0B749D29D87A}" type="pres">
      <dgm:prSet presAssocID="{7ECD9FCC-DDB0-406F-AD95-04D526BD7D3F}" presName="hierChild4" presStyleCnt="0"/>
      <dgm:spPr/>
    </dgm:pt>
    <dgm:pt modelId="{E6392CB5-0236-438D-8F0C-6CA9F7CBDA9D}" type="pres">
      <dgm:prSet presAssocID="{7ECD9FCC-DDB0-406F-AD95-04D526BD7D3F}" presName="hierChild5" presStyleCnt="0"/>
      <dgm:spPr/>
    </dgm:pt>
    <dgm:pt modelId="{B5763AEF-3DFF-407F-B260-5443E1DD2942}" type="pres">
      <dgm:prSet presAssocID="{446C7C0C-0ED5-4F57-9721-99F9D7DBF102}" presName="Name37" presStyleLbl="parChTrans1D2" presStyleIdx="1" presStyleCnt="3"/>
      <dgm:spPr/>
    </dgm:pt>
    <dgm:pt modelId="{724D5948-D960-461C-A086-7A05B4122B81}" type="pres">
      <dgm:prSet presAssocID="{02D52917-D564-430A-B108-65D1D5BBE4FC}" presName="hierRoot2" presStyleCnt="0">
        <dgm:presLayoutVars>
          <dgm:hierBranch val="init"/>
        </dgm:presLayoutVars>
      </dgm:prSet>
      <dgm:spPr/>
    </dgm:pt>
    <dgm:pt modelId="{A292A53D-46B9-4D04-8C91-BAEF772FE0AD}" type="pres">
      <dgm:prSet presAssocID="{02D52917-D564-430A-B108-65D1D5BBE4FC}" presName="rootComposite" presStyleCnt="0"/>
      <dgm:spPr/>
    </dgm:pt>
    <dgm:pt modelId="{06E8FE38-7D3A-44EF-A2F3-10AE63B2D18A}" type="pres">
      <dgm:prSet presAssocID="{02D52917-D564-430A-B108-65D1D5BBE4FC}" presName="rootText" presStyleLbl="node2" presStyleIdx="1" presStyleCnt="3">
        <dgm:presLayoutVars>
          <dgm:chPref val="3"/>
        </dgm:presLayoutVars>
      </dgm:prSet>
      <dgm:spPr/>
    </dgm:pt>
    <dgm:pt modelId="{77F17558-9B08-4975-B67A-84690F231275}" type="pres">
      <dgm:prSet presAssocID="{02D52917-D564-430A-B108-65D1D5BBE4FC}" presName="rootConnector" presStyleLbl="node2" presStyleIdx="1" presStyleCnt="3"/>
      <dgm:spPr/>
    </dgm:pt>
    <dgm:pt modelId="{68735F00-F1A3-486C-BD03-01302D45B0E0}" type="pres">
      <dgm:prSet presAssocID="{02D52917-D564-430A-B108-65D1D5BBE4FC}" presName="hierChild4" presStyleCnt="0"/>
      <dgm:spPr/>
    </dgm:pt>
    <dgm:pt modelId="{739772B2-7FE6-487A-A918-A5DA1C9A9AD7}" type="pres">
      <dgm:prSet presAssocID="{02D52917-D564-430A-B108-65D1D5BBE4FC}" presName="hierChild5" presStyleCnt="0"/>
      <dgm:spPr/>
    </dgm:pt>
    <dgm:pt modelId="{E8347DC0-B15E-45FE-B2CF-F82FE96F65DB}" type="pres">
      <dgm:prSet presAssocID="{D3DD8838-EA00-4395-8F06-65BBD5A257F1}" presName="Name37" presStyleLbl="parChTrans1D2" presStyleIdx="2" presStyleCnt="3"/>
      <dgm:spPr/>
    </dgm:pt>
    <dgm:pt modelId="{E5815170-D039-4072-B150-FEE0068EA111}" type="pres">
      <dgm:prSet presAssocID="{6E324A5A-BF73-46B1-BCA8-CA9B809C23B2}" presName="hierRoot2" presStyleCnt="0">
        <dgm:presLayoutVars>
          <dgm:hierBranch val="init"/>
        </dgm:presLayoutVars>
      </dgm:prSet>
      <dgm:spPr/>
    </dgm:pt>
    <dgm:pt modelId="{93DDD66B-0F4C-4595-AE20-5C47D720531E}" type="pres">
      <dgm:prSet presAssocID="{6E324A5A-BF73-46B1-BCA8-CA9B809C23B2}" presName="rootComposite" presStyleCnt="0"/>
      <dgm:spPr/>
    </dgm:pt>
    <dgm:pt modelId="{43608633-A942-4DA0-98A8-B53AD9B0258B}" type="pres">
      <dgm:prSet presAssocID="{6E324A5A-BF73-46B1-BCA8-CA9B809C23B2}" presName="rootText" presStyleLbl="node2" presStyleIdx="2" presStyleCnt="3">
        <dgm:presLayoutVars>
          <dgm:chPref val="3"/>
        </dgm:presLayoutVars>
      </dgm:prSet>
      <dgm:spPr/>
    </dgm:pt>
    <dgm:pt modelId="{C00BD98D-A63D-42F2-B6A2-49B83101398B}" type="pres">
      <dgm:prSet presAssocID="{6E324A5A-BF73-46B1-BCA8-CA9B809C23B2}" presName="rootConnector" presStyleLbl="node2" presStyleIdx="2" presStyleCnt="3"/>
      <dgm:spPr/>
    </dgm:pt>
    <dgm:pt modelId="{C2FEE115-835E-445F-A215-40406391A508}" type="pres">
      <dgm:prSet presAssocID="{6E324A5A-BF73-46B1-BCA8-CA9B809C23B2}" presName="hierChild4" presStyleCnt="0"/>
      <dgm:spPr/>
    </dgm:pt>
    <dgm:pt modelId="{51F268D6-D266-4FA2-B41C-8ABC3F62D277}" type="pres">
      <dgm:prSet presAssocID="{6E324A5A-BF73-46B1-BCA8-CA9B809C23B2}" presName="hierChild5" presStyleCnt="0"/>
      <dgm:spPr/>
    </dgm:pt>
    <dgm:pt modelId="{A3B88D1D-0A5A-4647-A9BC-626D159AE74F}" type="pres">
      <dgm:prSet presAssocID="{965FA308-1B44-4E3D-AF16-2CB014859DA9}" presName="hierChild3" presStyleCnt="0"/>
      <dgm:spPr/>
    </dgm:pt>
  </dgm:ptLst>
  <dgm:cxnLst>
    <dgm:cxn modelId="{12822230-A32D-4A11-A2A5-23CE9BA94D46}" type="presOf" srcId="{965FA308-1B44-4E3D-AF16-2CB014859DA9}" destId="{433BC12A-085F-4287-8D33-69B637E1C84E}" srcOrd="1" destOrd="0" presId="urn:microsoft.com/office/officeart/2005/8/layout/orgChart1"/>
    <dgm:cxn modelId="{CC1B1E36-337C-4F80-B2BE-D6E466775007}" type="presOf" srcId="{6E324A5A-BF73-46B1-BCA8-CA9B809C23B2}" destId="{C00BD98D-A63D-42F2-B6A2-49B83101398B}" srcOrd="1" destOrd="0" presId="urn:microsoft.com/office/officeart/2005/8/layout/orgChart1"/>
    <dgm:cxn modelId="{76662A3B-76FC-46CF-B0DD-BD390CEC8B2C}" srcId="{BE85431C-3D08-4AB5-B12B-8F00088FF8C0}" destId="{965FA308-1B44-4E3D-AF16-2CB014859DA9}" srcOrd="0" destOrd="0" parTransId="{2D4F7D01-7846-42FD-A2AB-B68113B61D38}" sibTransId="{0DB76909-798D-4211-88CF-8FB559485663}"/>
    <dgm:cxn modelId="{9E950840-93B0-4D9D-A3D7-F4E73DB4A013}" srcId="{965FA308-1B44-4E3D-AF16-2CB014859DA9}" destId="{6E324A5A-BF73-46B1-BCA8-CA9B809C23B2}" srcOrd="2" destOrd="0" parTransId="{D3DD8838-EA00-4395-8F06-65BBD5A257F1}" sibTransId="{201305AC-AB47-4ADA-87AA-6FCC4092C93C}"/>
    <dgm:cxn modelId="{DDFB5B61-2C2E-40C1-9A6F-8B6D2D2B539F}" type="presOf" srcId="{965FA308-1B44-4E3D-AF16-2CB014859DA9}" destId="{B81458D8-AC85-4D4F-909D-681E9A0039F4}" srcOrd="0" destOrd="0" presId="urn:microsoft.com/office/officeart/2005/8/layout/orgChart1"/>
    <dgm:cxn modelId="{B30F697B-937A-4EE9-8AE1-03935E808D8B}" type="presOf" srcId="{6E324A5A-BF73-46B1-BCA8-CA9B809C23B2}" destId="{43608633-A942-4DA0-98A8-B53AD9B0258B}" srcOrd="0" destOrd="0" presId="urn:microsoft.com/office/officeart/2005/8/layout/orgChart1"/>
    <dgm:cxn modelId="{6077DD7B-1610-451F-A2BB-D5BCE1C5C154}" type="presOf" srcId="{BE85431C-3D08-4AB5-B12B-8F00088FF8C0}" destId="{4287ABDA-7F86-43C0-8373-41C1608A8FB6}" srcOrd="0" destOrd="0" presId="urn:microsoft.com/office/officeart/2005/8/layout/orgChart1"/>
    <dgm:cxn modelId="{87881883-71E2-49D8-9049-E300E648443B}" srcId="{965FA308-1B44-4E3D-AF16-2CB014859DA9}" destId="{7ECD9FCC-DDB0-406F-AD95-04D526BD7D3F}" srcOrd="0" destOrd="0" parTransId="{C60927A5-EEB3-4704-9FD9-9B608D571D7C}" sibTransId="{DA4D7BB0-B31E-4778-9AF5-0A2EA70F125E}"/>
    <dgm:cxn modelId="{FE2BC199-4C39-4B17-A055-4158F643DEB4}" type="presOf" srcId="{7ECD9FCC-DDB0-406F-AD95-04D526BD7D3F}" destId="{4E097DE8-AA1E-49C0-B109-CA0A61DE5844}" srcOrd="0" destOrd="0" presId="urn:microsoft.com/office/officeart/2005/8/layout/orgChart1"/>
    <dgm:cxn modelId="{F068BA9B-6529-4819-B93A-B65E6021B6D5}" type="presOf" srcId="{D3DD8838-EA00-4395-8F06-65BBD5A257F1}" destId="{E8347DC0-B15E-45FE-B2CF-F82FE96F65DB}" srcOrd="0" destOrd="0" presId="urn:microsoft.com/office/officeart/2005/8/layout/orgChart1"/>
    <dgm:cxn modelId="{4A9605A3-2A20-4352-AF99-47AFF7A53E4B}" type="presOf" srcId="{02D52917-D564-430A-B108-65D1D5BBE4FC}" destId="{77F17558-9B08-4975-B67A-84690F231275}" srcOrd="1" destOrd="0" presId="urn:microsoft.com/office/officeart/2005/8/layout/orgChart1"/>
    <dgm:cxn modelId="{9F3E4ABB-27BF-4562-B546-08C9B5CFEBE6}" type="presOf" srcId="{02D52917-D564-430A-B108-65D1D5BBE4FC}" destId="{06E8FE38-7D3A-44EF-A2F3-10AE63B2D18A}" srcOrd="0" destOrd="0" presId="urn:microsoft.com/office/officeart/2005/8/layout/orgChart1"/>
    <dgm:cxn modelId="{C8C80BD4-6373-4885-9793-889AC267BE63}" type="presOf" srcId="{C60927A5-EEB3-4704-9FD9-9B608D571D7C}" destId="{D5F1EABD-2FD3-4AA0-BB7C-F3F1A831DA47}" srcOrd="0" destOrd="0" presId="urn:microsoft.com/office/officeart/2005/8/layout/orgChart1"/>
    <dgm:cxn modelId="{767714DC-23CB-4D12-B2F6-1731DA62FC0C}" type="presOf" srcId="{446C7C0C-0ED5-4F57-9721-99F9D7DBF102}" destId="{B5763AEF-3DFF-407F-B260-5443E1DD2942}" srcOrd="0" destOrd="0" presId="urn:microsoft.com/office/officeart/2005/8/layout/orgChart1"/>
    <dgm:cxn modelId="{E880DAEB-8133-447C-8D95-5EEFEF70D470}" srcId="{965FA308-1B44-4E3D-AF16-2CB014859DA9}" destId="{02D52917-D564-430A-B108-65D1D5BBE4FC}" srcOrd="1" destOrd="0" parTransId="{446C7C0C-0ED5-4F57-9721-99F9D7DBF102}" sibTransId="{AD3188B6-09BC-4CC5-9A7F-85EF42BADA0B}"/>
    <dgm:cxn modelId="{7A3953F4-79D9-41EE-BD12-3F1F48A953F5}" type="presOf" srcId="{7ECD9FCC-DDB0-406F-AD95-04D526BD7D3F}" destId="{51FBB455-E28C-4FD1-9195-4E6EF19E8F28}" srcOrd="1" destOrd="0" presId="urn:microsoft.com/office/officeart/2005/8/layout/orgChart1"/>
    <dgm:cxn modelId="{2A66AFE2-78DA-4C8A-980A-D576C3D007B9}" type="presParOf" srcId="{4287ABDA-7F86-43C0-8373-41C1608A8FB6}" destId="{09F1580C-1475-4719-93DA-2F6C2A8A29E1}" srcOrd="0" destOrd="0" presId="urn:microsoft.com/office/officeart/2005/8/layout/orgChart1"/>
    <dgm:cxn modelId="{F7ADA34C-7C7C-4232-B636-BBEFC180DCFE}" type="presParOf" srcId="{09F1580C-1475-4719-93DA-2F6C2A8A29E1}" destId="{D2EA2325-FFB7-4853-AF08-E822A11C4C70}" srcOrd="0" destOrd="0" presId="urn:microsoft.com/office/officeart/2005/8/layout/orgChart1"/>
    <dgm:cxn modelId="{A7ECEC4B-1809-4AB8-B19B-9AC2C4397A24}" type="presParOf" srcId="{D2EA2325-FFB7-4853-AF08-E822A11C4C70}" destId="{B81458D8-AC85-4D4F-909D-681E9A0039F4}" srcOrd="0" destOrd="0" presId="urn:microsoft.com/office/officeart/2005/8/layout/orgChart1"/>
    <dgm:cxn modelId="{B5891C6B-6A80-4B7E-AC4E-E23030E5BD2D}" type="presParOf" srcId="{D2EA2325-FFB7-4853-AF08-E822A11C4C70}" destId="{433BC12A-085F-4287-8D33-69B637E1C84E}" srcOrd="1" destOrd="0" presId="urn:microsoft.com/office/officeart/2005/8/layout/orgChart1"/>
    <dgm:cxn modelId="{EBC69093-C32B-43BF-8C4E-41B930FA0A34}" type="presParOf" srcId="{09F1580C-1475-4719-93DA-2F6C2A8A29E1}" destId="{9C56D6E5-55B8-4EF3-BF2F-323B6DCCE057}" srcOrd="1" destOrd="0" presId="urn:microsoft.com/office/officeart/2005/8/layout/orgChart1"/>
    <dgm:cxn modelId="{C42B103C-050B-4CF4-973E-59086183271D}" type="presParOf" srcId="{9C56D6E5-55B8-4EF3-BF2F-323B6DCCE057}" destId="{D5F1EABD-2FD3-4AA0-BB7C-F3F1A831DA47}" srcOrd="0" destOrd="0" presId="urn:microsoft.com/office/officeart/2005/8/layout/orgChart1"/>
    <dgm:cxn modelId="{EA5E7B13-AD44-4DDA-8124-E81321E0E3B4}" type="presParOf" srcId="{9C56D6E5-55B8-4EF3-BF2F-323B6DCCE057}" destId="{9CFB59A7-9576-4123-AC25-AD71CCE9872C}" srcOrd="1" destOrd="0" presId="urn:microsoft.com/office/officeart/2005/8/layout/orgChart1"/>
    <dgm:cxn modelId="{A66BB3D5-9B0C-4A26-8C4F-8E4A6FA497A0}" type="presParOf" srcId="{9CFB59A7-9576-4123-AC25-AD71CCE9872C}" destId="{D5E8DAED-EFDB-4C2E-A54B-5A13FF95D56E}" srcOrd="0" destOrd="0" presId="urn:microsoft.com/office/officeart/2005/8/layout/orgChart1"/>
    <dgm:cxn modelId="{1053BED0-1B43-4157-B70C-9C8EAD159947}" type="presParOf" srcId="{D5E8DAED-EFDB-4C2E-A54B-5A13FF95D56E}" destId="{4E097DE8-AA1E-49C0-B109-CA0A61DE5844}" srcOrd="0" destOrd="0" presId="urn:microsoft.com/office/officeart/2005/8/layout/orgChart1"/>
    <dgm:cxn modelId="{FC92ABC6-D7E3-4B4B-B273-845356B1D851}" type="presParOf" srcId="{D5E8DAED-EFDB-4C2E-A54B-5A13FF95D56E}" destId="{51FBB455-E28C-4FD1-9195-4E6EF19E8F28}" srcOrd="1" destOrd="0" presId="urn:microsoft.com/office/officeart/2005/8/layout/orgChart1"/>
    <dgm:cxn modelId="{D933FE84-15DD-4018-858F-72A285BB3394}" type="presParOf" srcId="{9CFB59A7-9576-4123-AC25-AD71CCE9872C}" destId="{7E7609E3-9908-4CF9-B086-0B749D29D87A}" srcOrd="1" destOrd="0" presId="urn:microsoft.com/office/officeart/2005/8/layout/orgChart1"/>
    <dgm:cxn modelId="{762D2D5D-DD6C-467C-A61A-92430645DC9B}" type="presParOf" srcId="{9CFB59A7-9576-4123-AC25-AD71CCE9872C}" destId="{E6392CB5-0236-438D-8F0C-6CA9F7CBDA9D}" srcOrd="2" destOrd="0" presId="urn:microsoft.com/office/officeart/2005/8/layout/orgChart1"/>
    <dgm:cxn modelId="{BB9F5530-4712-4DAB-B9ED-E08C78291D78}" type="presParOf" srcId="{9C56D6E5-55B8-4EF3-BF2F-323B6DCCE057}" destId="{B5763AEF-3DFF-407F-B260-5443E1DD2942}" srcOrd="2" destOrd="0" presId="urn:microsoft.com/office/officeart/2005/8/layout/orgChart1"/>
    <dgm:cxn modelId="{7A24FDEB-483D-4F78-8C9B-5536A19EFDFD}" type="presParOf" srcId="{9C56D6E5-55B8-4EF3-BF2F-323B6DCCE057}" destId="{724D5948-D960-461C-A086-7A05B4122B81}" srcOrd="3" destOrd="0" presId="urn:microsoft.com/office/officeart/2005/8/layout/orgChart1"/>
    <dgm:cxn modelId="{AA3EF2D2-9B06-425A-BC72-0CA90A08E423}" type="presParOf" srcId="{724D5948-D960-461C-A086-7A05B4122B81}" destId="{A292A53D-46B9-4D04-8C91-BAEF772FE0AD}" srcOrd="0" destOrd="0" presId="urn:microsoft.com/office/officeart/2005/8/layout/orgChart1"/>
    <dgm:cxn modelId="{F8DD187E-7484-4285-8CB6-5AA4D26EA92F}" type="presParOf" srcId="{A292A53D-46B9-4D04-8C91-BAEF772FE0AD}" destId="{06E8FE38-7D3A-44EF-A2F3-10AE63B2D18A}" srcOrd="0" destOrd="0" presId="urn:microsoft.com/office/officeart/2005/8/layout/orgChart1"/>
    <dgm:cxn modelId="{58FCA6D5-C9E1-496D-B354-3469439B729B}" type="presParOf" srcId="{A292A53D-46B9-4D04-8C91-BAEF772FE0AD}" destId="{77F17558-9B08-4975-B67A-84690F231275}" srcOrd="1" destOrd="0" presId="urn:microsoft.com/office/officeart/2005/8/layout/orgChart1"/>
    <dgm:cxn modelId="{1D159E9C-5C75-4042-86EB-7C41315E3DEE}" type="presParOf" srcId="{724D5948-D960-461C-A086-7A05B4122B81}" destId="{68735F00-F1A3-486C-BD03-01302D45B0E0}" srcOrd="1" destOrd="0" presId="urn:microsoft.com/office/officeart/2005/8/layout/orgChart1"/>
    <dgm:cxn modelId="{2717962A-635A-4FF1-971F-CF35869AE25D}" type="presParOf" srcId="{724D5948-D960-461C-A086-7A05B4122B81}" destId="{739772B2-7FE6-487A-A918-A5DA1C9A9AD7}" srcOrd="2" destOrd="0" presId="urn:microsoft.com/office/officeart/2005/8/layout/orgChart1"/>
    <dgm:cxn modelId="{966653D3-D756-4F29-9B25-F2CBD74612DA}" type="presParOf" srcId="{9C56D6E5-55B8-4EF3-BF2F-323B6DCCE057}" destId="{E8347DC0-B15E-45FE-B2CF-F82FE96F65DB}" srcOrd="4" destOrd="0" presId="urn:microsoft.com/office/officeart/2005/8/layout/orgChart1"/>
    <dgm:cxn modelId="{29DCDD1B-B6A9-4ECD-9FED-252DFBC58EE3}" type="presParOf" srcId="{9C56D6E5-55B8-4EF3-BF2F-323B6DCCE057}" destId="{E5815170-D039-4072-B150-FEE0068EA111}" srcOrd="5" destOrd="0" presId="urn:microsoft.com/office/officeart/2005/8/layout/orgChart1"/>
    <dgm:cxn modelId="{9A296D54-F42F-4168-B8B5-0FAB039F3EF8}" type="presParOf" srcId="{E5815170-D039-4072-B150-FEE0068EA111}" destId="{93DDD66B-0F4C-4595-AE20-5C47D720531E}" srcOrd="0" destOrd="0" presId="urn:microsoft.com/office/officeart/2005/8/layout/orgChart1"/>
    <dgm:cxn modelId="{A7B7177B-3074-4CD3-966A-9131357643A1}" type="presParOf" srcId="{93DDD66B-0F4C-4595-AE20-5C47D720531E}" destId="{43608633-A942-4DA0-98A8-B53AD9B0258B}" srcOrd="0" destOrd="0" presId="urn:microsoft.com/office/officeart/2005/8/layout/orgChart1"/>
    <dgm:cxn modelId="{AF157C99-79C0-4BB2-8C00-179A426241AA}" type="presParOf" srcId="{93DDD66B-0F4C-4595-AE20-5C47D720531E}" destId="{C00BD98D-A63D-42F2-B6A2-49B83101398B}" srcOrd="1" destOrd="0" presId="urn:microsoft.com/office/officeart/2005/8/layout/orgChart1"/>
    <dgm:cxn modelId="{92519525-7B32-467F-B9AD-D42C064EE092}" type="presParOf" srcId="{E5815170-D039-4072-B150-FEE0068EA111}" destId="{C2FEE115-835E-445F-A215-40406391A508}" srcOrd="1" destOrd="0" presId="urn:microsoft.com/office/officeart/2005/8/layout/orgChart1"/>
    <dgm:cxn modelId="{5651A8AA-A0FC-4055-A5DC-72AFACCE5D30}" type="presParOf" srcId="{E5815170-D039-4072-B150-FEE0068EA111}" destId="{51F268D6-D266-4FA2-B41C-8ABC3F62D277}" srcOrd="2" destOrd="0" presId="urn:microsoft.com/office/officeart/2005/8/layout/orgChart1"/>
    <dgm:cxn modelId="{6F998177-2A78-4B3F-9B45-4C507B3386FF}" type="presParOf" srcId="{09F1580C-1475-4719-93DA-2F6C2A8A29E1}" destId="{A3B88D1D-0A5A-4647-A9BC-626D159AE74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11EEB82C-0879-4290-ACDD-4AA1129A3700}" type="doc">
      <dgm:prSet loTypeId="urn:microsoft.com/office/officeart/2005/8/layout/orgChart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DC99CF-A3D6-4EFC-9B19-B8EC21DDEC2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A9BF8C8-2196-49F5-9D96-553B286F17AA}" type="parTrans" cxnId="{84DB9267-10E0-4E0A-8DFC-D6FA7D1C9054}">
      <dgm:prSet/>
      <dgm:spPr/>
    </dgm:pt>
    <dgm:pt modelId="{CC981A43-6AC1-4A4C-BA5D-1092ACF0C97A}" type="sibTrans" cxnId="{84DB9267-10E0-4E0A-8DFC-D6FA7D1C9054}">
      <dgm:prSet/>
      <dgm:spPr/>
    </dgm:pt>
    <dgm:pt modelId="{CE2C70A1-8A1F-44B6-98AD-6AE6153ABEDC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0767D872-8FAE-49AD-829A-1FA36BF77BE2}" type="parTrans" cxnId="{3D3055DF-DDF0-4FD4-A522-DB30911BA97A}">
      <dgm:prSet/>
      <dgm:spPr/>
    </dgm:pt>
    <dgm:pt modelId="{BE29DF62-2DA3-45C5-BF9E-8039C353C270}" type="sibTrans" cxnId="{3D3055DF-DDF0-4FD4-A522-DB30911BA97A}">
      <dgm:prSet/>
      <dgm:spPr/>
    </dgm:pt>
    <dgm:pt modelId="{E709C3B2-92CB-408F-A239-FBDB8E1CECA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1C44FFCD-C7AE-4066-B501-949246EF8796}" type="parTrans" cxnId="{A38B73F4-8B4E-4536-AB76-F001CC68A7AE}">
      <dgm:prSet/>
      <dgm:spPr/>
    </dgm:pt>
    <dgm:pt modelId="{7300127E-75B3-4522-8E8A-4C4AA8A5C33F}" type="sibTrans" cxnId="{A38B73F4-8B4E-4536-AB76-F001CC68A7AE}">
      <dgm:prSet/>
      <dgm:spPr/>
    </dgm:pt>
    <dgm:pt modelId="{6B7ED14D-2434-4960-88FE-DDF622EEBCC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B3F7E494-9C9D-400C-8597-8831D508AC6D}" type="parTrans" cxnId="{B3E4ADDE-1294-4697-8FE2-BADBD73A8637}">
      <dgm:prSet/>
      <dgm:spPr/>
    </dgm:pt>
    <dgm:pt modelId="{CD0AEAEA-A717-45D2-8297-713C36384E12}" type="sibTrans" cxnId="{B3E4ADDE-1294-4697-8FE2-BADBD73A8637}">
      <dgm:prSet/>
      <dgm:spPr/>
    </dgm:pt>
    <dgm:pt modelId="{719AD70A-1A80-4EDF-9D91-709C4BA2CF85}" type="pres">
      <dgm:prSet presAssocID="{11EEB82C-0879-4290-ACDD-4AA1129A370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EF03D6B-5EC4-400B-A7E1-8715A670CBAC}" type="pres">
      <dgm:prSet presAssocID="{F3DC99CF-A3D6-4EFC-9B19-B8EC21DDEC2F}" presName="hierRoot1" presStyleCnt="0">
        <dgm:presLayoutVars>
          <dgm:hierBranch val="init"/>
        </dgm:presLayoutVars>
      </dgm:prSet>
      <dgm:spPr/>
    </dgm:pt>
    <dgm:pt modelId="{4F0405E4-9B6E-4687-9F7E-47E033E9A1F5}" type="pres">
      <dgm:prSet presAssocID="{F3DC99CF-A3D6-4EFC-9B19-B8EC21DDEC2F}" presName="rootComposite1" presStyleCnt="0"/>
      <dgm:spPr/>
    </dgm:pt>
    <dgm:pt modelId="{99B2B4C1-27BD-4E14-B41C-67102E678123}" type="pres">
      <dgm:prSet presAssocID="{F3DC99CF-A3D6-4EFC-9B19-B8EC21DDEC2F}" presName="rootText1" presStyleLbl="node0" presStyleIdx="0" presStyleCnt="1">
        <dgm:presLayoutVars>
          <dgm:chPref val="3"/>
        </dgm:presLayoutVars>
      </dgm:prSet>
      <dgm:spPr/>
    </dgm:pt>
    <dgm:pt modelId="{62FC6731-E5BC-4DA8-B32E-7E65D974C6CB}" type="pres">
      <dgm:prSet presAssocID="{F3DC99CF-A3D6-4EFC-9B19-B8EC21DDEC2F}" presName="rootConnector1" presStyleLbl="node1" presStyleIdx="0" presStyleCnt="0"/>
      <dgm:spPr/>
    </dgm:pt>
    <dgm:pt modelId="{24AC3EED-0316-4C7A-B500-E9F397BA6BCD}" type="pres">
      <dgm:prSet presAssocID="{F3DC99CF-A3D6-4EFC-9B19-B8EC21DDEC2F}" presName="hierChild2" presStyleCnt="0"/>
      <dgm:spPr/>
    </dgm:pt>
    <dgm:pt modelId="{EE1762C7-F7DA-4AF8-9BCE-106B3D8CA227}" type="pres">
      <dgm:prSet presAssocID="{0767D872-8FAE-49AD-829A-1FA36BF77BE2}" presName="Name37" presStyleLbl="parChTrans1D2" presStyleIdx="0" presStyleCnt="3"/>
      <dgm:spPr/>
    </dgm:pt>
    <dgm:pt modelId="{4B325157-6911-4055-A9A7-2ABD115202D9}" type="pres">
      <dgm:prSet presAssocID="{CE2C70A1-8A1F-44B6-98AD-6AE6153ABEDC}" presName="hierRoot2" presStyleCnt="0">
        <dgm:presLayoutVars>
          <dgm:hierBranch val="init"/>
        </dgm:presLayoutVars>
      </dgm:prSet>
      <dgm:spPr/>
    </dgm:pt>
    <dgm:pt modelId="{58EDEE12-2468-4BE7-B296-B9434064631D}" type="pres">
      <dgm:prSet presAssocID="{CE2C70A1-8A1F-44B6-98AD-6AE6153ABEDC}" presName="rootComposite" presStyleCnt="0"/>
      <dgm:spPr/>
    </dgm:pt>
    <dgm:pt modelId="{92D663A6-E23D-458F-AEF7-FA815D083B96}" type="pres">
      <dgm:prSet presAssocID="{CE2C70A1-8A1F-44B6-98AD-6AE6153ABEDC}" presName="rootText" presStyleLbl="node2" presStyleIdx="0" presStyleCnt="3">
        <dgm:presLayoutVars>
          <dgm:chPref val="3"/>
        </dgm:presLayoutVars>
      </dgm:prSet>
      <dgm:spPr/>
    </dgm:pt>
    <dgm:pt modelId="{90173F73-4FC0-4CD1-A334-2B8D440DA83A}" type="pres">
      <dgm:prSet presAssocID="{CE2C70A1-8A1F-44B6-98AD-6AE6153ABEDC}" presName="rootConnector" presStyleLbl="node2" presStyleIdx="0" presStyleCnt="3"/>
      <dgm:spPr/>
    </dgm:pt>
    <dgm:pt modelId="{D7400EB5-12E3-4F65-A4A4-FFCC610A0F9D}" type="pres">
      <dgm:prSet presAssocID="{CE2C70A1-8A1F-44B6-98AD-6AE6153ABEDC}" presName="hierChild4" presStyleCnt="0"/>
      <dgm:spPr/>
    </dgm:pt>
    <dgm:pt modelId="{C6296673-E395-4F92-A744-EE0187AA26C0}" type="pres">
      <dgm:prSet presAssocID="{CE2C70A1-8A1F-44B6-98AD-6AE6153ABEDC}" presName="hierChild5" presStyleCnt="0"/>
      <dgm:spPr/>
    </dgm:pt>
    <dgm:pt modelId="{07C7DF90-BDD8-4257-B6A1-25C2E7210496}" type="pres">
      <dgm:prSet presAssocID="{1C44FFCD-C7AE-4066-B501-949246EF8796}" presName="Name37" presStyleLbl="parChTrans1D2" presStyleIdx="1" presStyleCnt="3"/>
      <dgm:spPr/>
    </dgm:pt>
    <dgm:pt modelId="{251D7462-A668-40AD-BCB3-CC337735BCB5}" type="pres">
      <dgm:prSet presAssocID="{E709C3B2-92CB-408F-A239-FBDB8E1CECA6}" presName="hierRoot2" presStyleCnt="0">
        <dgm:presLayoutVars>
          <dgm:hierBranch val="init"/>
        </dgm:presLayoutVars>
      </dgm:prSet>
      <dgm:spPr/>
    </dgm:pt>
    <dgm:pt modelId="{61AF0E9F-4570-4D0E-82B6-B48722230FD5}" type="pres">
      <dgm:prSet presAssocID="{E709C3B2-92CB-408F-A239-FBDB8E1CECA6}" presName="rootComposite" presStyleCnt="0"/>
      <dgm:spPr/>
    </dgm:pt>
    <dgm:pt modelId="{D593B739-54AC-4F3D-AA51-59A5B9F665C9}" type="pres">
      <dgm:prSet presAssocID="{E709C3B2-92CB-408F-A239-FBDB8E1CECA6}" presName="rootText" presStyleLbl="node2" presStyleIdx="1" presStyleCnt="3">
        <dgm:presLayoutVars>
          <dgm:chPref val="3"/>
        </dgm:presLayoutVars>
      </dgm:prSet>
      <dgm:spPr/>
    </dgm:pt>
    <dgm:pt modelId="{51FF7C46-D45D-4288-A2C7-9CABC3F7088D}" type="pres">
      <dgm:prSet presAssocID="{E709C3B2-92CB-408F-A239-FBDB8E1CECA6}" presName="rootConnector" presStyleLbl="node2" presStyleIdx="1" presStyleCnt="3"/>
      <dgm:spPr/>
    </dgm:pt>
    <dgm:pt modelId="{05B74344-5D91-4623-9991-BF056E044A7C}" type="pres">
      <dgm:prSet presAssocID="{E709C3B2-92CB-408F-A239-FBDB8E1CECA6}" presName="hierChild4" presStyleCnt="0"/>
      <dgm:spPr/>
    </dgm:pt>
    <dgm:pt modelId="{0CD90264-6DC5-401B-8A12-7DBEE7A7EF8A}" type="pres">
      <dgm:prSet presAssocID="{E709C3B2-92CB-408F-A239-FBDB8E1CECA6}" presName="hierChild5" presStyleCnt="0"/>
      <dgm:spPr/>
    </dgm:pt>
    <dgm:pt modelId="{C7CF4CCA-FA17-4211-8495-F1909BF9B96F}" type="pres">
      <dgm:prSet presAssocID="{B3F7E494-9C9D-400C-8597-8831D508AC6D}" presName="Name37" presStyleLbl="parChTrans1D2" presStyleIdx="2" presStyleCnt="3"/>
      <dgm:spPr/>
    </dgm:pt>
    <dgm:pt modelId="{24AF5BC4-218A-4F3D-A654-0D6462172CC4}" type="pres">
      <dgm:prSet presAssocID="{6B7ED14D-2434-4960-88FE-DDF622EEBCCA}" presName="hierRoot2" presStyleCnt="0">
        <dgm:presLayoutVars>
          <dgm:hierBranch val="init"/>
        </dgm:presLayoutVars>
      </dgm:prSet>
      <dgm:spPr/>
    </dgm:pt>
    <dgm:pt modelId="{944317BD-B42A-466E-B5D8-481FCF60FBFA}" type="pres">
      <dgm:prSet presAssocID="{6B7ED14D-2434-4960-88FE-DDF622EEBCCA}" presName="rootComposite" presStyleCnt="0"/>
      <dgm:spPr/>
    </dgm:pt>
    <dgm:pt modelId="{0C60C9C5-6B36-4DED-A2E6-FEBBE65D859F}" type="pres">
      <dgm:prSet presAssocID="{6B7ED14D-2434-4960-88FE-DDF622EEBCCA}" presName="rootText" presStyleLbl="node2" presStyleIdx="2" presStyleCnt="3">
        <dgm:presLayoutVars>
          <dgm:chPref val="3"/>
        </dgm:presLayoutVars>
      </dgm:prSet>
      <dgm:spPr/>
    </dgm:pt>
    <dgm:pt modelId="{340B1B44-C246-4EFF-999B-83A2DCD126E0}" type="pres">
      <dgm:prSet presAssocID="{6B7ED14D-2434-4960-88FE-DDF622EEBCCA}" presName="rootConnector" presStyleLbl="node2" presStyleIdx="2" presStyleCnt="3"/>
      <dgm:spPr/>
    </dgm:pt>
    <dgm:pt modelId="{E7EC1532-E852-435B-AE00-6EF09D58B4CE}" type="pres">
      <dgm:prSet presAssocID="{6B7ED14D-2434-4960-88FE-DDF622EEBCCA}" presName="hierChild4" presStyleCnt="0"/>
      <dgm:spPr/>
    </dgm:pt>
    <dgm:pt modelId="{EFC09BE3-51F3-4AFD-9949-AEF8A1CFD66F}" type="pres">
      <dgm:prSet presAssocID="{6B7ED14D-2434-4960-88FE-DDF622EEBCCA}" presName="hierChild5" presStyleCnt="0"/>
      <dgm:spPr/>
    </dgm:pt>
    <dgm:pt modelId="{A69C1EC0-19AF-4F49-9E3D-88C52AD9454B}" type="pres">
      <dgm:prSet presAssocID="{F3DC99CF-A3D6-4EFC-9B19-B8EC21DDEC2F}" presName="hierChild3" presStyleCnt="0"/>
      <dgm:spPr/>
    </dgm:pt>
  </dgm:ptLst>
  <dgm:cxnLst>
    <dgm:cxn modelId="{88433E3A-05A4-4C61-AF27-23C81CE60E30}" type="presOf" srcId="{0767D872-8FAE-49AD-829A-1FA36BF77BE2}" destId="{EE1762C7-F7DA-4AF8-9BCE-106B3D8CA227}" srcOrd="0" destOrd="0" presId="urn:microsoft.com/office/officeart/2005/8/layout/orgChart1"/>
    <dgm:cxn modelId="{402E3E5D-8CE3-4139-921A-3BBB618637CE}" type="presOf" srcId="{E709C3B2-92CB-408F-A239-FBDB8E1CECA6}" destId="{51FF7C46-D45D-4288-A2C7-9CABC3F7088D}" srcOrd="1" destOrd="0" presId="urn:microsoft.com/office/officeart/2005/8/layout/orgChart1"/>
    <dgm:cxn modelId="{AF475A66-40AB-4DF9-BF6C-B21CEEA3E868}" type="presOf" srcId="{CE2C70A1-8A1F-44B6-98AD-6AE6153ABEDC}" destId="{92D663A6-E23D-458F-AEF7-FA815D083B96}" srcOrd="0" destOrd="0" presId="urn:microsoft.com/office/officeart/2005/8/layout/orgChart1"/>
    <dgm:cxn modelId="{84DB9267-10E0-4E0A-8DFC-D6FA7D1C9054}" srcId="{11EEB82C-0879-4290-ACDD-4AA1129A3700}" destId="{F3DC99CF-A3D6-4EFC-9B19-B8EC21DDEC2F}" srcOrd="0" destOrd="0" parTransId="{FA9BF8C8-2196-49F5-9D96-553B286F17AA}" sibTransId="{CC981A43-6AC1-4A4C-BA5D-1092ACF0C97A}"/>
    <dgm:cxn modelId="{881D9772-5985-4EFC-9E61-895C0F240860}" type="presOf" srcId="{6B7ED14D-2434-4960-88FE-DDF622EEBCCA}" destId="{340B1B44-C246-4EFF-999B-83A2DCD126E0}" srcOrd="1" destOrd="0" presId="urn:microsoft.com/office/officeart/2005/8/layout/orgChart1"/>
    <dgm:cxn modelId="{7C18A781-10C5-4761-AE47-2C8AA31B64CD}" type="presOf" srcId="{F3DC99CF-A3D6-4EFC-9B19-B8EC21DDEC2F}" destId="{99B2B4C1-27BD-4E14-B41C-67102E678123}" srcOrd="0" destOrd="0" presId="urn:microsoft.com/office/officeart/2005/8/layout/orgChart1"/>
    <dgm:cxn modelId="{77D7C79E-591C-4F07-8669-E36D5D7266E9}" type="presOf" srcId="{CE2C70A1-8A1F-44B6-98AD-6AE6153ABEDC}" destId="{90173F73-4FC0-4CD1-A334-2B8D440DA83A}" srcOrd="1" destOrd="0" presId="urn:microsoft.com/office/officeart/2005/8/layout/orgChart1"/>
    <dgm:cxn modelId="{935D17AD-5277-498B-8693-DCA7E50159AE}" type="presOf" srcId="{F3DC99CF-A3D6-4EFC-9B19-B8EC21DDEC2F}" destId="{62FC6731-E5BC-4DA8-B32E-7E65D974C6CB}" srcOrd="1" destOrd="0" presId="urn:microsoft.com/office/officeart/2005/8/layout/orgChart1"/>
    <dgm:cxn modelId="{6E3918B5-1F23-4AF1-9FBF-9595D38A50F8}" type="presOf" srcId="{6B7ED14D-2434-4960-88FE-DDF622EEBCCA}" destId="{0C60C9C5-6B36-4DED-A2E6-FEBBE65D859F}" srcOrd="0" destOrd="0" presId="urn:microsoft.com/office/officeart/2005/8/layout/orgChart1"/>
    <dgm:cxn modelId="{B3E4ADDE-1294-4697-8FE2-BADBD73A8637}" srcId="{F3DC99CF-A3D6-4EFC-9B19-B8EC21DDEC2F}" destId="{6B7ED14D-2434-4960-88FE-DDF622EEBCCA}" srcOrd="2" destOrd="0" parTransId="{B3F7E494-9C9D-400C-8597-8831D508AC6D}" sibTransId="{CD0AEAEA-A717-45D2-8297-713C36384E12}"/>
    <dgm:cxn modelId="{3D3055DF-DDF0-4FD4-A522-DB30911BA97A}" srcId="{F3DC99CF-A3D6-4EFC-9B19-B8EC21DDEC2F}" destId="{CE2C70A1-8A1F-44B6-98AD-6AE6153ABEDC}" srcOrd="0" destOrd="0" parTransId="{0767D872-8FAE-49AD-829A-1FA36BF77BE2}" sibTransId="{BE29DF62-2DA3-45C5-BF9E-8039C353C270}"/>
    <dgm:cxn modelId="{A51811E4-0ED4-4F0E-AFA7-37275D37145C}" type="presOf" srcId="{E709C3B2-92CB-408F-A239-FBDB8E1CECA6}" destId="{D593B739-54AC-4F3D-AA51-59A5B9F665C9}" srcOrd="0" destOrd="0" presId="urn:microsoft.com/office/officeart/2005/8/layout/orgChart1"/>
    <dgm:cxn modelId="{7898EDEE-AA9F-4792-AA30-091A4E2B625C}" type="presOf" srcId="{1C44FFCD-C7AE-4066-B501-949246EF8796}" destId="{07C7DF90-BDD8-4257-B6A1-25C2E7210496}" srcOrd="0" destOrd="0" presId="urn:microsoft.com/office/officeart/2005/8/layout/orgChart1"/>
    <dgm:cxn modelId="{A38B73F4-8B4E-4536-AB76-F001CC68A7AE}" srcId="{F3DC99CF-A3D6-4EFC-9B19-B8EC21DDEC2F}" destId="{E709C3B2-92CB-408F-A239-FBDB8E1CECA6}" srcOrd="1" destOrd="0" parTransId="{1C44FFCD-C7AE-4066-B501-949246EF8796}" sibTransId="{7300127E-75B3-4522-8E8A-4C4AA8A5C33F}"/>
    <dgm:cxn modelId="{BE3E28F5-D0E7-4EFF-8FCA-304823ABCC18}" type="presOf" srcId="{11EEB82C-0879-4290-ACDD-4AA1129A3700}" destId="{719AD70A-1A80-4EDF-9D91-709C4BA2CF85}" srcOrd="0" destOrd="0" presId="urn:microsoft.com/office/officeart/2005/8/layout/orgChart1"/>
    <dgm:cxn modelId="{050D56F9-1800-4ACB-99BA-598CE4428019}" type="presOf" srcId="{B3F7E494-9C9D-400C-8597-8831D508AC6D}" destId="{C7CF4CCA-FA17-4211-8495-F1909BF9B96F}" srcOrd="0" destOrd="0" presId="urn:microsoft.com/office/officeart/2005/8/layout/orgChart1"/>
    <dgm:cxn modelId="{FA771A6B-053A-403E-8560-0BD2118B1F4B}" type="presParOf" srcId="{719AD70A-1A80-4EDF-9D91-709C4BA2CF85}" destId="{DEF03D6B-5EC4-400B-A7E1-8715A670CBAC}" srcOrd="0" destOrd="0" presId="urn:microsoft.com/office/officeart/2005/8/layout/orgChart1"/>
    <dgm:cxn modelId="{B60D745F-A9D6-49BD-90F4-FBAB71EF99C2}" type="presParOf" srcId="{DEF03D6B-5EC4-400B-A7E1-8715A670CBAC}" destId="{4F0405E4-9B6E-4687-9F7E-47E033E9A1F5}" srcOrd="0" destOrd="0" presId="urn:microsoft.com/office/officeart/2005/8/layout/orgChart1"/>
    <dgm:cxn modelId="{B047A8E5-E020-4E46-B9F9-9F6EA5B49A0C}" type="presParOf" srcId="{4F0405E4-9B6E-4687-9F7E-47E033E9A1F5}" destId="{99B2B4C1-27BD-4E14-B41C-67102E678123}" srcOrd="0" destOrd="0" presId="urn:microsoft.com/office/officeart/2005/8/layout/orgChart1"/>
    <dgm:cxn modelId="{0844DFEA-3F0F-4B43-9613-2A9364058245}" type="presParOf" srcId="{4F0405E4-9B6E-4687-9F7E-47E033E9A1F5}" destId="{62FC6731-E5BC-4DA8-B32E-7E65D974C6CB}" srcOrd="1" destOrd="0" presId="urn:microsoft.com/office/officeart/2005/8/layout/orgChart1"/>
    <dgm:cxn modelId="{18E12B76-31CF-4566-8496-98246297022C}" type="presParOf" srcId="{DEF03D6B-5EC4-400B-A7E1-8715A670CBAC}" destId="{24AC3EED-0316-4C7A-B500-E9F397BA6BCD}" srcOrd="1" destOrd="0" presId="urn:microsoft.com/office/officeart/2005/8/layout/orgChart1"/>
    <dgm:cxn modelId="{BA9A6D6B-A54C-402C-BA7A-79FA51935451}" type="presParOf" srcId="{24AC3EED-0316-4C7A-B500-E9F397BA6BCD}" destId="{EE1762C7-F7DA-4AF8-9BCE-106B3D8CA227}" srcOrd="0" destOrd="0" presId="urn:microsoft.com/office/officeart/2005/8/layout/orgChart1"/>
    <dgm:cxn modelId="{C29D5509-46A2-46E1-A75F-F47AA67DC2F6}" type="presParOf" srcId="{24AC3EED-0316-4C7A-B500-E9F397BA6BCD}" destId="{4B325157-6911-4055-A9A7-2ABD115202D9}" srcOrd="1" destOrd="0" presId="urn:microsoft.com/office/officeart/2005/8/layout/orgChart1"/>
    <dgm:cxn modelId="{7BD0B61E-E032-4B3E-89AF-A17206E042E3}" type="presParOf" srcId="{4B325157-6911-4055-A9A7-2ABD115202D9}" destId="{58EDEE12-2468-4BE7-B296-B9434064631D}" srcOrd="0" destOrd="0" presId="urn:microsoft.com/office/officeart/2005/8/layout/orgChart1"/>
    <dgm:cxn modelId="{B65E3BE1-72B0-497B-A1B3-EF04D9D48130}" type="presParOf" srcId="{58EDEE12-2468-4BE7-B296-B9434064631D}" destId="{92D663A6-E23D-458F-AEF7-FA815D083B96}" srcOrd="0" destOrd="0" presId="urn:microsoft.com/office/officeart/2005/8/layout/orgChart1"/>
    <dgm:cxn modelId="{1D93E026-F9AC-4031-83EC-EFE0FBEBF710}" type="presParOf" srcId="{58EDEE12-2468-4BE7-B296-B9434064631D}" destId="{90173F73-4FC0-4CD1-A334-2B8D440DA83A}" srcOrd="1" destOrd="0" presId="urn:microsoft.com/office/officeart/2005/8/layout/orgChart1"/>
    <dgm:cxn modelId="{0C8F9548-4D2F-4B71-A0E7-D2F635FC2090}" type="presParOf" srcId="{4B325157-6911-4055-A9A7-2ABD115202D9}" destId="{D7400EB5-12E3-4F65-A4A4-FFCC610A0F9D}" srcOrd="1" destOrd="0" presId="urn:microsoft.com/office/officeart/2005/8/layout/orgChart1"/>
    <dgm:cxn modelId="{80668722-E1F0-4059-9400-7D09DA1FF40B}" type="presParOf" srcId="{4B325157-6911-4055-A9A7-2ABD115202D9}" destId="{C6296673-E395-4F92-A744-EE0187AA26C0}" srcOrd="2" destOrd="0" presId="urn:microsoft.com/office/officeart/2005/8/layout/orgChart1"/>
    <dgm:cxn modelId="{C7C72811-3E12-4BD4-B14B-2D62C46DAC0C}" type="presParOf" srcId="{24AC3EED-0316-4C7A-B500-E9F397BA6BCD}" destId="{07C7DF90-BDD8-4257-B6A1-25C2E7210496}" srcOrd="2" destOrd="0" presId="urn:microsoft.com/office/officeart/2005/8/layout/orgChart1"/>
    <dgm:cxn modelId="{7A5B184C-734C-44F1-A675-CBAEAC060149}" type="presParOf" srcId="{24AC3EED-0316-4C7A-B500-E9F397BA6BCD}" destId="{251D7462-A668-40AD-BCB3-CC337735BCB5}" srcOrd="3" destOrd="0" presId="urn:microsoft.com/office/officeart/2005/8/layout/orgChart1"/>
    <dgm:cxn modelId="{DC33C9FE-9080-4779-BAED-44ED1249DF5F}" type="presParOf" srcId="{251D7462-A668-40AD-BCB3-CC337735BCB5}" destId="{61AF0E9F-4570-4D0E-82B6-B48722230FD5}" srcOrd="0" destOrd="0" presId="urn:microsoft.com/office/officeart/2005/8/layout/orgChart1"/>
    <dgm:cxn modelId="{605B0BBA-143B-4784-AC02-7CCE8BFE3E38}" type="presParOf" srcId="{61AF0E9F-4570-4D0E-82B6-B48722230FD5}" destId="{D593B739-54AC-4F3D-AA51-59A5B9F665C9}" srcOrd="0" destOrd="0" presId="urn:microsoft.com/office/officeart/2005/8/layout/orgChart1"/>
    <dgm:cxn modelId="{ECF028A9-FB82-496D-8FFE-47C9A04DA275}" type="presParOf" srcId="{61AF0E9F-4570-4D0E-82B6-B48722230FD5}" destId="{51FF7C46-D45D-4288-A2C7-9CABC3F7088D}" srcOrd="1" destOrd="0" presId="urn:microsoft.com/office/officeart/2005/8/layout/orgChart1"/>
    <dgm:cxn modelId="{565739AD-ABFA-4DE6-935D-6EF573261B1C}" type="presParOf" srcId="{251D7462-A668-40AD-BCB3-CC337735BCB5}" destId="{05B74344-5D91-4623-9991-BF056E044A7C}" srcOrd="1" destOrd="0" presId="urn:microsoft.com/office/officeart/2005/8/layout/orgChart1"/>
    <dgm:cxn modelId="{07FA534A-D33E-42F0-86F1-6B30A42B6533}" type="presParOf" srcId="{251D7462-A668-40AD-BCB3-CC337735BCB5}" destId="{0CD90264-6DC5-401B-8A12-7DBEE7A7EF8A}" srcOrd="2" destOrd="0" presId="urn:microsoft.com/office/officeart/2005/8/layout/orgChart1"/>
    <dgm:cxn modelId="{32C13174-267A-446D-ADDF-E9853BC6CFEF}" type="presParOf" srcId="{24AC3EED-0316-4C7A-B500-E9F397BA6BCD}" destId="{C7CF4CCA-FA17-4211-8495-F1909BF9B96F}" srcOrd="4" destOrd="0" presId="urn:microsoft.com/office/officeart/2005/8/layout/orgChart1"/>
    <dgm:cxn modelId="{E9E8A274-F1F2-4910-A65F-9A07FDE26734}" type="presParOf" srcId="{24AC3EED-0316-4C7A-B500-E9F397BA6BCD}" destId="{24AF5BC4-218A-4F3D-A654-0D6462172CC4}" srcOrd="5" destOrd="0" presId="urn:microsoft.com/office/officeart/2005/8/layout/orgChart1"/>
    <dgm:cxn modelId="{C4C5EE86-B2C0-45F8-80F0-AE7B6D16A43C}" type="presParOf" srcId="{24AF5BC4-218A-4F3D-A654-0D6462172CC4}" destId="{944317BD-B42A-466E-B5D8-481FCF60FBFA}" srcOrd="0" destOrd="0" presId="urn:microsoft.com/office/officeart/2005/8/layout/orgChart1"/>
    <dgm:cxn modelId="{22017760-E6B4-4711-9FD4-D482EFBE018E}" type="presParOf" srcId="{944317BD-B42A-466E-B5D8-481FCF60FBFA}" destId="{0C60C9C5-6B36-4DED-A2E6-FEBBE65D859F}" srcOrd="0" destOrd="0" presId="urn:microsoft.com/office/officeart/2005/8/layout/orgChart1"/>
    <dgm:cxn modelId="{011C4BFA-945A-4D66-8245-F76F4D4359B6}" type="presParOf" srcId="{944317BD-B42A-466E-B5D8-481FCF60FBFA}" destId="{340B1B44-C246-4EFF-999B-83A2DCD126E0}" srcOrd="1" destOrd="0" presId="urn:microsoft.com/office/officeart/2005/8/layout/orgChart1"/>
    <dgm:cxn modelId="{855339F3-D15F-4E6A-BFB7-5A697898B011}" type="presParOf" srcId="{24AF5BC4-218A-4F3D-A654-0D6462172CC4}" destId="{E7EC1532-E852-435B-AE00-6EF09D58B4CE}" srcOrd="1" destOrd="0" presId="urn:microsoft.com/office/officeart/2005/8/layout/orgChart1"/>
    <dgm:cxn modelId="{C2D8B00B-FBB8-4633-A164-2AFF24474C58}" type="presParOf" srcId="{24AF5BC4-218A-4F3D-A654-0D6462172CC4}" destId="{EFC09BE3-51F3-4AFD-9949-AEF8A1CFD66F}" srcOrd="2" destOrd="0" presId="urn:microsoft.com/office/officeart/2005/8/layout/orgChart1"/>
    <dgm:cxn modelId="{70832E53-1179-4786-BEF4-D64CB79B98A3}" type="presParOf" srcId="{DEF03D6B-5EC4-400B-A7E1-8715A670CBAC}" destId="{A69C1EC0-19AF-4F49-9E3D-88C52AD9454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4379C3C-78EE-46ED-97C6-5BEC17CB7356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3AA634-A10F-4F2F-A40C-80A18768689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7DA6BAC-B28F-4249-AE2D-C13FEB332ACA}" type="parTrans" cxnId="{066B0FC2-96BC-44D8-80A8-B6445DA4DF00}">
      <dgm:prSet/>
      <dgm:spPr/>
    </dgm:pt>
    <dgm:pt modelId="{1857A8F6-D650-4C3D-9D19-7B49509F5403}" type="sibTrans" cxnId="{066B0FC2-96BC-44D8-80A8-B6445DA4DF00}">
      <dgm:prSet/>
      <dgm:spPr/>
    </dgm:pt>
    <dgm:pt modelId="{D1F2A507-F196-431C-88F5-2CD45AD55E10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18A53605-56C3-4032-9DB1-1D944EEF2C07}" type="parTrans" cxnId="{586CF56B-54B2-4606-9C7B-992520C5F217}">
      <dgm:prSet/>
      <dgm:spPr/>
    </dgm:pt>
    <dgm:pt modelId="{648AA407-604E-4037-8139-C93233BFA49E}" type="sibTrans" cxnId="{586CF56B-54B2-4606-9C7B-992520C5F217}">
      <dgm:prSet/>
      <dgm:spPr/>
    </dgm:pt>
    <dgm:pt modelId="{95145477-D1D9-404A-BCE7-233C45F1E4C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15D6C0FE-B044-4A90-8C49-B34170483A08}" type="parTrans" cxnId="{53C70D03-5DD2-4DA6-BE65-7161FFFC6422}">
      <dgm:prSet/>
      <dgm:spPr/>
    </dgm:pt>
    <dgm:pt modelId="{8F4980B7-6E70-43BB-A211-DAB15F0B026A}" type="sibTrans" cxnId="{53C70D03-5DD2-4DA6-BE65-7161FFFC6422}">
      <dgm:prSet/>
      <dgm:spPr/>
    </dgm:pt>
    <dgm:pt modelId="{257383CB-A79D-4DC9-8A57-726BDD0630C2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06BDD747-3485-4680-ABC8-FA8F02F6FCA2}" type="parTrans" cxnId="{6AC2875B-C4E4-4F49-B682-2CCB7BC93000}">
      <dgm:prSet/>
      <dgm:spPr/>
    </dgm:pt>
    <dgm:pt modelId="{6E54CE6C-FFEC-473E-8EE3-C0564B7EEEA8}" type="sibTrans" cxnId="{6AC2875B-C4E4-4F49-B682-2CCB7BC93000}">
      <dgm:prSet/>
      <dgm:spPr/>
    </dgm:pt>
    <dgm:pt modelId="{5678130E-ED7B-4636-993A-E7316340B68E}" type="pres">
      <dgm:prSet presAssocID="{84379C3C-78EE-46ED-97C6-5BEC17CB735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240115F-DFA9-4194-936A-82225945CFE6}" type="pres">
      <dgm:prSet presAssocID="{BF3AA634-A10F-4F2F-A40C-80A187686898}" presName="hierRoot1" presStyleCnt="0">
        <dgm:presLayoutVars>
          <dgm:hierBranch val="init"/>
        </dgm:presLayoutVars>
      </dgm:prSet>
      <dgm:spPr/>
    </dgm:pt>
    <dgm:pt modelId="{B35147E9-2AC6-4E53-8432-07B08779BB26}" type="pres">
      <dgm:prSet presAssocID="{BF3AA634-A10F-4F2F-A40C-80A187686898}" presName="rootComposite1" presStyleCnt="0"/>
      <dgm:spPr/>
    </dgm:pt>
    <dgm:pt modelId="{0E87A14C-D959-44D6-A5B6-5C71D7B32E2E}" type="pres">
      <dgm:prSet presAssocID="{BF3AA634-A10F-4F2F-A40C-80A187686898}" presName="rootText1" presStyleLbl="node0" presStyleIdx="0" presStyleCnt="1">
        <dgm:presLayoutVars>
          <dgm:chPref val="3"/>
        </dgm:presLayoutVars>
      </dgm:prSet>
      <dgm:spPr/>
    </dgm:pt>
    <dgm:pt modelId="{952B90D9-0D46-42BD-B2A9-736EBFEEA511}" type="pres">
      <dgm:prSet presAssocID="{BF3AA634-A10F-4F2F-A40C-80A187686898}" presName="rootConnector1" presStyleLbl="node1" presStyleIdx="0" presStyleCnt="0"/>
      <dgm:spPr/>
    </dgm:pt>
    <dgm:pt modelId="{5C303AC8-B270-4C73-87C7-D1F964FA377E}" type="pres">
      <dgm:prSet presAssocID="{BF3AA634-A10F-4F2F-A40C-80A187686898}" presName="hierChild2" presStyleCnt="0"/>
      <dgm:spPr/>
    </dgm:pt>
    <dgm:pt modelId="{36AC4376-695B-4809-9297-C2EB1BE2A5D8}" type="pres">
      <dgm:prSet presAssocID="{18A53605-56C3-4032-9DB1-1D944EEF2C07}" presName="Name37" presStyleLbl="parChTrans1D2" presStyleIdx="0" presStyleCnt="3"/>
      <dgm:spPr/>
    </dgm:pt>
    <dgm:pt modelId="{F5A3749C-6F4F-47BD-A2F0-65B62E22D8F2}" type="pres">
      <dgm:prSet presAssocID="{D1F2A507-F196-431C-88F5-2CD45AD55E10}" presName="hierRoot2" presStyleCnt="0">
        <dgm:presLayoutVars>
          <dgm:hierBranch val="init"/>
        </dgm:presLayoutVars>
      </dgm:prSet>
      <dgm:spPr/>
    </dgm:pt>
    <dgm:pt modelId="{7C469E1A-AEF6-488E-A750-91C8C307B627}" type="pres">
      <dgm:prSet presAssocID="{D1F2A507-F196-431C-88F5-2CD45AD55E10}" presName="rootComposite" presStyleCnt="0"/>
      <dgm:spPr/>
    </dgm:pt>
    <dgm:pt modelId="{5D52EDED-C9B3-4EA8-9955-019E7A2E1DCC}" type="pres">
      <dgm:prSet presAssocID="{D1F2A507-F196-431C-88F5-2CD45AD55E10}" presName="rootText" presStyleLbl="node2" presStyleIdx="0" presStyleCnt="3">
        <dgm:presLayoutVars>
          <dgm:chPref val="3"/>
        </dgm:presLayoutVars>
      </dgm:prSet>
      <dgm:spPr/>
    </dgm:pt>
    <dgm:pt modelId="{3FF0BA7A-1B86-413A-B645-0CA304F53A1D}" type="pres">
      <dgm:prSet presAssocID="{D1F2A507-F196-431C-88F5-2CD45AD55E10}" presName="rootConnector" presStyleLbl="node2" presStyleIdx="0" presStyleCnt="3"/>
      <dgm:spPr/>
    </dgm:pt>
    <dgm:pt modelId="{4B4DEAB9-AE50-461A-9D55-52BF5AEBDD74}" type="pres">
      <dgm:prSet presAssocID="{D1F2A507-F196-431C-88F5-2CD45AD55E10}" presName="hierChild4" presStyleCnt="0"/>
      <dgm:spPr/>
    </dgm:pt>
    <dgm:pt modelId="{E04B1AC9-9A6C-414A-82F6-607D8CFF0CFA}" type="pres">
      <dgm:prSet presAssocID="{D1F2A507-F196-431C-88F5-2CD45AD55E10}" presName="hierChild5" presStyleCnt="0"/>
      <dgm:spPr/>
    </dgm:pt>
    <dgm:pt modelId="{2B5E4723-AA76-4303-B307-DCFAC8597725}" type="pres">
      <dgm:prSet presAssocID="{15D6C0FE-B044-4A90-8C49-B34170483A08}" presName="Name37" presStyleLbl="parChTrans1D2" presStyleIdx="1" presStyleCnt="3"/>
      <dgm:spPr/>
    </dgm:pt>
    <dgm:pt modelId="{FE44A1C7-1DE8-49BD-AAC9-13F10E4F05D7}" type="pres">
      <dgm:prSet presAssocID="{95145477-D1D9-404A-BCE7-233C45F1E4C0}" presName="hierRoot2" presStyleCnt="0">
        <dgm:presLayoutVars>
          <dgm:hierBranch val="init"/>
        </dgm:presLayoutVars>
      </dgm:prSet>
      <dgm:spPr/>
    </dgm:pt>
    <dgm:pt modelId="{7227F91A-2C65-4B58-8DEC-62AC9E5EE916}" type="pres">
      <dgm:prSet presAssocID="{95145477-D1D9-404A-BCE7-233C45F1E4C0}" presName="rootComposite" presStyleCnt="0"/>
      <dgm:spPr/>
    </dgm:pt>
    <dgm:pt modelId="{A10FBCD9-0B9F-4712-9763-2A9DA212A7A8}" type="pres">
      <dgm:prSet presAssocID="{95145477-D1D9-404A-BCE7-233C45F1E4C0}" presName="rootText" presStyleLbl="node2" presStyleIdx="1" presStyleCnt="3">
        <dgm:presLayoutVars>
          <dgm:chPref val="3"/>
        </dgm:presLayoutVars>
      </dgm:prSet>
      <dgm:spPr/>
    </dgm:pt>
    <dgm:pt modelId="{A6C65F76-36F3-4FB3-B7F6-D38D88750FFF}" type="pres">
      <dgm:prSet presAssocID="{95145477-D1D9-404A-BCE7-233C45F1E4C0}" presName="rootConnector" presStyleLbl="node2" presStyleIdx="1" presStyleCnt="3"/>
      <dgm:spPr/>
    </dgm:pt>
    <dgm:pt modelId="{FB6751FA-4E09-4D65-8513-6D8A7B0EA16A}" type="pres">
      <dgm:prSet presAssocID="{95145477-D1D9-404A-BCE7-233C45F1E4C0}" presName="hierChild4" presStyleCnt="0"/>
      <dgm:spPr/>
    </dgm:pt>
    <dgm:pt modelId="{A3586C20-A036-418D-B981-5DF7952CA480}" type="pres">
      <dgm:prSet presAssocID="{95145477-D1D9-404A-BCE7-233C45F1E4C0}" presName="hierChild5" presStyleCnt="0"/>
      <dgm:spPr/>
    </dgm:pt>
    <dgm:pt modelId="{8A97AD98-6469-4B4B-B612-8161EFC80C49}" type="pres">
      <dgm:prSet presAssocID="{06BDD747-3485-4680-ABC8-FA8F02F6FCA2}" presName="Name37" presStyleLbl="parChTrans1D2" presStyleIdx="2" presStyleCnt="3"/>
      <dgm:spPr/>
    </dgm:pt>
    <dgm:pt modelId="{CE5C5325-2566-4DA4-8553-62F99EAA183A}" type="pres">
      <dgm:prSet presAssocID="{257383CB-A79D-4DC9-8A57-726BDD0630C2}" presName="hierRoot2" presStyleCnt="0">
        <dgm:presLayoutVars>
          <dgm:hierBranch val="init"/>
        </dgm:presLayoutVars>
      </dgm:prSet>
      <dgm:spPr/>
    </dgm:pt>
    <dgm:pt modelId="{85A95EA7-B4C4-47A3-801F-7AAA75AA4A98}" type="pres">
      <dgm:prSet presAssocID="{257383CB-A79D-4DC9-8A57-726BDD0630C2}" presName="rootComposite" presStyleCnt="0"/>
      <dgm:spPr/>
    </dgm:pt>
    <dgm:pt modelId="{6CEFE74F-77F8-450D-8C0E-44A89EDCDB11}" type="pres">
      <dgm:prSet presAssocID="{257383CB-A79D-4DC9-8A57-726BDD0630C2}" presName="rootText" presStyleLbl="node2" presStyleIdx="2" presStyleCnt="3">
        <dgm:presLayoutVars>
          <dgm:chPref val="3"/>
        </dgm:presLayoutVars>
      </dgm:prSet>
      <dgm:spPr/>
    </dgm:pt>
    <dgm:pt modelId="{E19C1329-8200-4B5E-93C9-4A6D178B4A23}" type="pres">
      <dgm:prSet presAssocID="{257383CB-A79D-4DC9-8A57-726BDD0630C2}" presName="rootConnector" presStyleLbl="node2" presStyleIdx="2" presStyleCnt="3"/>
      <dgm:spPr/>
    </dgm:pt>
    <dgm:pt modelId="{D47FFA79-477C-41BE-9607-74BF3C8C544F}" type="pres">
      <dgm:prSet presAssocID="{257383CB-A79D-4DC9-8A57-726BDD0630C2}" presName="hierChild4" presStyleCnt="0"/>
      <dgm:spPr/>
    </dgm:pt>
    <dgm:pt modelId="{7E0EFBE4-9D5D-4F58-A00E-944F89E78137}" type="pres">
      <dgm:prSet presAssocID="{257383CB-A79D-4DC9-8A57-726BDD0630C2}" presName="hierChild5" presStyleCnt="0"/>
      <dgm:spPr/>
    </dgm:pt>
    <dgm:pt modelId="{622311B9-C954-4DC2-BCE7-699F88021475}" type="pres">
      <dgm:prSet presAssocID="{BF3AA634-A10F-4F2F-A40C-80A187686898}" presName="hierChild3" presStyleCnt="0"/>
      <dgm:spPr/>
    </dgm:pt>
  </dgm:ptLst>
  <dgm:cxnLst>
    <dgm:cxn modelId="{53C70D03-5DD2-4DA6-BE65-7161FFFC6422}" srcId="{BF3AA634-A10F-4F2F-A40C-80A187686898}" destId="{95145477-D1D9-404A-BCE7-233C45F1E4C0}" srcOrd="1" destOrd="0" parTransId="{15D6C0FE-B044-4A90-8C49-B34170483A08}" sibTransId="{8F4980B7-6E70-43BB-A211-DAB15F0B026A}"/>
    <dgm:cxn modelId="{B873C304-DE3D-4F88-A17F-5D215DF97617}" type="presOf" srcId="{15D6C0FE-B044-4A90-8C49-B34170483A08}" destId="{2B5E4723-AA76-4303-B307-DCFAC8597725}" srcOrd="0" destOrd="0" presId="urn:microsoft.com/office/officeart/2005/8/layout/orgChart1"/>
    <dgm:cxn modelId="{683A140A-01D4-49AD-9638-59A88C8F9492}" type="presOf" srcId="{BF3AA634-A10F-4F2F-A40C-80A187686898}" destId="{0E87A14C-D959-44D6-A5B6-5C71D7B32E2E}" srcOrd="0" destOrd="0" presId="urn:microsoft.com/office/officeart/2005/8/layout/orgChart1"/>
    <dgm:cxn modelId="{7BDDE81F-54B4-4FCA-9396-82B6FF156897}" type="presOf" srcId="{84379C3C-78EE-46ED-97C6-5BEC17CB7356}" destId="{5678130E-ED7B-4636-993A-E7316340B68E}" srcOrd="0" destOrd="0" presId="urn:microsoft.com/office/officeart/2005/8/layout/orgChart1"/>
    <dgm:cxn modelId="{D9223E5B-80A4-4B8B-BAC0-4267BAC138D2}" type="presOf" srcId="{257383CB-A79D-4DC9-8A57-726BDD0630C2}" destId="{E19C1329-8200-4B5E-93C9-4A6D178B4A23}" srcOrd="1" destOrd="0" presId="urn:microsoft.com/office/officeart/2005/8/layout/orgChart1"/>
    <dgm:cxn modelId="{6AC2875B-C4E4-4F49-B682-2CCB7BC93000}" srcId="{BF3AA634-A10F-4F2F-A40C-80A187686898}" destId="{257383CB-A79D-4DC9-8A57-726BDD0630C2}" srcOrd="2" destOrd="0" parTransId="{06BDD747-3485-4680-ABC8-FA8F02F6FCA2}" sibTransId="{6E54CE6C-FFEC-473E-8EE3-C0564B7EEEA8}"/>
    <dgm:cxn modelId="{1F7F575E-2F59-49E5-8C9F-0074636D3C5C}" type="presOf" srcId="{D1F2A507-F196-431C-88F5-2CD45AD55E10}" destId="{3FF0BA7A-1B86-413A-B645-0CA304F53A1D}" srcOrd="1" destOrd="0" presId="urn:microsoft.com/office/officeart/2005/8/layout/orgChart1"/>
    <dgm:cxn modelId="{586CF56B-54B2-4606-9C7B-992520C5F217}" srcId="{BF3AA634-A10F-4F2F-A40C-80A187686898}" destId="{D1F2A507-F196-431C-88F5-2CD45AD55E10}" srcOrd="0" destOrd="0" parTransId="{18A53605-56C3-4032-9DB1-1D944EEF2C07}" sibTransId="{648AA407-604E-4037-8139-C93233BFA49E}"/>
    <dgm:cxn modelId="{3F414F6E-DC91-48E3-A07E-EB3BD29D36A1}" type="presOf" srcId="{257383CB-A79D-4DC9-8A57-726BDD0630C2}" destId="{6CEFE74F-77F8-450D-8C0E-44A89EDCDB11}" srcOrd="0" destOrd="0" presId="urn:microsoft.com/office/officeart/2005/8/layout/orgChart1"/>
    <dgm:cxn modelId="{4F78B46E-91FA-468F-A80D-04DFF2AE5465}" type="presOf" srcId="{18A53605-56C3-4032-9DB1-1D944EEF2C07}" destId="{36AC4376-695B-4809-9297-C2EB1BE2A5D8}" srcOrd="0" destOrd="0" presId="urn:microsoft.com/office/officeart/2005/8/layout/orgChart1"/>
    <dgm:cxn modelId="{7002CC75-9EEC-42EA-90DC-06B749B82FE6}" type="presOf" srcId="{06BDD747-3485-4680-ABC8-FA8F02F6FCA2}" destId="{8A97AD98-6469-4B4B-B612-8161EFC80C49}" srcOrd="0" destOrd="0" presId="urn:microsoft.com/office/officeart/2005/8/layout/orgChart1"/>
    <dgm:cxn modelId="{58C49389-9F84-4FD6-B734-D196939ECAAE}" type="presOf" srcId="{D1F2A507-F196-431C-88F5-2CD45AD55E10}" destId="{5D52EDED-C9B3-4EA8-9955-019E7A2E1DCC}" srcOrd="0" destOrd="0" presId="urn:microsoft.com/office/officeart/2005/8/layout/orgChart1"/>
    <dgm:cxn modelId="{7F30D2A0-E6F9-4E88-B227-1A543B655B26}" type="presOf" srcId="{95145477-D1D9-404A-BCE7-233C45F1E4C0}" destId="{A10FBCD9-0B9F-4712-9763-2A9DA212A7A8}" srcOrd="0" destOrd="0" presId="urn:microsoft.com/office/officeart/2005/8/layout/orgChart1"/>
    <dgm:cxn modelId="{95F71AB5-C591-441D-8369-CDEF8AA57935}" type="presOf" srcId="{95145477-D1D9-404A-BCE7-233C45F1E4C0}" destId="{A6C65F76-36F3-4FB3-B7F6-D38D88750FFF}" srcOrd="1" destOrd="0" presId="urn:microsoft.com/office/officeart/2005/8/layout/orgChart1"/>
    <dgm:cxn modelId="{C46302BC-6E9B-4607-8E49-48678C0D3DA9}" type="presOf" srcId="{BF3AA634-A10F-4F2F-A40C-80A187686898}" destId="{952B90D9-0D46-42BD-B2A9-736EBFEEA511}" srcOrd="1" destOrd="0" presId="urn:microsoft.com/office/officeart/2005/8/layout/orgChart1"/>
    <dgm:cxn modelId="{066B0FC2-96BC-44D8-80A8-B6445DA4DF00}" srcId="{84379C3C-78EE-46ED-97C6-5BEC17CB7356}" destId="{BF3AA634-A10F-4F2F-A40C-80A187686898}" srcOrd="0" destOrd="0" parTransId="{17DA6BAC-B28F-4249-AE2D-C13FEB332ACA}" sibTransId="{1857A8F6-D650-4C3D-9D19-7B49509F5403}"/>
    <dgm:cxn modelId="{7336533C-4619-4A47-A1D8-0801358F59CD}" type="presParOf" srcId="{5678130E-ED7B-4636-993A-E7316340B68E}" destId="{B240115F-DFA9-4194-936A-82225945CFE6}" srcOrd="0" destOrd="0" presId="urn:microsoft.com/office/officeart/2005/8/layout/orgChart1"/>
    <dgm:cxn modelId="{59C26012-5EB2-4B65-A99D-7091696CA7AC}" type="presParOf" srcId="{B240115F-DFA9-4194-936A-82225945CFE6}" destId="{B35147E9-2AC6-4E53-8432-07B08779BB26}" srcOrd="0" destOrd="0" presId="urn:microsoft.com/office/officeart/2005/8/layout/orgChart1"/>
    <dgm:cxn modelId="{5010701B-0524-4867-AE73-96FC551BF204}" type="presParOf" srcId="{B35147E9-2AC6-4E53-8432-07B08779BB26}" destId="{0E87A14C-D959-44D6-A5B6-5C71D7B32E2E}" srcOrd="0" destOrd="0" presId="urn:microsoft.com/office/officeart/2005/8/layout/orgChart1"/>
    <dgm:cxn modelId="{33E7ACFA-C26A-4D89-87D0-22F95EE17EAC}" type="presParOf" srcId="{B35147E9-2AC6-4E53-8432-07B08779BB26}" destId="{952B90D9-0D46-42BD-B2A9-736EBFEEA511}" srcOrd="1" destOrd="0" presId="urn:microsoft.com/office/officeart/2005/8/layout/orgChart1"/>
    <dgm:cxn modelId="{752A28BA-1924-48BE-B340-FF1C319E6832}" type="presParOf" srcId="{B240115F-DFA9-4194-936A-82225945CFE6}" destId="{5C303AC8-B270-4C73-87C7-D1F964FA377E}" srcOrd="1" destOrd="0" presId="urn:microsoft.com/office/officeart/2005/8/layout/orgChart1"/>
    <dgm:cxn modelId="{E5B72D00-85A3-4551-9213-F05F0D4D829F}" type="presParOf" srcId="{5C303AC8-B270-4C73-87C7-D1F964FA377E}" destId="{36AC4376-695B-4809-9297-C2EB1BE2A5D8}" srcOrd="0" destOrd="0" presId="urn:microsoft.com/office/officeart/2005/8/layout/orgChart1"/>
    <dgm:cxn modelId="{CEEFA26D-19BA-4153-B889-69C0D408BA50}" type="presParOf" srcId="{5C303AC8-B270-4C73-87C7-D1F964FA377E}" destId="{F5A3749C-6F4F-47BD-A2F0-65B62E22D8F2}" srcOrd="1" destOrd="0" presId="urn:microsoft.com/office/officeart/2005/8/layout/orgChart1"/>
    <dgm:cxn modelId="{A06B8546-5A84-4CDB-BC89-97BEE484E751}" type="presParOf" srcId="{F5A3749C-6F4F-47BD-A2F0-65B62E22D8F2}" destId="{7C469E1A-AEF6-488E-A750-91C8C307B627}" srcOrd="0" destOrd="0" presId="urn:microsoft.com/office/officeart/2005/8/layout/orgChart1"/>
    <dgm:cxn modelId="{5E8B3EA2-C22A-4065-98B2-46D951B17F72}" type="presParOf" srcId="{7C469E1A-AEF6-488E-A750-91C8C307B627}" destId="{5D52EDED-C9B3-4EA8-9955-019E7A2E1DCC}" srcOrd="0" destOrd="0" presId="urn:microsoft.com/office/officeart/2005/8/layout/orgChart1"/>
    <dgm:cxn modelId="{E2CD2CA5-20D0-4698-B597-65D018A051FE}" type="presParOf" srcId="{7C469E1A-AEF6-488E-A750-91C8C307B627}" destId="{3FF0BA7A-1B86-413A-B645-0CA304F53A1D}" srcOrd="1" destOrd="0" presId="urn:microsoft.com/office/officeart/2005/8/layout/orgChart1"/>
    <dgm:cxn modelId="{D0E35025-D83F-44DF-8CE6-5FF253019F5C}" type="presParOf" srcId="{F5A3749C-6F4F-47BD-A2F0-65B62E22D8F2}" destId="{4B4DEAB9-AE50-461A-9D55-52BF5AEBDD74}" srcOrd="1" destOrd="0" presId="urn:microsoft.com/office/officeart/2005/8/layout/orgChart1"/>
    <dgm:cxn modelId="{6B35B961-FFAF-48C4-844F-52CC95436191}" type="presParOf" srcId="{F5A3749C-6F4F-47BD-A2F0-65B62E22D8F2}" destId="{E04B1AC9-9A6C-414A-82F6-607D8CFF0CFA}" srcOrd="2" destOrd="0" presId="urn:microsoft.com/office/officeart/2005/8/layout/orgChart1"/>
    <dgm:cxn modelId="{C93CF0E7-BF20-4B41-B53D-0A76B264F3F2}" type="presParOf" srcId="{5C303AC8-B270-4C73-87C7-D1F964FA377E}" destId="{2B5E4723-AA76-4303-B307-DCFAC8597725}" srcOrd="2" destOrd="0" presId="urn:microsoft.com/office/officeart/2005/8/layout/orgChart1"/>
    <dgm:cxn modelId="{8C00A1C0-3260-42C2-A220-494F62E40624}" type="presParOf" srcId="{5C303AC8-B270-4C73-87C7-D1F964FA377E}" destId="{FE44A1C7-1DE8-49BD-AAC9-13F10E4F05D7}" srcOrd="3" destOrd="0" presId="urn:microsoft.com/office/officeart/2005/8/layout/orgChart1"/>
    <dgm:cxn modelId="{E04B3152-9189-489A-AE8C-B5E9D472CE52}" type="presParOf" srcId="{FE44A1C7-1DE8-49BD-AAC9-13F10E4F05D7}" destId="{7227F91A-2C65-4B58-8DEC-62AC9E5EE916}" srcOrd="0" destOrd="0" presId="urn:microsoft.com/office/officeart/2005/8/layout/orgChart1"/>
    <dgm:cxn modelId="{4E631095-8FB3-4822-99FD-723652FA7666}" type="presParOf" srcId="{7227F91A-2C65-4B58-8DEC-62AC9E5EE916}" destId="{A10FBCD9-0B9F-4712-9763-2A9DA212A7A8}" srcOrd="0" destOrd="0" presId="urn:microsoft.com/office/officeart/2005/8/layout/orgChart1"/>
    <dgm:cxn modelId="{6F3FA07F-2A4A-46FA-B6AD-D30510F541D4}" type="presParOf" srcId="{7227F91A-2C65-4B58-8DEC-62AC9E5EE916}" destId="{A6C65F76-36F3-4FB3-B7F6-D38D88750FFF}" srcOrd="1" destOrd="0" presId="urn:microsoft.com/office/officeart/2005/8/layout/orgChart1"/>
    <dgm:cxn modelId="{5E3B68F9-769E-457A-B784-E6CEF366A1D9}" type="presParOf" srcId="{FE44A1C7-1DE8-49BD-AAC9-13F10E4F05D7}" destId="{FB6751FA-4E09-4D65-8513-6D8A7B0EA16A}" srcOrd="1" destOrd="0" presId="urn:microsoft.com/office/officeart/2005/8/layout/orgChart1"/>
    <dgm:cxn modelId="{916C00B5-5397-4A0A-9349-3C60D0B482D7}" type="presParOf" srcId="{FE44A1C7-1DE8-49BD-AAC9-13F10E4F05D7}" destId="{A3586C20-A036-418D-B981-5DF7952CA480}" srcOrd="2" destOrd="0" presId="urn:microsoft.com/office/officeart/2005/8/layout/orgChart1"/>
    <dgm:cxn modelId="{B5E029B7-4836-42C2-A43B-A0D37C573F59}" type="presParOf" srcId="{5C303AC8-B270-4C73-87C7-D1F964FA377E}" destId="{8A97AD98-6469-4B4B-B612-8161EFC80C49}" srcOrd="4" destOrd="0" presId="urn:microsoft.com/office/officeart/2005/8/layout/orgChart1"/>
    <dgm:cxn modelId="{8467948A-A3BB-4B96-B875-7F2564DBDC2D}" type="presParOf" srcId="{5C303AC8-B270-4C73-87C7-D1F964FA377E}" destId="{CE5C5325-2566-4DA4-8553-62F99EAA183A}" srcOrd="5" destOrd="0" presId="urn:microsoft.com/office/officeart/2005/8/layout/orgChart1"/>
    <dgm:cxn modelId="{491C8AAE-238E-4B1F-A222-D3717E66F6DC}" type="presParOf" srcId="{CE5C5325-2566-4DA4-8553-62F99EAA183A}" destId="{85A95EA7-B4C4-47A3-801F-7AAA75AA4A98}" srcOrd="0" destOrd="0" presId="urn:microsoft.com/office/officeart/2005/8/layout/orgChart1"/>
    <dgm:cxn modelId="{15054B8D-71F1-48C4-A2C1-33D9D6043EB5}" type="presParOf" srcId="{85A95EA7-B4C4-47A3-801F-7AAA75AA4A98}" destId="{6CEFE74F-77F8-450D-8C0E-44A89EDCDB11}" srcOrd="0" destOrd="0" presId="urn:microsoft.com/office/officeart/2005/8/layout/orgChart1"/>
    <dgm:cxn modelId="{93C320EF-C28A-427E-9988-08280ED0DC34}" type="presParOf" srcId="{85A95EA7-B4C4-47A3-801F-7AAA75AA4A98}" destId="{E19C1329-8200-4B5E-93C9-4A6D178B4A23}" srcOrd="1" destOrd="0" presId="urn:microsoft.com/office/officeart/2005/8/layout/orgChart1"/>
    <dgm:cxn modelId="{EB7167A8-A51B-466E-AF2A-577B9EC8B3F4}" type="presParOf" srcId="{CE5C5325-2566-4DA4-8553-62F99EAA183A}" destId="{D47FFA79-477C-41BE-9607-74BF3C8C544F}" srcOrd="1" destOrd="0" presId="urn:microsoft.com/office/officeart/2005/8/layout/orgChart1"/>
    <dgm:cxn modelId="{E3FE5A93-92A5-4610-AC35-418149D2EA8F}" type="presParOf" srcId="{CE5C5325-2566-4DA4-8553-62F99EAA183A}" destId="{7E0EFBE4-9D5D-4F58-A00E-944F89E78137}" srcOrd="2" destOrd="0" presId="urn:microsoft.com/office/officeart/2005/8/layout/orgChart1"/>
    <dgm:cxn modelId="{A5BFA0E3-4900-4D86-B568-8889DBD47F95}" type="presParOf" srcId="{B240115F-DFA9-4194-936A-82225945CFE6}" destId="{622311B9-C954-4DC2-BCE7-699F8802147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88548283-505A-4AFE-B859-7ABCF9924F04}" type="doc">
      <dgm:prSet loTypeId="urn:microsoft.com/office/officeart/2005/8/layout/orgChart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68780D-948D-4324-BAB2-337026F364C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3DAB792-9EE8-444F-90ED-95533BD48BF5}" type="parTrans" cxnId="{C5639C92-ABB1-46EF-A2C8-E41F6CFF6F78}">
      <dgm:prSet/>
      <dgm:spPr/>
    </dgm:pt>
    <dgm:pt modelId="{6908ED0E-CBFA-421C-91E2-F6E27C253D9F}" type="sibTrans" cxnId="{C5639C92-ABB1-46EF-A2C8-E41F6CFF6F78}">
      <dgm:prSet/>
      <dgm:spPr/>
    </dgm:pt>
    <dgm:pt modelId="{AFEF7B0F-0059-461A-A68B-0C463A2619BD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FA748D44-C7E3-44BC-896E-717207331A35}" type="parTrans" cxnId="{3AB818C1-6890-4E23-AB20-A156C0C31620}">
      <dgm:prSet/>
      <dgm:spPr/>
    </dgm:pt>
    <dgm:pt modelId="{C436FC5E-81A4-4936-B30A-FA672B2DC6E3}" type="sibTrans" cxnId="{3AB818C1-6890-4E23-AB20-A156C0C31620}">
      <dgm:prSet/>
      <dgm:spPr/>
    </dgm:pt>
    <dgm:pt modelId="{B5FFE56F-9DE8-4BA7-B19D-97890E117E2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46ACA2C8-5AC2-44B4-A04F-AF176520C27E}" type="parTrans" cxnId="{C3369027-648B-4944-B287-52D8D617BDD9}">
      <dgm:prSet/>
      <dgm:spPr/>
    </dgm:pt>
    <dgm:pt modelId="{DB249993-A0F0-45C9-A153-BB95ABB404D1}" type="sibTrans" cxnId="{C3369027-648B-4944-B287-52D8D617BDD9}">
      <dgm:prSet/>
      <dgm:spPr/>
    </dgm:pt>
    <dgm:pt modelId="{E3377172-0731-48E0-8B02-C07EDDA58F1D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E598272F-8249-4E85-8C8B-B2793F310DB6}" type="parTrans" cxnId="{0DDBB13A-7614-4A3D-9557-25D745C37298}">
      <dgm:prSet/>
      <dgm:spPr/>
    </dgm:pt>
    <dgm:pt modelId="{DA28543C-A1A1-4E94-9A9F-2B891D9F505C}" type="sibTrans" cxnId="{0DDBB13A-7614-4A3D-9557-25D745C37298}">
      <dgm:prSet/>
      <dgm:spPr/>
    </dgm:pt>
    <dgm:pt modelId="{ADB66E95-F2D1-4842-AA17-F08BF1F0CB4A}" type="pres">
      <dgm:prSet presAssocID="{88548283-505A-4AFE-B859-7ABCF9924F0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CBA7844-499F-47BE-B841-44127D87AB3C}" type="pres">
      <dgm:prSet presAssocID="{4968780D-948D-4324-BAB2-337026F364C6}" presName="hierRoot1" presStyleCnt="0">
        <dgm:presLayoutVars>
          <dgm:hierBranch val="init"/>
        </dgm:presLayoutVars>
      </dgm:prSet>
      <dgm:spPr/>
    </dgm:pt>
    <dgm:pt modelId="{0EFFD05C-7315-4498-BC06-B95A36BF3F8B}" type="pres">
      <dgm:prSet presAssocID="{4968780D-948D-4324-BAB2-337026F364C6}" presName="rootComposite1" presStyleCnt="0"/>
      <dgm:spPr/>
    </dgm:pt>
    <dgm:pt modelId="{A586E455-5AA2-4E6F-9FA1-A610801FFF50}" type="pres">
      <dgm:prSet presAssocID="{4968780D-948D-4324-BAB2-337026F364C6}" presName="rootText1" presStyleLbl="node0" presStyleIdx="0" presStyleCnt="1">
        <dgm:presLayoutVars>
          <dgm:chPref val="3"/>
        </dgm:presLayoutVars>
      </dgm:prSet>
      <dgm:spPr/>
    </dgm:pt>
    <dgm:pt modelId="{EB167719-C522-40F8-98A4-C66781B0302A}" type="pres">
      <dgm:prSet presAssocID="{4968780D-948D-4324-BAB2-337026F364C6}" presName="rootConnector1" presStyleLbl="node1" presStyleIdx="0" presStyleCnt="0"/>
      <dgm:spPr/>
    </dgm:pt>
    <dgm:pt modelId="{4AAE5AB8-1E72-48A6-9877-B1576880B825}" type="pres">
      <dgm:prSet presAssocID="{4968780D-948D-4324-BAB2-337026F364C6}" presName="hierChild2" presStyleCnt="0"/>
      <dgm:spPr/>
    </dgm:pt>
    <dgm:pt modelId="{CD9E7193-5C54-4B47-8365-6ACC47F1580C}" type="pres">
      <dgm:prSet presAssocID="{FA748D44-C7E3-44BC-896E-717207331A35}" presName="Name37" presStyleLbl="parChTrans1D2" presStyleIdx="0" presStyleCnt="3"/>
      <dgm:spPr/>
    </dgm:pt>
    <dgm:pt modelId="{ADCDD84B-7BA3-4C49-855B-BED58FC4611F}" type="pres">
      <dgm:prSet presAssocID="{AFEF7B0F-0059-461A-A68B-0C463A2619BD}" presName="hierRoot2" presStyleCnt="0">
        <dgm:presLayoutVars>
          <dgm:hierBranch val="init"/>
        </dgm:presLayoutVars>
      </dgm:prSet>
      <dgm:spPr/>
    </dgm:pt>
    <dgm:pt modelId="{0A33D051-4A67-4335-96CB-2BDF005ABD36}" type="pres">
      <dgm:prSet presAssocID="{AFEF7B0F-0059-461A-A68B-0C463A2619BD}" presName="rootComposite" presStyleCnt="0"/>
      <dgm:spPr/>
    </dgm:pt>
    <dgm:pt modelId="{64A49BFB-9DD1-4B67-90B5-0FF01D79B3B2}" type="pres">
      <dgm:prSet presAssocID="{AFEF7B0F-0059-461A-A68B-0C463A2619BD}" presName="rootText" presStyleLbl="node2" presStyleIdx="0" presStyleCnt="3">
        <dgm:presLayoutVars>
          <dgm:chPref val="3"/>
        </dgm:presLayoutVars>
      </dgm:prSet>
      <dgm:spPr/>
    </dgm:pt>
    <dgm:pt modelId="{C77CEA7A-9906-4F05-9C8F-B39DC0F04636}" type="pres">
      <dgm:prSet presAssocID="{AFEF7B0F-0059-461A-A68B-0C463A2619BD}" presName="rootConnector" presStyleLbl="node2" presStyleIdx="0" presStyleCnt="3"/>
      <dgm:spPr/>
    </dgm:pt>
    <dgm:pt modelId="{C336F90F-AE79-45C2-B8DD-F90FA2500843}" type="pres">
      <dgm:prSet presAssocID="{AFEF7B0F-0059-461A-A68B-0C463A2619BD}" presName="hierChild4" presStyleCnt="0"/>
      <dgm:spPr/>
    </dgm:pt>
    <dgm:pt modelId="{4F6F40DA-BBF5-4C35-84E8-09EA6E0212C7}" type="pres">
      <dgm:prSet presAssocID="{AFEF7B0F-0059-461A-A68B-0C463A2619BD}" presName="hierChild5" presStyleCnt="0"/>
      <dgm:spPr/>
    </dgm:pt>
    <dgm:pt modelId="{208CEB4C-61AF-4AA4-ABD4-239905AA2BC4}" type="pres">
      <dgm:prSet presAssocID="{46ACA2C8-5AC2-44B4-A04F-AF176520C27E}" presName="Name37" presStyleLbl="parChTrans1D2" presStyleIdx="1" presStyleCnt="3"/>
      <dgm:spPr/>
    </dgm:pt>
    <dgm:pt modelId="{C9B20DA5-C492-46FE-80F8-B8E994DFDAF3}" type="pres">
      <dgm:prSet presAssocID="{B5FFE56F-9DE8-4BA7-B19D-97890E117E20}" presName="hierRoot2" presStyleCnt="0">
        <dgm:presLayoutVars>
          <dgm:hierBranch val="init"/>
        </dgm:presLayoutVars>
      </dgm:prSet>
      <dgm:spPr/>
    </dgm:pt>
    <dgm:pt modelId="{02DF680B-0007-4BB7-A1EF-51CFAA008EC5}" type="pres">
      <dgm:prSet presAssocID="{B5FFE56F-9DE8-4BA7-B19D-97890E117E20}" presName="rootComposite" presStyleCnt="0"/>
      <dgm:spPr/>
    </dgm:pt>
    <dgm:pt modelId="{B76EC391-8C51-4FE4-BEFC-B1F236CE0D8B}" type="pres">
      <dgm:prSet presAssocID="{B5FFE56F-9DE8-4BA7-B19D-97890E117E20}" presName="rootText" presStyleLbl="node2" presStyleIdx="1" presStyleCnt="3">
        <dgm:presLayoutVars>
          <dgm:chPref val="3"/>
        </dgm:presLayoutVars>
      </dgm:prSet>
      <dgm:spPr/>
    </dgm:pt>
    <dgm:pt modelId="{9D79137B-F909-40F9-95E5-6E57B695E7B6}" type="pres">
      <dgm:prSet presAssocID="{B5FFE56F-9DE8-4BA7-B19D-97890E117E20}" presName="rootConnector" presStyleLbl="node2" presStyleIdx="1" presStyleCnt="3"/>
      <dgm:spPr/>
    </dgm:pt>
    <dgm:pt modelId="{B945023A-0CE7-4BF8-9289-4AE278BA9A9C}" type="pres">
      <dgm:prSet presAssocID="{B5FFE56F-9DE8-4BA7-B19D-97890E117E20}" presName="hierChild4" presStyleCnt="0"/>
      <dgm:spPr/>
    </dgm:pt>
    <dgm:pt modelId="{FD098F4D-2304-4AF1-BB73-E95F7F205BE8}" type="pres">
      <dgm:prSet presAssocID="{B5FFE56F-9DE8-4BA7-B19D-97890E117E20}" presName="hierChild5" presStyleCnt="0"/>
      <dgm:spPr/>
    </dgm:pt>
    <dgm:pt modelId="{D93BADB2-E956-4A6C-B279-FAF026647462}" type="pres">
      <dgm:prSet presAssocID="{E598272F-8249-4E85-8C8B-B2793F310DB6}" presName="Name37" presStyleLbl="parChTrans1D2" presStyleIdx="2" presStyleCnt="3"/>
      <dgm:spPr/>
    </dgm:pt>
    <dgm:pt modelId="{FB65E41F-11CA-4282-AF06-2D4329D77137}" type="pres">
      <dgm:prSet presAssocID="{E3377172-0731-48E0-8B02-C07EDDA58F1D}" presName="hierRoot2" presStyleCnt="0">
        <dgm:presLayoutVars>
          <dgm:hierBranch val="init"/>
        </dgm:presLayoutVars>
      </dgm:prSet>
      <dgm:spPr/>
    </dgm:pt>
    <dgm:pt modelId="{6B8296C4-E638-4CD1-AD24-9104B00CC8BA}" type="pres">
      <dgm:prSet presAssocID="{E3377172-0731-48E0-8B02-C07EDDA58F1D}" presName="rootComposite" presStyleCnt="0"/>
      <dgm:spPr/>
    </dgm:pt>
    <dgm:pt modelId="{61758A8C-40E1-4768-B2A7-51CBBE666B22}" type="pres">
      <dgm:prSet presAssocID="{E3377172-0731-48E0-8B02-C07EDDA58F1D}" presName="rootText" presStyleLbl="node2" presStyleIdx="2" presStyleCnt="3">
        <dgm:presLayoutVars>
          <dgm:chPref val="3"/>
        </dgm:presLayoutVars>
      </dgm:prSet>
      <dgm:spPr/>
    </dgm:pt>
    <dgm:pt modelId="{2232C185-0743-4CF3-B373-2EA2F4FA2636}" type="pres">
      <dgm:prSet presAssocID="{E3377172-0731-48E0-8B02-C07EDDA58F1D}" presName="rootConnector" presStyleLbl="node2" presStyleIdx="2" presStyleCnt="3"/>
      <dgm:spPr/>
    </dgm:pt>
    <dgm:pt modelId="{A7C87857-E403-46D7-93C4-5B638CC6A747}" type="pres">
      <dgm:prSet presAssocID="{E3377172-0731-48E0-8B02-C07EDDA58F1D}" presName="hierChild4" presStyleCnt="0"/>
      <dgm:spPr/>
    </dgm:pt>
    <dgm:pt modelId="{2DB080F5-7D50-4B67-A8A8-372C5BE61D4E}" type="pres">
      <dgm:prSet presAssocID="{E3377172-0731-48E0-8B02-C07EDDA58F1D}" presName="hierChild5" presStyleCnt="0"/>
      <dgm:spPr/>
    </dgm:pt>
    <dgm:pt modelId="{791B5126-FD97-4CEA-83DD-A43DADF5368A}" type="pres">
      <dgm:prSet presAssocID="{4968780D-948D-4324-BAB2-337026F364C6}" presName="hierChild3" presStyleCnt="0"/>
      <dgm:spPr/>
    </dgm:pt>
  </dgm:ptLst>
  <dgm:cxnLst>
    <dgm:cxn modelId="{C3369027-648B-4944-B287-52D8D617BDD9}" srcId="{4968780D-948D-4324-BAB2-337026F364C6}" destId="{B5FFE56F-9DE8-4BA7-B19D-97890E117E20}" srcOrd="1" destOrd="0" parTransId="{46ACA2C8-5AC2-44B4-A04F-AF176520C27E}" sibTransId="{DB249993-A0F0-45C9-A153-BB95ABB404D1}"/>
    <dgm:cxn modelId="{0DDBB13A-7614-4A3D-9557-25D745C37298}" srcId="{4968780D-948D-4324-BAB2-337026F364C6}" destId="{E3377172-0731-48E0-8B02-C07EDDA58F1D}" srcOrd="2" destOrd="0" parTransId="{E598272F-8249-4E85-8C8B-B2793F310DB6}" sibTransId="{DA28543C-A1A1-4E94-9A9F-2B891D9F505C}"/>
    <dgm:cxn modelId="{11FF9C55-AF70-419C-944E-AAB7621372EF}" type="presOf" srcId="{B5FFE56F-9DE8-4BA7-B19D-97890E117E20}" destId="{9D79137B-F909-40F9-95E5-6E57B695E7B6}" srcOrd="1" destOrd="0" presId="urn:microsoft.com/office/officeart/2005/8/layout/orgChart1"/>
    <dgm:cxn modelId="{22964A57-0968-4027-B568-1A9EFC4D6C77}" type="presOf" srcId="{B5FFE56F-9DE8-4BA7-B19D-97890E117E20}" destId="{B76EC391-8C51-4FE4-BEFC-B1F236CE0D8B}" srcOrd="0" destOrd="0" presId="urn:microsoft.com/office/officeart/2005/8/layout/orgChart1"/>
    <dgm:cxn modelId="{B784EC7E-E4AB-42AD-A866-9D292169F2CE}" type="presOf" srcId="{AFEF7B0F-0059-461A-A68B-0C463A2619BD}" destId="{C77CEA7A-9906-4F05-9C8F-B39DC0F04636}" srcOrd="1" destOrd="0" presId="urn:microsoft.com/office/officeart/2005/8/layout/orgChart1"/>
    <dgm:cxn modelId="{B328C590-1E4B-46ED-B030-C1A2587AA28A}" type="presOf" srcId="{AFEF7B0F-0059-461A-A68B-0C463A2619BD}" destId="{64A49BFB-9DD1-4B67-90B5-0FF01D79B3B2}" srcOrd="0" destOrd="0" presId="urn:microsoft.com/office/officeart/2005/8/layout/orgChart1"/>
    <dgm:cxn modelId="{C5639C92-ABB1-46EF-A2C8-E41F6CFF6F78}" srcId="{88548283-505A-4AFE-B859-7ABCF9924F04}" destId="{4968780D-948D-4324-BAB2-337026F364C6}" srcOrd="0" destOrd="0" parTransId="{F3DAB792-9EE8-444F-90ED-95533BD48BF5}" sibTransId="{6908ED0E-CBFA-421C-91E2-F6E27C253D9F}"/>
    <dgm:cxn modelId="{3AB818C1-6890-4E23-AB20-A156C0C31620}" srcId="{4968780D-948D-4324-BAB2-337026F364C6}" destId="{AFEF7B0F-0059-461A-A68B-0C463A2619BD}" srcOrd="0" destOrd="0" parTransId="{FA748D44-C7E3-44BC-896E-717207331A35}" sibTransId="{C436FC5E-81A4-4936-B30A-FA672B2DC6E3}"/>
    <dgm:cxn modelId="{A2A555C5-C022-426A-8AB0-20E576397D5E}" type="presOf" srcId="{4968780D-948D-4324-BAB2-337026F364C6}" destId="{EB167719-C522-40F8-98A4-C66781B0302A}" srcOrd="1" destOrd="0" presId="urn:microsoft.com/office/officeart/2005/8/layout/orgChart1"/>
    <dgm:cxn modelId="{72EC9CCD-153F-464D-820B-74C728738FB8}" type="presOf" srcId="{46ACA2C8-5AC2-44B4-A04F-AF176520C27E}" destId="{208CEB4C-61AF-4AA4-ABD4-239905AA2BC4}" srcOrd="0" destOrd="0" presId="urn:microsoft.com/office/officeart/2005/8/layout/orgChart1"/>
    <dgm:cxn modelId="{7E3C1EDD-1E65-49AC-AD4A-1A0C56D399B7}" type="presOf" srcId="{4968780D-948D-4324-BAB2-337026F364C6}" destId="{A586E455-5AA2-4E6F-9FA1-A610801FFF50}" srcOrd="0" destOrd="0" presId="urn:microsoft.com/office/officeart/2005/8/layout/orgChart1"/>
    <dgm:cxn modelId="{F09D82E2-E73C-4ED5-A129-E0085BE1BEFD}" type="presOf" srcId="{88548283-505A-4AFE-B859-7ABCF9924F04}" destId="{ADB66E95-F2D1-4842-AA17-F08BF1F0CB4A}" srcOrd="0" destOrd="0" presId="urn:microsoft.com/office/officeart/2005/8/layout/orgChart1"/>
    <dgm:cxn modelId="{EB1BDBE9-1A3B-403A-A491-27D72AF277F5}" type="presOf" srcId="{E598272F-8249-4E85-8C8B-B2793F310DB6}" destId="{D93BADB2-E956-4A6C-B279-FAF026647462}" srcOrd="0" destOrd="0" presId="urn:microsoft.com/office/officeart/2005/8/layout/orgChart1"/>
    <dgm:cxn modelId="{815531EB-2502-4C26-B34E-D0FD31E7079A}" type="presOf" srcId="{E3377172-0731-48E0-8B02-C07EDDA58F1D}" destId="{61758A8C-40E1-4768-B2A7-51CBBE666B22}" srcOrd="0" destOrd="0" presId="urn:microsoft.com/office/officeart/2005/8/layout/orgChart1"/>
    <dgm:cxn modelId="{25A6F3F4-134F-47AF-B079-458BE62C3978}" type="presOf" srcId="{E3377172-0731-48E0-8B02-C07EDDA58F1D}" destId="{2232C185-0743-4CF3-B373-2EA2F4FA2636}" srcOrd="1" destOrd="0" presId="urn:microsoft.com/office/officeart/2005/8/layout/orgChart1"/>
    <dgm:cxn modelId="{985934FC-0BF6-42A7-B58D-7A7B3D34BB5B}" type="presOf" srcId="{FA748D44-C7E3-44BC-896E-717207331A35}" destId="{CD9E7193-5C54-4B47-8365-6ACC47F1580C}" srcOrd="0" destOrd="0" presId="urn:microsoft.com/office/officeart/2005/8/layout/orgChart1"/>
    <dgm:cxn modelId="{07F746B3-1041-4F31-BBFD-BB51F2B44D6E}" type="presParOf" srcId="{ADB66E95-F2D1-4842-AA17-F08BF1F0CB4A}" destId="{9CBA7844-499F-47BE-B841-44127D87AB3C}" srcOrd="0" destOrd="0" presId="urn:microsoft.com/office/officeart/2005/8/layout/orgChart1"/>
    <dgm:cxn modelId="{93A3B75F-03B5-4376-BBAC-D42E83E0DCD7}" type="presParOf" srcId="{9CBA7844-499F-47BE-B841-44127D87AB3C}" destId="{0EFFD05C-7315-4498-BC06-B95A36BF3F8B}" srcOrd="0" destOrd="0" presId="urn:microsoft.com/office/officeart/2005/8/layout/orgChart1"/>
    <dgm:cxn modelId="{B689F5C4-7321-4161-96B4-B2BB0F3E4987}" type="presParOf" srcId="{0EFFD05C-7315-4498-BC06-B95A36BF3F8B}" destId="{A586E455-5AA2-4E6F-9FA1-A610801FFF50}" srcOrd="0" destOrd="0" presId="urn:microsoft.com/office/officeart/2005/8/layout/orgChart1"/>
    <dgm:cxn modelId="{D4299C6C-DBE4-4023-B57B-44D7CCF235EE}" type="presParOf" srcId="{0EFFD05C-7315-4498-BC06-B95A36BF3F8B}" destId="{EB167719-C522-40F8-98A4-C66781B0302A}" srcOrd="1" destOrd="0" presId="urn:microsoft.com/office/officeart/2005/8/layout/orgChart1"/>
    <dgm:cxn modelId="{70940862-2A38-46E2-A0A5-C4DFA70D3132}" type="presParOf" srcId="{9CBA7844-499F-47BE-B841-44127D87AB3C}" destId="{4AAE5AB8-1E72-48A6-9877-B1576880B825}" srcOrd="1" destOrd="0" presId="urn:microsoft.com/office/officeart/2005/8/layout/orgChart1"/>
    <dgm:cxn modelId="{C97541AC-FCE3-468A-9463-DC158FFFA21A}" type="presParOf" srcId="{4AAE5AB8-1E72-48A6-9877-B1576880B825}" destId="{CD9E7193-5C54-4B47-8365-6ACC47F1580C}" srcOrd="0" destOrd="0" presId="urn:microsoft.com/office/officeart/2005/8/layout/orgChart1"/>
    <dgm:cxn modelId="{A7D3A705-2D0B-4F36-A401-A7723F5AA454}" type="presParOf" srcId="{4AAE5AB8-1E72-48A6-9877-B1576880B825}" destId="{ADCDD84B-7BA3-4C49-855B-BED58FC4611F}" srcOrd="1" destOrd="0" presId="urn:microsoft.com/office/officeart/2005/8/layout/orgChart1"/>
    <dgm:cxn modelId="{B5F16AB2-9B24-492F-A0D6-652871B7AECF}" type="presParOf" srcId="{ADCDD84B-7BA3-4C49-855B-BED58FC4611F}" destId="{0A33D051-4A67-4335-96CB-2BDF005ABD36}" srcOrd="0" destOrd="0" presId="urn:microsoft.com/office/officeart/2005/8/layout/orgChart1"/>
    <dgm:cxn modelId="{EB7B4779-F0D9-4964-9956-AB0B3AA06CFF}" type="presParOf" srcId="{0A33D051-4A67-4335-96CB-2BDF005ABD36}" destId="{64A49BFB-9DD1-4B67-90B5-0FF01D79B3B2}" srcOrd="0" destOrd="0" presId="urn:microsoft.com/office/officeart/2005/8/layout/orgChart1"/>
    <dgm:cxn modelId="{0D453345-689F-4324-BF13-1971BCD50A5B}" type="presParOf" srcId="{0A33D051-4A67-4335-96CB-2BDF005ABD36}" destId="{C77CEA7A-9906-4F05-9C8F-B39DC0F04636}" srcOrd="1" destOrd="0" presId="urn:microsoft.com/office/officeart/2005/8/layout/orgChart1"/>
    <dgm:cxn modelId="{A621F068-8AB2-44C1-894D-6B16F77F45CC}" type="presParOf" srcId="{ADCDD84B-7BA3-4C49-855B-BED58FC4611F}" destId="{C336F90F-AE79-45C2-B8DD-F90FA2500843}" srcOrd="1" destOrd="0" presId="urn:microsoft.com/office/officeart/2005/8/layout/orgChart1"/>
    <dgm:cxn modelId="{00B416F5-432D-4974-944E-C31DDBB031D4}" type="presParOf" srcId="{ADCDD84B-7BA3-4C49-855B-BED58FC4611F}" destId="{4F6F40DA-BBF5-4C35-84E8-09EA6E0212C7}" srcOrd="2" destOrd="0" presId="urn:microsoft.com/office/officeart/2005/8/layout/orgChart1"/>
    <dgm:cxn modelId="{3CF1E962-19F8-4CC7-B3A2-7850994214BC}" type="presParOf" srcId="{4AAE5AB8-1E72-48A6-9877-B1576880B825}" destId="{208CEB4C-61AF-4AA4-ABD4-239905AA2BC4}" srcOrd="2" destOrd="0" presId="urn:microsoft.com/office/officeart/2005/8/layout/orgChart1"/>
    <dgm:cxn modelId="{F9D4E4D0-4FCF-41E7-93C9-B42A2B9D219E}" type="presParOf" srcId="{4AAE5AB8-1E72-48A6-9877-B1576880B825}" destId="{C9B20DA5-C492-46FE-80F8-B8E994DFDAF3}" srcOrd="3" destOrd="0" presId="urn:microsoft.com/office/officeart/2005/8/layout/orgChart1"/>
    <dgm:cxn modelId="{8DDCD10A-4067-448D-92E0-18A871E76BA6}" type="presParOf" srcId="{C9B20DA5-C492-46FE-80F8-B8E994DFDAF3}" destId="{02DF680B-0007-4BB7-A1EF-51CFAA008EC5}" srcOrd="0" destOrd="0" presId="urn:microsoft.com/office/officeart/2005/8/layout/orgChart1"/>
    <dgm:cxn modelId="{FDA5AF37-44E4-470D-8089-59B5351ECF59}" type="presParOf" srcId="{02DF680B-0007-4BB7-A1EF-51CFAA008EC5}" destId="{B76EC391-8C51-4FE4-BEFC-B1F236CE0D8B}" srcOrd="0" destOrd="0" presId="urn:microsoft.com/office/officeart/2005/8/layout/orgChart1"/>
    <dgm:cxn modelId="{3189D4E2-5FEF-4570-8908-AA7B125D3E94}" type="presParOf" srcId="{02DF680B-0007-4BB7-A1EF-51CFAA008EC5}" destId="{9D79137B-F909-40F9-95E5-6E57B695E7B6}" srcOrd="1" destOrd="0" presId="urn:microsoft.com/office/officeart/2005/8/layout/orgChart1"/>
    <dgm:cxn modelId="{10651D3D-96D1-4974-B6AA-265112018E2E}" type="presParOf" srcId="{C9B20DA5-C492-46FE-80F8-B8E994DFDAF3}" destId="{B945023A-0CE7-4BF8-9289-4AE278BA9A9C}" srcOrd="1" destOrd="0" presId="urn:microsoft.com/office/officeart/2005/8/layout/orgChart1"/>
    <dgm:cxn modelId="{7020E288-BD5C-47B4-A5EE-660250FD2497}" type="presParOf" srcId="{C9B20DA5-C492-46FE-80F8-B8E994DFDAF3}" destId="{FD098F4D-2304-4AF1-BB73-E95F7F205BE8}" srcOrd="2" destOrd="0" presId="urn:microsoft.com/office/officeart/2005/8/layout/orgChart1"/>
    <dgm:cxn modelId="{6AB94D49-6273-4CD9-90F0-F218B80F058E}" type="presParOf" srcId="{4AAE5AB8-1E72-48A6-9877-B1576880B825}" destId="{D93BADB2-E956-4A6C-B279-FAF026647462}" srcOrd="4" destOrd="0" presId="urn:microsoft.com/office/officeart/2005/8/layout/orgChart1"/>
    <dgm:cxn modelId="{58EBFC1E-C944-4601-B4ED-F4ED4F701D2E}" type="presParOf" srcId="{4AAE5AB8-1E72-48A6-9877-B1576880B825}" destId="{FB65E41F-11CA-4282-AF06-2D4329D77137}" srcOrd="5" destOrd="0" presId="urn:microsoft.com/office/officeart/2005/8/layout/orgChart1"/>
    <dgm:cxn modelId="{FC96C6D7-5D02-4DA1-89C1-185C0D39D658}" type="presParOf" srcId="{FB65E41F-11CA-4282-AF06-2D4329D77137}" destId="{6B8296C4-E638-4CD1-AD24-9104B00CC8BA}" srcOrd="0" destOrd="0" presId="urn:microsoft.com/office/officeart/2005/8/layout/orgChart1"/>
    <dgm:cxn modelId="{B19DFA90-ED8D-4E98-841E-9C9BEA36D267}" type="presParOf" srcId="{6B8296C4-E638-4CD1-AD24-9104B00CC8BA}" destId="{61758A8C-40E1-4768-B2A7-51CBBE666B22}" srcOrd="0" destOrd="0" presId="urn:microsoft.com/office/officeart/2005/8/layout/orgChart1"/>
    <dgm:cxn modelId="{EB310766-8046-4B81-8B51-BAA8FAFF15F9}" type="presParOf" srcId="{6B8296C4-E638-4CD1-AD24-9104B00CC8BA}" destId="{2232C185-0743-4CF3-B373-2EA2F4FA2636}" srcOrd="1" destOrd="0" presId="urn:microsoft.com/office/officeart/2005/8/layout/orgChart1"/>
    <dgm:cxn modelId="{AD4C0E46-7DE7-4BEF-86B8-C8FF73842E7D}" type="presParOf" srcId="{FB65E41F-11CA-4282-AF06-2D4329D77137}" destId="{A7C87857-E403-46D7-93C4-5B638CC6A747}" srcOrd="1" destOrd="0" presId="urn:microsoft.com/office/officeart/2005/8/layout/orgChart1"/>
    <dgm:cxn modelId="{5D50DCB6-D193-4AA6-8639-A549D6ED5A91}" type="presParOf" srcId="{FB65E41F-11CA-4282-AF06-2D4329D77137}" destId="{2DB080F5-7D50-4B67-A8A8-372C5BE61D4E}" srcOrd="2" destOrd="0" presId="urn:microsoft.com/office/officeart/2005/8/layout/orgChart1"/>
    <dgm:cxn modelId="{7AE6D29B-02CB-4235-87EB-44BD1E692BBF}" type="presParOf" srcId="{9CBA7844-499F-47BE-B841-44127D87AB3C}" destId="{791B5126-FD97-4CEA-83DD-A43DADF5368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2D7202B0-A3D3-4A62-8892-FE44C5B4EB9A}" type="doc">
      <dgm:prSet loTypeId="urn:microsoft.com/office/officeart/2005/8/layout/orgChart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D909FC-F990-427C-AB21-3417B18D9D83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25154376-C54B-45A3-A9D4-76D69DD294D8}" type="parTrans" cxnId="{E88BF9FC-5A29-4093-841D-E7B5CCC96318}">
      <dgm:prSet/>
      <dgm:spPr/>
    </dgm:pt>
    <dgm:pt modelId="{808602D3-32B3-4C01-A16A-5B5B21B92468}" type="sibTrans" cxnId="{E88BF9FC-5A29-4093-841D-E7B5CCC96318}">
      <dgm:prSet/>
      <dgm:spPr/>
    </dgm:pt>
    <dgm:pt modelId="{4E84F65E-8FBE-4C34-8E80-69192DA3D9CA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325F1205-7AB9-45A6-931D-986B2496DE81}" type="parTrans" cxnId="{A5DFB748-C2B4-499B-AEB1-40735E62B569}">
      <dgm:prSet/>
      <dgm:spPr/>
    </dgm:pt>
    <dgm:pt modelId="{FFABB4C6-211D-4324-A488-6DCCF1810429}" type="sibTrans" cxnId="{A5DFB748-C2B4-499B-AEB1-40735E62B569}">
      <dgm:prSet/>
      <dgm:spPr/>
    </dgm:pt>
    <dgm:pt modelId="{8FE61AB5-726E-462A-955A-CDC6C2FB9448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7E25827-907D-48C0-B0E3-46FDCDEC4E8B}" type="parTrans" cxnId="{20230363-EFB8-4E5F-97C7-9C61ADED87D2}">
      <dgm:prSet/>
      <dgm:spPr/>
    </dgm:pt>
    <dgm:pt modelId="{DA53CF65-ADB7-4343-B919-F6E71B7B829B}" type="sibTrans" cxnId="{20230363-EFB8-4E5F-97C7-9C61ADED87D2}">
      <dgm:prSet/>
      <dgm:spPr/>
    </dgm:pt>
    <dgm:pt modelId="{17765792-C8C9-4B7D-B1B9-6DB1E86C40CC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86698AF7-4ED4-4412-BF68-E4BEB77554AF}" type="parTrans" cxnId="{3FDAAFDD-227F-44CF-A13C-AEF6B7B8508B}">
      <dgm:prSet/>
      <dgm:spPr/>
    </dgm:pt>
    <dgm:pt modelId="{9A520449-6DEA-4BAF-A0A0-F726B73FC5E7}" type="sibTrans" cxnId="{3FDAAFDD-227F-44CF-A13C-AEF6B7B8508B}">
      <dgm:prSet/>
      <dgm:spPr/>
    </dgm:pt>
    <dgm:pt modelId="{BCB9B8A8-93E7-4661-928C-2F59915B6C88}" type="pres">
      <dgm:prSet presAssocID="{2D7202B0-A3D3-4A62-8892-FE44C5B4EB9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0C72CAA-A0E2-4465-BD8A-5D8FE933EE33}" type="pres">
      <dgm:prSet presAssocID="{31D909FC-F990-427C-AB21-3417B18D9D83}" presName="hierRoot1" presStyleCnt="0">
        <dgm:presLayoutVars>
          <dgm:hierBranch val="init"/>
        </dgm:presLayoutVars>
      </dgm:prSet>
      <dgm:spPr/>
    </dgm:pt>
    <dgm:pt modelId="{34DFF0C6-4A7E-4871-B3DA-48FE97CA0F75}" type="pres">
      <dgm:prSet presAssocID="{31D909FC-F990-427C-AB21-3417B18D9D83}" presName="rootComposite1" presStyleCnt="0"/>
      <dgm:spPr/>
    </dgm:pt>
    <dgm:pt modelId="{E9C19663-AAEC-494F-9EAC-DB596903ED51}" type="pres">
      <dgm:prSet presAssocID="{31D909FC-F990-427C-AB21-3417B18D9D83}" presName="rootText1" presStyleLbl="node0" presStyleIdx="0" presStyleCnt="1">
        <dgm:presLayoutVars>
          <dgm:chPref val="3"/>
        </dgm:presLayoutVars>
      </dgm:prSet>
      <dgm:spPr/>
    </dgm:pt>
    <dgm:pt modelId="{D66226D6-9DC5-48AC-8CA9-1A20CA21AFBD}" type="pres">
      <dgm:prSet presAssocID="{31D909FC-F990-427C-AB21-3417B18D9D83}" presName="rootConnector1" presStyleLbl="node1" presStyleIdx="0" presStyleCnt="0"/>
      <dgm:spPr/>
    </dgm:pt>
    <dgm:pt modelId="{C811369B-B92E-459B-B3C1-6C10377FF460}" type="pres">
      <dgm:prSet presAssocID="{31D909FC-F990-427C-AB21-3417B18D9D83}" presName="hierChild2" presStyleCnt="0"/>
      <dgm:spPr/>
    </dgm:pt>
    <dgm:pt modelId="{A8570777-9DC3-4213-B1EE-0251FD1045AB}" type="pres">
      <dgm:prSet presAssocID="{325F1205-7AB9-45A6-931D-986B2496DE81}" presName="Name37" presStyleLbl="parChTrans1D2" presStyleIdx="0" presStyleCnt="3"/>
      <dgm:spPr/>
    </dgm:pt>
    <dgm:pt modelId="{4A187184-2605-4815-84D9-D515749FC2F1}" type="pres">
      <dgm:prSet presAssocID="{4E84F65E-8FBE-4C34-8E80-69192DA3D9CA}" presName="hierRoot2" presStyleCnt="0">
        <dgm:presLayoutVars>
          <dgm:hierBranch val="init"/>
        </dgm:presLayoutVars>
      </dgm:prSet>
      <dgm:spPr/>
    </dgm:pt>
    <dgm:pt modelId="{415905BE-4918-414F-9BB4-B177766EC8B4}" type="pres">
      <dgm:prSet presAssocID="{4E84F65E-8FBE-4C34-8E80-69192DA3D9CA}" presName="rootComposite" presStyleCnt="0"/>
      <dgm:spPr/>
    </dgm:pt>
    <dgm:pt modelId="{5187134E-0950-433D-932F-2316B59DC942}" type="pres">
      <dgm:prSet presAssocID="{4E84F65E-8FBE-4C34-8E80-69192DA3D9CA}" presName="rootText" presStyleLbl="node2" presStyleIdx="0" presStyleCnt="3">
        <dgm:presLayoutVars>
          <dgm:chPref val="3"/>
        </dgm:presLayoutVars>
      </dgm:prSet>
      <dgm:spPr/>
    </dgm:pt>
    <dgm:pt modelId="{2960AEF8-8967-4F5F-B598-74622DA08E6C}" type="pres">
      <dgm:prSet presAssocID="{4E84F65E-8FBE-4C34-8E80-69192DA3D9CA}" presName="rootConnector" presStyleLbl="node2" presStyleIdx="0" presStyleCnt="3"/>
      <dgm:spPr/>
    </dgm:pt>
    <dgm:pt modelId="{69F1B8A2-6F60-4B99-970E-863CE46692F4}" type="pres">
      <dgm:prSet presAssocID="{4E84F65E-8FBE-4C34-8E80-69192DA3D9CA}" presName="hierChild4" presStyleCnt="0"/>
      <dgm:spPr/>
    </dgm:pt>
    <dgm:pt modelId="{741EAA44-63AA-45A0-BC95-028439B457BA}" type="pres">
      <dgm:prSet presAssocID="{4E84F65E-8FBE-4C34-8E80-69192DA3D9CA}" presName="hierChild5" presStyleCnt="0"/>
      <dgm:spPr/>
    </dgm:pt>
    <dgm:pt modelId="{5B26A817-8A1C-4289-B006-6AC163B9B49A}" type="pres">
      <dgm:prSet presAssocID="{D7E25827-907D-48C0-B0E3-46FDCDEC4E8B}" presName="Name37" presStyleLbl="parChTrans1D2" presStyleIdx="1" presStyleCnt="3"/>
      <dgm:spPr/>
    </dgm:pt>
    <dgm:pt modelId="{C0B7AACB-7629-4AAD-A06F-EE59440D6D70}" type="pres">
      <dgm:prSet presAssocID="{8FE61AB5-726E-462A-955A-CDC6C2FB9448}" presName="hierRoot2" presStyleCnt="0">
        <dgm:presLayoutVars>
          <dgm:hierBranch val="init"/>
        </dgm:presLayoutVars>
      </dgm:prSet>
      <dgm:spPr/>
    </dgm:pt>
    <dgm:pt modelId="{C3CC8EC9-E4F9-48A0-AC2A-A3EA9A10C07E}" type="pres">
      <dgm:prSet presAssocID="{8FE61AB5-726E-462A-955A-CDC6C2FB9448}" presName="rootComposite" presStyleCnt="0"/>
      <dgm:spPr/>
    </dgm:pt>
    <dgm:pt modelId="{470D8EFE-904A-42C3-B1C5-B72330616AE6}" type="pres">
      <dgm:prSet presAssocID="{8FE61AB5-726E-462A-955A-CDC6C2FB9448}" presName="rootText" presStyleLbl="node2" presStyleIdx="1" presStyleCnt="3">
        <dgm:presLayoutVars>
          <dgm:chPref val="3"/>
        </dgm:presLayoutVars>
      </dgm:prSet>
      <dgm:spPr/>
    </dgm:pt>
    <dgm:pt modelId="{EC38EB9A-1E59-412E-87CC-B1A0181F2CAF}" type="pres">
      <dgm:prSet presAssocID="{8FE61AB5-726E-462A-955A-CDC6C2FB9448}" presName="rootConnector" presStyleLbl="node2" presStyleIdx="1" presStyleCnt="3"/>
      <dgm:spPr/>
    </dgm:pt>
    <dgm:pt modelId="{8AE2179F-BF68-4A66-A2AE-E9C4733AC853}" type="pres">
      <dgm:prSet presAssocID="{8FE61AB5-726E-462A-955A-CDC6C2FB9448}" presName="hierChild4" presStyleCnt="0"/>
      <dgm:spPr/>
    </dgm:pt>
    <dgm:pt modelId="{B6EADD3C-FE8F-458F-AFA0-AA6E7CEC1C39}" type="pres">
      <dgm:prSet presAssocID="{8FE61AB5-726E-462A-955A-CDC6C2FB9448}" presName="hierChild5" presStyleCnt="0"/>
      <dgm:spPr/>
    </dgm:pt>
    <dgm:pt modelId="{A9A09626-AA22-414C-B96C-95D9B8F1604B}" type="pres">
      <dgm:prSet presAssocID="{86698AF7-4ED4-4412-BF68-E4BEB77554AF}" presName="Name37" presStyleLbl="parChTrans1D2" presStyleIdx="2" presStyleCnt="3"/>
      <dgm:spPr/>
    </dgm:pt>
    <dgm:pt modelId="{5C4A0B2D-D483-4687-B6FD-9D9D4FF23BA1}" type="pres">
      <dgm:prSet presAssocID="{17765792-C8C9-4B7D-B1B9-6DB1E86C40CC}" presName="hierRoot2" presStyleCnt="0">
        <dgm:presLayoutVars>
          <dgm:hierBranch val="init"/>
        </dgm:presLayoutVars>
      </dgm:prSet>
      <dgm:spPr/>
    </dgm:pt>
    <dgm:pt modelId="{AA5A4AF0-47DF-4A3C-BECF-9D630C527FE6}" type="pres">
      <dgm:prSet presAssocID="{17765792-C8C9-4B7D-B1B9-6DB1E86C40CC}" presName="rootComposite" presStyleCnt="0"/>
      <dgm:spPr/>
    </dgm:pt>
    <dgm:pt modelId="{73D480E9-1979-402B-A8A8-692E7F8E37C0}" type="pres">
      <dgm:prSet presAssocID="{17765792-C8C9-4B7D-B1B9-6DB1E86C40CC}" presName="rootText" presStyleLbl="node2" presStyleIdx="2" presStyleCnt="3">
        <dgm:presLayoutVars>
          <dgm:chPref val="3"/>
        </dgm:presLayoutVars>
      </dgm:prSet>
      <dgm:spPr/>
    </dgm:pt>
    <dgm:pt modelId="{7CE12914-A820-4D93-8127-6ECF9F59C7E8}" type="pres">
      <dgm:prSet presAssocID="{17765792-C8C9-4B7D-B1B9-6DB1E86C40CC}" presName="rootConnector" presStyleLbl="node2" presStyleIdx="2" presStyleCnt="3"/>
      <dgm:spPr/>
    </dgm:pt>
    <dgm:pt modelId="{DE63F47E-E848-4BCF-BB9B-22D0D62FDDCA}" type="pres">
      <dgm:prSet presAssocID="{17765792-C8C9-4B7D-B1B9-6DB1E86C40CC}" presName="hierChild4" presStyleCnt="0"/>
      <dgm:spPr/>
    </dgm:pt>
    <dgm:pt modelId="{6ECA9793-1C72-496D-B7A1-4AF3EBC61270}" type="pres">
      <dgm:prSet presAssocID="{17765792-C8C9-4B7D-B1B9-6DB1E86C40CC}" presName="hierChild5" presStyleCnt="0"/>
      <dgm:spPr/>
    </dgm:pt>
    <dgm:pt modelId="{4EAFF4E7-AF7C-4760-ABC8-D852DA8FEC34}" type="pres">
      <dgm:prSet presAssocID="{31D909FC-F990-427C-AB21-3417B18D9D83}" presName="hierChild3" presStyleCnt="0"/>
      <dgm:spPr/>
    </dgm:pt>
  </dgm:ptLst>
  <dgm:cxnLst>
    <dgm:cxn modelId="{F70C3E0C-30E1-4B75-BEE0-12EA94486F88}" type="presOf" srcId="{17765792-C8C9-4B7D-B1B9-6DB1E86C40CC}" destId="{73D480E9-1979-402B-A8A8-692E7F8E37C0}" srcOrd="0" destOrd="0" presId="urn:microsoft.com/office/officeart/2005/8/layout/orgChart1"/>
    <dgm:cxn modelId="{B19F150D-9356-4B30-839F-D32A4A5532AD}" type="presOf" srcId="{31D909FC-F990-427C-AB21-3417B18D9D83}" destId="{E9C19663-AAEC-494F-9EAC-DB596903ED51}" srcOrd="0" destOrd="0" presId="urn:microsoft.com/office/officeart/2005/8/layout/orgChart1"/>
    <dgm:cxn modelId="{E03B7419-CE65-4BA5-8EED-36218E9BC6F6}" type="presOf" srcId="{2D7202B0-A3D3-4A62-8892-FE44C5B4EB9A}" destId="{BCB9B8A8-93E7-4661-928C-2F59915B6C88}" srcOrd="0" destOrd="0" presId="urn:microsoft.com/office/officeart/2005/8/layout/orgChart1"/>
    <dgm:cxn modelId="{FE9F2420-5747-434A-BFEB-F47A84CAB23A}" type="presOf" srcId="{4E84F65E-8FBE-4C34-8E80-69192DA3D9CA}" destId="{2960AEF8-8967-4F5F-B598-74622DA08E6C}" srcOrd="1" destOrd="0" presId="urn:microsoft.com/office/officeart/2005/8/layout/orgChart1"/>
    <dgm:cxn modelId="{9C7F8C34-D976-4B75-813F-76EF4CCA7850}" type="presOf" srcId="{17765792-C8C9-4B7D-B1B9-6DB1E86C40CC}" destId="{7CE12914-A820-4D93-8127-6ECF9F59C7E8}" srcOrd="1" destOrd="0" presId="urn:microsoft.com/office/officeart/2005/8/layout/orgChart1"/>
    <dgm:cxn modelId="{9E45D435-0FA3-49E3-B6EE-AB8F63E6DB99}" type="presOf" srcId="{D7E25827-907D-48C0-B0E3-46FDCDEC4E8B}" destId="{5B26A817-8A1C-4289-B006-6AC163B9B49A}" srcOrd="0" destOrd="0" presId="urn:microsoft.com/office/officeart/2005/8/layout/orgChart1"/>
    <dgm:cxn modelId="{20230363-EFB8-4E5F-97C7-9C61ADED87D2}" srcId="{31D909FC-F990-427C-AB21-3417B18D9D83}" destId="{8FE61AB5-726E-462A-955A-CDC6C2FB9448}" srcOrd="1" destOrd="0" parTransId="{D7E25827-907D-48C0-B0E3-46FDCDEC4E8B}" sibTransId="{DA53CF65-ADB7-4343-B919-F6E71B7B829B}"/>
    <dgm:cxn modelId="{5203F567-677C-4865-9D03-C357D9EABF6A}" type="presOf" srcId="{86698AF7-4ED4-4412-BF68-E4BEB77554AF}" destId="{A9A09626-AA22-414C-B96C-95D9B8F1604B}" srcOrd="0" destOrd="0" presId="urn:microsoft.com/office/officeart/2005/8/layout/orgChart1"/>
    <dgm:cxn modelId="{A5DFB748-C2B4-499B-AEB1-40735E62B569}" srcId="{31D909FC-F990-427C-AB21-3417B18D9D83}" destId="{4E84F65E-8FBE-4C34-8E80-69192DA3D9CA}" srcOrd="0" destOrd="0" parTransId="{325F1205-7AB9-45A6-931D-986B2496DE81}" sibTransId="{FFABB4C6-211D-4324-A488-6DCCF1810429}"/>
    <dgm:cxn modelId="{10BAC481-47D1-401E-9B5C-2F0CEBA4A547}" type="presOf" srcId="{8FE61AB5-726E-462A-955A-CDC6C2FB9448}" destId="{470D8EFE-904A-42C3-B1C5-B72330616AE6}" srcOrd="0" destOrd="0" presId="urn:microsoft.com/office/officeart/2005/8/layout/orgChart1"/>
    <dgm:cxn modelId="{6C8CCD8A-2A54-42DC-9ABD-6F23D4E1C4CB}" type="presOf" srcId="{31D909FC-F990-427C-AB21-3417B18D9D83}" destId="{D66226D6-9DC5-48AC-8CA9-1A20CA21AFBD}" srcOrd="1" destOrd="0" presId="urn:microsoft.com/office/officeart/2005/8/layout/orgChart1"/>
    <dgm:cxn modelId="{3FDAAFDD-227F-44CF-A13C-AEF6B7B8508B}" srcId="{31D909FC-F990-427C-AB21-3417B18D9D83}" destId="{17765792-C8C9-4B7D-B1B9-6DB1E86C40CC}" srcOrd="2" destOrd="0" parTransId="{86698AF7-4ED4-4412-BF68-E4BEB77554AF}" sibTransId="{9A520449-6DEA-4BAF-A0A0-F726B73FC5E7}"/>
    <dgm:cxn modelId="{733DC7DE-D709-45D6-987A-B27DB4A6765F}" type="presOf" srcId="{8FE61AB5-726E-462A-955A-CDC6C2FB9448}" destId="{EC38EB9A-1E59-412E-87CC-B1A0181F2CAF}" srcOrd="1" destOrd="0" presId="urn:microsoft.com/office/officeart/2005/8/layout/orgChart1"/>
    <dgm:cxn modelId="{FE5F5BEE-2DD3-43D4-B573-F1FCC5FC9AB0}" type="presOf" srcId="{325F1205-7AB9-45A6-931D-986B2496DE81}" destId="{A8570777-9DC3-4213-B1EE-0251FD1045AB}" srcOrd="0" destOrd="0" presId="urn:microsoft.com/office/officeart/2005/8/layout/orgChart1"/>
    <dgm:cxn modelId="{16D81EFB-3744-419F-993E-03CC4525697C}" type="presOf" srcId="{4E84F65E-8FBE-4C34-8E80-69192DA3D9CA}" destId="{5187134E-0950-433D-932F-2316B59DC942}" srcOrd="0" destOrd="0" presId="urn:microsoft.com/office/officeart/2005/8/layout/orgChart1"/>
    <dgm:cxn modelId="{E88BF9FC-5A29-4093-841D-E7B5CCC96318}" srcId="{2D7202B0-A3D3-4A62-8892-FE44C5B4EB9A}" destId="{31D909FC-F990-427C-AB21-3417B18D9D83}" srcOrd="0" destOrd="0" parTransId="{25154376-C54B-45A3-A9D4-76D69DD294D8}" sibTransId="{808602D3-32B3-4C01-A16A-5B5B21B92468}"/>
    <dgm:cxn modelId="{1A31C8FB-2A65-401E-AF04-41771CEF8CC6}" type="presParOf" srcId="{BCB9B8A8-93E7-4661-928C-2F59915B6C88}" destId="{00C72CAA-A0E2-4465-BD8A-5D8FE933EE33}" srcOrd="0" destOrd="0" presId="urn:microsoft.com/office/officeart/2005/8/layout/orgChart1"/>
    <dgm:cxn modelId="{7FE6EA54-5E42-4CFC-8605-D2F09ED7424B}" type="presParOf" srcId="{00C72CAA-A0E2-4465-BD8A-5D8FE933EE33}" destId="{34DFF0C6-4A7E-4871-B3DA-48FE97CA0F75}" srcOrd="0" destOrd="0" presId="urn:microsoft.com/office/officeart/2005/8/layout/orgChart1"/>
    <dgm:cxn modelId="{E46F2723-4D47-43E3-8C2F-EB7B5DB2D5E2}" type="presParOf" srcId="{34DFF0C6-4A7E-4871-B3DA-48FE97CA0F75}" destId="{E9C19663-AAEC-494F-9EAC-DB596903ED51}" srcOrd="0" destOrd="0" presId="urn:microsoft.com/office/officeart/2005/8/layout/orgChart1"/>
    <dgm:cxn modelId="{5873493D-DBA8-4B5B-8819-8B626E18EB05}" type="presParOf" srcId="{34DFF0C6-4A7E-4871-B3DA-48FE97CA0F75}" destId="{D66226D6-9DC5-48AC-8CA9-1A20CA21AFBD}" srcOrd="1" destOrd="0" presId="urn:microsoft.com/office/officeart/2005/8/layout/orgChart1"/>
    <dgm:cxn modelId="{8E29DF75-7777-4D7E-B4AD-B7F5C3233731}" type="presParOf" srcId="{00C72CAA-A0E2-4465-BD8A-5D8FE933EE33}" destId="{C811369B-B92E-459B-B3C1-6C10377FF460}" srcOrd="1" destOrd="0" presId="urn:microsoft.com/office/officeart/2005/8/layout/orgChart1"/>
    <dgm:cxn modelId="{C30C5365-BF30-4C06-A7F5-718D5DAFB732}" type="presParOf" srcId="{C811369B-B92E-459B-B3C1-6C10377FF460}" destId="{A8570777-9DC3-4213-B1EE-0251FD1045AB}" srcOrd="0" destOrd="0" presId="urn:microsoft.com/office/officeart/2005/8/layout/orgChart1"/>
    <dgm:cxn modelId="{6D0CF706-3D6D-4AB9-801B-A0EB2AC84B57}" type="presParOf" srcId="{C811369B-B92E-459B-B3C1-6C10377FF460}" destId="{4A187184-2605-4815-84D9-D515749FC2F1}" srcOrd="1" destOrd="0" presId="urn:microsoft.com/office/officeart/2005/8/layout/orgChart1"/>
    <dgm:cxn modelId="{05187BE6-C455-47D6-B348-C07727295B01}" type="presParOf" srcId="{4A187184-2605-4815-84D9-D515749FC2F1}" destId="{415905BE-4918-414F-9BB4-B177766EC8B4}" srcOrd="0" destOrd="0" presId="urn:microsoft.com/office/officeart/2005/8/layout/orgChart1"/>
    <dgm:cxn modelId="{26388B1F-21F3-4E89-A328-DF10CE2EA25D}" type="presParOf" srcId="{415905BE-4918-414F-9BB4-B177766EC8B4}" destId="{5187134E-0950-433D-932F-2316B59DC942}" srcOrd="0" destOrd="0" presId="urn:microsoft.com/office/officeart/2005/8/layout/orgChart1"/>
    <dgm:cxn modelId="{8D579D77-2735-4FCA-AAA4-34AE52A1D537}" type="presParOf" srcId="{415905BE-4918-414F-9BB4-B177766EC8B4}" destId="{2960AEF8-8967-4F5F-B598-74622DA08E6C}" srcOrd="1" destOrd="0" presId="urn:microsoft.com/office/officeart/2005/8/layout/orgChart1"/>
    <dgm:cxn modelId="{F0C5A76F-172B-410F-83A6-0BDA3AED7D23}" type="presParOf" srcId="{4A187184-2605-4815-84D9-D515749FC2F1}" destId="{69F1B8A2-6F60-4B99-970E-863CE46692F4}" srcOrd="1" destOrd="0" presId="urn:microsoft.com/office/officeart/2005/8/layout/orgChart1"/>
    <dgm:cxn modelId="{E633C9B3-59B2-4810-A99B-4E9648C40345}" type="presParOf" srcId="{4A187184-2605-4815-84D9-D515749FC2F1}" destId="{741EAA44-63AA-45A0-BC95-028439B457BA}" srcOrd="2" destOrd="0" presId="urn:microsoft.com/office/officeart/2005/8/layout/orgChart1"/>
    <dgm:cxn modelId="{E2DCEA75-6800-4590-AC3D-F2F93EB29F7A}" type="presParOf" srcId="{C811369B-B92E-459B-B3C1-6C10377FF460}" destId="{5B26A817-8A1C-4289-B006-6AC163B9B49A}" srcOrd="2" destOrd="0" presId="urn:microsoft.com/office/officeart/2005/8/layout/orgChart1"/>
    <dgm:cxn modelId="{7B70DBF9-7A64-4479-B2F0-181CD66AB0D9}" type="presParOf" srcId="{C811369B-B92E-459B-B3C1-6C10377FF460}" destId="{C0B7AACB-7629-4AAD-A06F-EE59440D6D70}" srcOrd="3" destOrd="0" presId="urn:microsoft.com/office/officeart/2005/8/layout/orgChart1"/>
    <dgm:cxn modelId="{30F88204-1EB0-47EF-AC10-804A7E020B24}" type="presParOf" srcId="{C0B7AACB-7629-4AAD-A06F-EE59440D6D70}" destId="{C3CC8EC9-E4F9-48A0-AC2A-A3EA9A10C07E}" srcOrd="0" destOrd="0" presId="urn:microsoft.com/office/officeart/2005/8/layout/orgChart1"/>
    <dgm:cxn modelId="{726ABF7F-FAE7-43D0-B27F-5957D58D46CC}" type="presParOf" srcId="{C3CC8EC9-E4F9-48A0-AC2A-A3EA9A10C07E}" destId="{470D8EFE-904A-42C3-B1C5-B72330616AE6}" srcOrd="0" destOrd="0" presId="urn:microsoft.com/office/officeart/2005/8/layout/orgChart1"/>
    <dgm:cxn modelId="{7385B265-9009-4FFA-B8BA-3DEDF6603EFA}" type="presParOf" srcId="{C3CC8EC9-E4F9-48A0-AC2A-A3EA9A10C07E}" destId="{EC38EB9A-1E59-412E-87CC-B1A0181F2CAF}" srcOrd="1" destOrd="0" presId="urn:microsoft.com/office/officeart/2005/8/layout/orgChart1"/>
    <dgm:cxn modelId="{D6B6D58F-3BB7-4CE5-AFD0-82C8B6223D76}" type="presParOf" srcId="{C0B7AACB-7629-4AAD-A06F-EE59440D6D70}" destId="{8AE2179F-BF68-4A66-A2AE-E9C4733AC853}" srcOrd="1" destOrd="0" presId="urn:microsoft.com/office/officeart/2005/8/layout/orgChart1"/>
    <dgm:cxn modelId="{9AE436A6-94FD-40AC-A177-EF9BC58DA480}" type="presParOf" srcId="{C0B7AACB-7629-4AAD-A06F-EE59440D6D70}" destId="{B6EADD3C-FE8F-458F-AFA0-AA6E7CEC1C39}" srcOrd="2" destOrd="0" presId="urn:microsoft.com/office/officeart/2005/8/layout/orgChart1"/>
    <dgm:cxn modelId="{15DF0DD0-AD54-4374-99CD-67E561D58E51}" type="presParOf" srcId="{C811369B-B92E-459B-B3C1-6C10377FF460}" destId="{A9A09626-AA22-414C-B96C-95D9B8F1604B}" srcOrd="4" destOrd="0" presId="urn:microsoft.com/office/officeart/2005/8/layout/orgChart1"/>
    <dgm:cxn modelId="{4D368B5E-70AB-47B9-8D48-98BECA548679}" type="presParOf" srcId="{C811369B-B92E-459B-B3C1-6C10377FF460}" destId="{5C4A0B2D-D483-4687-B6FD-9D9D4FF23BA1}" srcOrd="5" destOrd="0" presId="urn:microsoft.com/office/officeart/2005/8/layout/orgChart1"/>
    <dgm:cxn modelId="{4C75EBD8-BA21-45AB-819D-432A22E9B6B6}" type="presParOf" srcId="{5C4A0B2D-D483-4687-B6FD-9D9D4FF23BA1}" destId="{AA5A4AF0-47DF-4A3C-BECF-9D630C527FE6}" srcOrd="0" destOrd="0" presId="urn:microsoft.com/office/officeart/2005/8/layout/orgChart1"/>
    <dgm:cxn modelId="{507CB746-14B1-4D51-B9CB-3F380B177C42}" type="presParOf" srcId="{AA5A4AF0-47DF-4A3C-BECF-9D630C527FE6}" destId="{73D480E9-1979-402B-A8A8-692E7F8E37C0}" srcOrd="0" destOrd="0" presId="urn:microsoft.com/office/officeart/2005/8/layout/orgChart1"/>
    <dgm:cxn modelId="{9E7F0B14-A64B-4D0C-8CD7-49C8EA4E2E65}" type="presParOf" srcId="{AA5A4AF0-47DF-4A3C-BECF-9D630C527FE6}" destId="{7CE12914-A820-4D93-8127-6ECF9F59C7E8}" srcOrd="1" destOrd="0" presId="urn:microsoft.com/office/officeart/2005/8/layout/orgChart1"/>
    <dgm:cxn modelId="{FC4B4E2C-4700-44D5-B43E-C2E1A9866A04}" type="presParOf" srcId="{5C4A0B2D-D483-4687-B6FD-9D9D4FF23BA1}" destId="{DE63F47E-E848-4BCF-BB9B-22D0D62FDDCA}" srcOrd="1" destOrd="0" presId="urn:microsoft.com/office/officeart/2005/8/layout/orgChart1"/>
    <dgm:cxn modelId="{3E3A3928-12C0-40EE-A4D7-4A9DD4F2FFFB}" type="presParOf" srcId="{5C4A0B2D-D483-4687-B6FD-9D9D4FF23BA1}" destId="{6ECA9793-1C72-496D-B7A1-4AF3EBC61270}" srcOrd="2" destOrd="0" presId="urn:microsoft.com/office/officeart/2005/8/layout/orgChart1"/>
    <dgm:cxn modelId="{5574725A-B3F8-40C9-A9D9-B6B9BC1AF3B0}" type="presParOf" srcId="{00C72CAA-A0E2-4465-BD8A-5D8FE933EE33}" destId="{4EAFF4E7-AF7C-4760-ABC8-D852DA8FEC3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7F62155E-3B84-4AD5-8DEA-8FB82C9A5F8F}" type="doc">
      <dgm:prSet loTypeId="urn:microsoft.com/office/officeart/2005/8/layout/orgChart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FD2A54-5787-4B02-B33D-06A51CFC6EDB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A87CBF7-AE9F-4812-B43F-C2A01CD8CA90}" type="parTrans" cxnId="{4D52D679-5530-4D47-9BF0-11305A2925B0}">
      <dgm:prSet/>
      <dgm:spPr/>
    </dgm:pt>
    <dgm:pt modelId="{D163000F-BBFA-40A9-8AAF-F7DFC16CE943}" type="sibTrans" cxnId="{4D52D679-5530-4D47-9BF0-11305A2925B0}">
      <dgm:prSet/>
      <dgm:spPr/>
    </dgm:pt>
    <dgm:pt modelId="{2EB4C1D9-EAB3-43B3-B1C0-8583327C0CE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05056C7-C890-4A41-9E1E-3EFCF50B5916}" type="parTrans" cxnId="{E41BCF19-7FDF-42C0-9C3B-351FC17E6B0D}">
      <dgm:prSet/>
      <dgm:spPr/>
    </dgm:pt>
    <dgm:pt modelId="{DCB25A21-9312-4A61-ABC2-768968071174}" type="sibTrans" cxnId="{E41BCF19-7FDF-42C0-9C3B-351FC17E6B0D}">
      <dgm:prSet/>
      <dgm:spPr/>
    </dgm:pt>
    <dgm:pt modelId="{3EB4BFF4-90E3-4AE3-B304-1A1D7064C0A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8ACE1812-3456-46D0-8463-1FA6B47C0580}" type="parTrans" cxnId="{951041A5-3950-4CCC-B0FA-BB83F7A65811}">
      <dgm:prSet/>
      <dgm:spPr/>
    </dgm:pt>
    <dgm:pt modelId="{E29DB239-F16D-4987-B80F-70C70AFC87A2}" type="sibTrans" cxnId="{951041A5-3950-4CCC-B0FA-BB83F7A65811}">
      <dgm:prSet/>
      <dgm:spPr/>
    </dgm:pt>
    <dgm:pt modelId="{985BD0F2-6010-4574-B802-724353A7D0E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13411CAD-B89B-4709-814C-58FD7493B708}" type="parTrans" cxnId="{9DBC5386-987A-43FC-8042-FEC06D445DCC}">
      <dgm:prSet/>
      <dgm:spPr/>
    </dgm:pt>
    <dgm:pt modelId="{71EC1B7C-5BE7-4F05-8066-2EBBFE285CA4}" type="sibTrans" cxnId="{9DBC5386-987A-43FC-8042-FEC06D445DCC}">
      <dgm:prSet/>
      <dgm:spPr/>
    </dgm:pt>
    <dgm:pt modelId="{BBF42EFB-053F-4BEF-8F16-9C43D1E1D9BA}" type="pres">
      <dgm:prSet presAssocID="{7F62155E-3B84-4AD5-8DEA-8FB82C9A5F8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74A3CC7-02F2-443E-81D6-F0E3F4029144}" type="pres">
      <dgm:prSet presAssocID="{93FD2A54-5787-4B02-B33D-06A51CFC6EDB}" presName="hierRoot1" presStyleCnt="0">
        <dgm:presLayoutVars>
          <dgm:hierBranch val="init"/>
        </dgm:presLayoutVars>
      </dgm:prSet>
      <dgm:spPr/>
    </dgm:pt>
    <dgm:pt modelId="{5A4C857C-9099-465E-8FED-E9FE10CF10A1}" type="pres">
      <dgm:prSet presAssocID="{93FD2A54-5787-4B02-B33D-06A51CFC6EDB}" presName="rootComposite1" presStyleCnt="0"/>
      <dgm:spPr/>
    </dgm:pt>
    <dgm:pt modelId="{D5AA7F23-B1D1-4FF4-8C75-022D208FDAC1}" type="pres">
      <dgm:prSet presAssocID="{93FD2A54-5787-4B02-B33D-06A51CFC6EDB}" presName="rootText1" presStyleLbl="node0" presStyleIdx="0" presStyleCnt="1">
        <dgm:presLayoutVars>
          <dgm:chPref val="3"/>
        </dgm:presLayoutVars>
      </dgm:prSet>
      <dgm:spPr/>
    </dgm:pt>
    <dgm:pt modelId="{024540C3-9E77-4370-83FF-10FF74CCCC2B}" type="pres">
      <dgm:prSet presAssocID="{93FD2A54-5787-4B02-B33D-06A51CFC6EDB}" presName="rootConnector1" presStyleLbl="node1" presStyleIdx="0" presStyleCnt="0"/>
      <dgm:spPr/>
    </dgm:pt>
    <dgm:pt modelId="{B6AF4E14-3272-496C-B273-C59E98540DF6}" type="pres">
      <dgm:prSet presAssocID="{93FD2A54-5787-4B02-B33D-06A51CFC6EDB}" presName="hierChild2" presStyleCnt="0"/>
      <dgm:spPr/>
    </dgm:pt>
    <dgm:pt modelId="{1965AFC8-DED5-40EE-8984-D54915D694FA}" type="pres">
      <dgm:prSet presAssocID="{805056C7-C890-4A41-9E1E-3EFCF50B5916}" presName="Name37" presStyleLbl="parChTrans1D2" presStyleIdx="0" presStyleCnt="3"/>
      <dgm:spPr/>
    </dgm:pt>
    <dgm:pt modelId="{0A4C78DF-242F-4D0F-A826-D78FC7DD4423}" type="pres">
      <dgm:prSet presAssocID="{2EB4C1D9-EAB3-43B3-B1C0-8583327C0CEE}" presName="hierRoot2" presStyleCnt="0">
        <dgm:presLayoutVars>
          <dgm:hierBranch val="init"/>
        </dgm:presLayoutVars>
      </dgm:prSet>
      <dgm:spPr/>
    </dgm:pt>
    <dgm:pt modelId="{885EAE9A-47D2-4434-8068-7F0F385E9D49}" type="pres">
      <dgm:prSet presAssocID="{2EB4C1D9-EAB3-43B3-B1C0-8583327C0CEE}" presName="rootComposite" presStyleCnt="0"/>
      <dgm:spPr/>
    </dgm:pt>
    <dgm:pt modelId="{758515B0-F2D1-4AA2-B275-0091EC6B70F6}" type="pres">
      <dgm:prSet presAssocID="{2EB4C1D9-EAB3-43B3-B1C0-8583327C0CEE}" presName="rootText" presStyleLbl="node2" presStyleIdx="0" presStyleCnt="3">
        <dgm:presLayoutVars>
          <dgm:chPref val="3"/>
        </dgm:presLayoutVars>
      </dgm:prSet>
      <dgm:spPr/>
    </dgm:pt>
    <dgm:pt modelId="{DEC56DF4-32CA-4984-8D02-559F66DDE546}" type="pres">
      <dgm:prSet presAssocID="{2EB4C1D9-EAB3-43B3-B1C0-8583327C0CEE}" presName="rootConnector" presStyleLbl="node2" presStyleIdx="0" presStyleCnt="3"/>
      <dgm:spPr/>
    </dgm:pt>
    <dgm:pt modelId="{1F8A842F-CA8C-41B6-AA93-46F1C982C117}" type="pres">
      <dgm:prSet presAssocID="{2EB4C1D9-EAB3-43B3-B1C0-8583327C0CEE}" presName="hierChild4" presStyleCnt="0"/>
      <dgm:spPr/>
    </dgm:pt>
    <dgm:pt modelId="{48FDF722-C496-4BFD-9AA1-CAA85EF720C5}" type="pres">
      <dgm:prSet presAssocID="{2EB4C1D9-EAB3-43B3-B1C0-8583327C0CEE}" presName="hierChild5" presStyleCnt="0"/>
      <dgm:spPr/>
    </dgm:pt>
    <dgm:pt modelId="{972F9495-3068-4DDA-8D44-4AFCFDD5EDA2}" type="pres">
      <dgm:prSet presAssocID="{8ACE1812-3456-46D0-8463-1FA6B47C0580}" presName="Name37" presStyleLbl="parChTrans1D2" presStyleIdx="1" presStyleCnt="3"/>
      <dgm:spPr/>
    </dgm:pt>
    <dgm:pt modelId="{60340568-E669-4058-BEAE-7B77C3186680}" type="pres">
      <dgm:prSet presAssocID="{3EB4BFF4-90E3-4AE3-B304-1A1D7064C0A6}" presName="hierRoot2" presStyleCnt="0">
        <dgm:presLayoutVars>
          <dgm:hierBranch val="init"/>
        </dgm:presLayoutVars>
      </dgm:prSet>
      <dgm:spPr/>
    </dgm:pt>
    <dgm:pt modelId="{B54F1CD6-41F9-44DB-B313-BF67B88DA40A}" type="pres">
      <dgm:prSet presAssocID="{3EB4BFF4-90E3-4AE3-B304-1A1D7064C0A6}" presName="rootComposite" presStyleCnt="0"/>
      <dgm:spPr/>
    </dgm:pt>
    <dgm:pt modelId="{A58C47DD-38FA-4CFE-94F0-D53EC07B8DC6}" type="pres">
      <dgm:prSet presAssocID="{3EB4BFF4-90E3-4AE3-B304-1A1D7064C0A6}" presName="rootText" presStyleLbl="node2" presStyleIdx="1" presStyleCnt="3">
        <dgm:presLayoutVars>
          <dgm:chPref val="3"/>
        </dgm:presLayoutVars>
      </dgm:prSet>
      <dgm:spPr/>
    </dgm:pt>
    <dgm:pt modelId="{EFB42A62-16C0-429C-9198-B02D32D8AFD4}" type="pres">
      <dgm:prSet presAssocID="{3EB4BFF4-90E3-4AE3-B304-1A1D7064C0A6}" presName="rootConnector" presStyleLbl="node2" presStyleIdx="1" presStyleCnt="3"/>
      <dgm:spPr/>
    </dgm:pt>
    <dgm:pt modelId="{303BB8F6-D92B-4E9F-B140-5B5D98F69080}" type="pres">
      <dgm:prSet presAssocID="{3EB4BFF4-90E3-4AE3-B304-1A1D7064C0A6}" presName="hierChild4" presStyleCnt="0"/>
      <dgm:spPr/>
    </dgm:pt>
    <dgm:pt modelId="{C1B68A1C-2277-4D37-9D8F-43E2F930B92C}" type="pres">
      <dgm:prSet presAssocID="{3EB4BFF4-90E3-4AE3-B304-1A1D7064C0A6}" presName="hierChild5" presStyleCnt="0"/>
      <dgm:spPr/>
    </dgm:pt>
    <dgm:pt modelId="{D2C464F1-55E7-4039-AAAE-0B260A20D2F3}" type="pres">
      <dgm:prSet presAssocID="{13411CAD-B89B-4709-814C-58FD7493B708}" presName="Name37" presStyleLbl="parChTrans1D2" presStyleIdx="2" presStyleCnt="3"/>
      <dgm:spPr/>
    </dgm:pt>
    <dgm:pt modelId="{D34CC4B2-5E2C-464E-B6AC-C3F52C5D8EF5}" type="pres">
      <dgm:prSet presAssocID="{985BD0F2-6010-4574-B802-724353A7D0EA}" presName="hierRoot2" presStyleCnt="0">
        <dgm:presLayoutVars>
          <dgm:hierBranch val="init"/>
        </dgm:presLayoutVars>
      </dgm:prSet>
      <dgm:spPr/>
    </dgm:pt>
    <dgm:pt modelId="{418B4FE8-306F-4862-A1F4-001E2DDE477F}" type="pres">
      <dgm:prSet presAssocID="{985BD0F2-6010-4574-B802-724353A7D0EA}" presName="rootComposite" presStyleCnt="0"/>
      <dgm:spPr/>
    </dgm:pt>
    <dgm:pt modelId="{710FBAE1-2D30-4313-9EDE-87CD35380251}" type="pres">
      <dgm:prSet presAssocID="{985BD0F2-6010-4574-B802-724353A7D0EA}" presName="rootText" presStyleLbl="node2" presStyleIdx="2" presStyleCnt="3">
        <dgm:presLayoutVars>
          <dgm:chPref val="3"/>
        </dgm:presLayoutVars>
      </dgm:prSet>
      <dgm:spPr/>
    </dgm:pt>
    <dgm:pt modelId="{BD1B7F47-4FA8-4A3E-920C-B2319E875490}" type="pres">
      <dgm:prSet presAssocID="{985BD0F2-6010-4574-B802-724353A7D0EA}" presName="rootConnector" presStyleLbl="node2" presStyleIdx="2" presStyleCnt="3"/>
      <dgm:spPr/>
    </dgm:pt>
    <dgm:pt modelId="{C59786A8-667B-4A06-9EF9-5D4428E4F022}" type="pres">
      <dgm:prSet presAssocID="{985BD0F2-6010-4574-B802-724353A7D0EA}" presName="hierChild4" presStyleCnt="0"/>
      <dgm:spPr/>
    </dgm:pt>
    <dgm:pt modelId="{1AD59BB1-7899-40FB-8928-6785DCA93B70}" type="pres">
      <dgm:prSet presAssocID="{985BD0F2-6010-4574-B802-724353A7D0EA}" presName="hierChild5" presStyleCnt="0"/>
      <dgm:spPr/>
    </dgm:pt>
    <dgm:pt modelId="{3604EDB1-AB4A-4612-96A0-3020EAA8388F}" type="pres">
      <dgm:prSet presAssocID="{93FD2A54-5787-4B02-B33D-06A51CFC6EDB}" presName="hierChild3" presStyleCnt="0"/>
      <dgm:spPr/>
    </dgm:pt>
  </dgm:ptLst>
  <dgm:cxnLst>
    <dgm:cxn modelId="{4CEAE006-B171-4904-99CB-2682DBF5C5D3}" type="presOf" srcId="{985BD0F2-6010-4574-B802-724353A7D0EA}" destId="{BD1B7F47-4FA8-4A3E-920C-B2319E875490}" srcOrd="1" destOrd="0" presId="urn:microsoft.com/office/officeart/2005/8/layout/orgChart1"/>
    <dgm:cxn modelId="{EE0C960B-E53A-4DDD-9A19-F51DD8262C33}" type="presOf" srcId="{3EB4BFF4-90E3-4AE3-B304-1A1D7064C0A6}" destId="{EFB42A62-16C0-429C-9198-B02D32D8AFD4}" srcOrd="1" destOrd="0" presId="urn:microsoft.com/office/officeart/2005/8/layout/orgChart1"/>
    <dgm:cxn modelId="{F19CCD11-45C9-4532-B2B4-56F808445866}" type="presOf" srcId="{8ACE1812-3456-46D0-8463-1FA6B47C0580}" destId="{972F9495-3068-4DDA-8D44-4AFCFDD5EDA2}" srcOrd="0" destOrd="0" presId="urn:microsoft.com/office/officeart/2005/8/layout/orgChart1"/>
    <dgm:cxn modelId="{E41BCF19-7FDF-42C0-9C3B-351FC17E6B0D}" srcId="{93FD2A54-5787-4B02-B33D-06A51CFC6EDB}" destId="{2EB4C1D9-EAB3-43B3-B1C0-8583327C0CEE}" srcOrd="0" destOrd="0" parTransId="{805056C7-C890-4A41-9E1E-3EFCF50B5916}" sibTransId="{DCB25A21-9312-4A61-ABC2-768968071174}"/>
    <dgm:cxn modelId="{893D8E61-CD84-42DF-938A-92264854AE4A}" type="presOf" srcId="{13411CAD-B89B-4709-814C-58FD7493B708}" destId="{D2C464F1-55E7-4039-AAAE-0B260A20D2F3}" srcOrd="0" destOrd="0" presId="urn:microsoft.com/office/officeart/2005/8/layout/orgChart1"/>
    <dgm:cxn modelId="{EA79A645-4651-4325-AC3C-59D80872DD0D}" type="presOf" srcId="{2EB4C1D9-EAB3-43B3-B1C0-8583327C0CEE}" destId="{758515B0-F2D1-4AA2-B275-0091EC6B70F6}" srcOrd="0" destOrd="0" presId="urn:microsoft.com/office/officeart/2005/8/layout/orgChart1"/>
    <dgm:cxn modelId="{4D52D679-5530-4D47-9BF0-11305A2925B0}" srcId="{7F62155E-3B84-4AD5-8DEA-8FB82C9A5F8F}" destId="{93FD2A54-5787-4B02-B33D-06A51CFC6EDB}" srcOrd="0" destOrd="0" parTransId="{4A87CBF7-AE9F-4812-B43F-C2A01CD8CA90}" sibTransId="{D163000F-BBFA-40A9-8AAF-F7DFC16CE943}"/>
    <dgm:cxn modelId="{48EA587F-E4C9-4670-9B45-0EEA523CE90E}" type="presOf" srcId="{805056C7-C890-4A41-9E1E-3EFCF50B5916}" destId="{1965AFC8-DED5-40EE-8984-D54915D694FA}" srcOrd="0" destOrd="0" presId="urn:microsoft.com/office/officeart/2005/8/layout/orgChart1"/>
    <dgm:cxn modelId="{9DBC5386-987A-43FC-8042-FEC06D445DCC}" srcId="{93FD2A54-5787-4B02-B33D-06A51CFC6EDB}" destId="{985BD0F2-6010-4574-B802-724353A7D0EA}" srcOrd="2" destOrd="0" parTransId="{13411CAD-B89B-4709-814C-58FD7493B708}" sibTransId="{71EC1B7C-5BE7-4F05-8066-2EBBFE285CA4}"/>
    <dgm:cxn modelId="{951041A5-3950-4CCC-B0FA-BB83F7A65811}" srcId="{93FD2A54-5787-4B02-B33D-06A51CFC6EDB}" destId="{3EB4BFF4-90E3-4AE3-B304-1A1D7064C0A6}" srcOrd="1" destOrd="0" parTransId="{8ACE1812-3456-46D0-8463-1FA6B47C0580}" sibTransId="{E29DB239-F16D-4987-B80F-70C70AFC87A2}"/>
    <dgm:cxn modelId="{F9F049B4-4685-4347-9017-F761F8ED7783}" type="presOf" srcId="{985BD0F2-6010-4574-B802-724353A7D0EA}" destId="{710FBAE1-2D30-4313-9EDE-87CD35380251}" srcOrd="0" destOrd="0" presId="urn:microsoft.com/office/officeart/2005/8/layout/orgChart1"/>
    <dgm:cxn modelId="{5F511BBF-BD97-4BE6-8968-469304C7C63A}" type="presOf" srcId="{3EB4BFF4-90E3-4AE3-B304-1A1D7064C0A6}" destId="{A58C47DD-38FA-4CFE-94F0-D53EC07B8DC6}" srcOrd="0" destOrd="0" presId="urn:microsoft.com/office/officeart/2005/8/layout/orgChart1"/>
    <dgm:cxn modelId="{F4D82BC7-AF85-417C-B7B8-C5DACD0B5BBF}" type="presOf" srcId="{7F62155E-3B84-4AD5-8DEA-8FB82C9A5F8F}" destId="{BBF42EFB-053F-4BEF-8F16-9C43D1E1D9BA}" srcOrd="0" destOrd="0" presId="urn:microsoft.com/office/officeart/2005/8/layout/orgChart1"/>
    <dgm:cxn modelId="{ADF0EBDB-F60D-4B82-A987-48FCC7399315}" type="presOf" srcId="{2EB4C1D9-EAB3-43B3-B1C0-8583327C0CEE}" destId="{DEC56DF4-32CA-4984-8D02-559F66DDE546}" srcOrd="1" destOrd="0" presId="urn:microsoft.com/office/officeart/2005/8/layout/orgChart1"/>
    <dgm:cxn modelId="{98920DE1-B5B5-4282-8E30-025D6D667396}" type="presOf" srcId="{93FD2A54-5787-4B02-B33D-06A51CFC6EDB}" destId="{D5AA7F23-B1D1-4FF4-8C75-022D208FDAC1}" srcOrd="0" destOrd="0" presId="urn:microsoft.com/office/officeart/2005/8/layout/orgChart1"/>
    <dgm:cxn modelId="{0F0582FA-0D66-406F-B9B7-7FD65070ED03}" type="presOf" srcId="{93FD2A54-5787-4B02-B33D-06A51CFC6EDB}" destId="{024540C3-9E77-4370-83FF-10FF74CCCC2B}" srcOrd="1" destOrd="0" presId="urn:microsoft.com/office/officeart/2005/8/layout/orgChart1"/>
    <dgm:cxn modelId="{F3594462-C4AC-4007-8399-17823AF676C8}" type="presParOf" srcId="{BBF42EFB-053F-4BEF-8F16-9C43D1E1D9BA}" destId="{074A3CC7-02F2-443E-81D6-F0E3F4029144}" srcOrd="0" destOrd="0" presId="urn:microsoft.com/office/officeart/2005/8/layout/orgChart1"/>
    <dgm:cxn modelId="{048B92C9-DEBB-400F-AA6C-AF7F07FFFC84}" type="presParOf" srcId="{074A3CC7-02F2-443E-81D6-F0E3F4029144}" destId="{5A4C857C-9099-465E-8FED-E9FE10CF10A1}" srcOrd="0" destOrd="0" presId="urn:microsoft.com/office/officeart/2005/8/layout/orgChart1"/>
    <dgm:cxn modelId="{618B539B-2BB0-45F2-B0C0-2AC5E322D565}" type="presParOf" srcId="{5A4C857C-9099-465E-8FED-E9FE10CF10A1}" destId="{D5AA7F23-B1D1-4FF4-8C75-022D208FDAC1}" srcOrd="0" destOrd="0" presId="urn:microsoft.com/office/officeart/2005/8/layout/orgChart1"/>
    <dgm:cxn modelId="{94D593E1-1EBF-4397-ADCD-68C934CFC62A}" type="presParOf" srcId="{5A4C857C-9099-465E-8FED-E9FE10CF10A1}" destId="{024540C3-9E77-4370-83FF-10FF74CCCC2B}" srcOrd="1" destOrd="0" presId="urn:microsoft.com/office/officeart/2005/8/layout/orgChart1"/>
    <dgm:cxn modelId="{ABB07F06-6E5F-450D-A466-A8A6ADEE638B}" type="presParOf" srcId="{074A3CC7-02F2-443E-81D6-F0E3F4029144}" destId="{B6AF4E14-3272-496C-B273-C59E98540DF6}" srcOrd="1" destOrd="0" presId="urn:microsoft.com/office/officeart/2005/8/layout/orgChart1"/>
    <dgm:cxn modelId="{349C8549-242E-491E-A70C-B60C5E18E4F4}" type="presParOf" srcId="{B6AF4E14-3272-496C-B273-C59E98540DF6}" destId="{1965AFC8-DED5-40EE-8984-D54915D694FA}" srcOrd="0" destOrd="0" presId="urn:microsoft.com/office/officeart/2005/8/layout/orgChart1"/>
    <dgm:cxn modelId="{FF12F8C0-12B2-431F-8522-0BB41BA88ECB}" type="presParOf" srcId="{B6AF4E14-3272-496C-B273-C59E98540DF6}" destId="{0A4C78DF-242F-4D0F-A826-D78FC7DD4423}" srcOrd="1" destOrd="0" presId="urn:microsoft.com/office/officeart/2005/8/layout/orgChart1"/>
    <dgm:cxn modelId="{3090B1C3-774B-44CD-B69C-26A599DFB442}" type="presParOf" srcId="{0A4C78DF-242F-4D0F-A826-D78FC7DD4423}" destId="{885EAE9A-47D2-4434-8068-7F0F385E9D49}" srcOrd="0" destOrd="0" presId="urn:microsoft.com/office/officeart/2005/8/layout/orgChart1"/>
    <dgm:cxn modelId="{9686AB5B-C2C0-4824-8FB4-23B803EB9896}" type="presParOf" srcId="{885EAE9A-47D2-4434-8068-7F0F385E9D49}" destId="{758515B0-F2D1-4AA2-B275-0091EC6B70F6}" srcOrd="0" destOrd="0" presId="urn:microsoft.com/office/officeart/2005/8/layout/orgChart1"/>
    <dgm:cxn modelId="{9F70B7E4-1BBB-4256-86E5-A20FD88B9AC9}" type="presParOf" srcId="{885EAE9A-47D2-4434-8068-7F0F385E9D49}" destId="{DEC56DF4-32CA-4984-8D02-559F66DDE546}" srcOrd="1" destOrd="0" presId="urn:microsoft.com/office/officeart/2005/8/layout/orgChart1"/>
    <dgm:cxn modelId="{F61750DC-CD0D-4048-A93A-70A41FF7E51F}" type="presParOf" srcId="{0A4C78DF-242F-4D0F-A826-D78FC7DD4423}" destId="{1F8A842F-CA8C-41B6-AA93-46F1C982C117}" srcOrd="1" destOrd="0" presId="urn:microsoft.com/office/officeart/2005/8/layout/orgChart1"/>
    <dgm:cxn modelId="{D7F659C6-80DD-4FE6-9BE0-A96BC03132DA}" type="presParOf" srcId="{0A4C78DF-242F-4D0F-A826-D78FC7DD4423}" destId="{48FDF722-C496-4BFD-9AA1-CAA85EF720C5}" srcOrd="2" destOrd="0" presId="urn:microsoft.com/office/officeart/2005/8/layout/orgChart1"/>
    <dgm:cxn modelId="{F1C9C5F1-2025-4BF3-A9B8-0139AAF35F22}" type="presParOf" srcId="{B6AF4E14-3272-496C-B273-C59E98540DF6}" destId="{972F9495-3068-4DDA-8D44-4AFCFDD5EDA2}" srcOrd="2" destOrd="0" presId="urn:microsoft.com/office/officeart/2005/8/layout/orgChart1"/>
    <dgm:cxn modelId="{AAF3C4EA-C9DA-4108-9F12-7509F72FB884}" type="presParOf" srcId="{B6AF4E14-3272-496C-B273-C59E98540DF6}" destId="{60340568-E669-4058-BEAE-7B77C3186680}" srcOrd="3" destOrd="0" presId="urn:microsoft.com/office/officeart/2005/8/layout/orgChart1"/>
    <dgm:cxn modelId="{DA80CE44-1289-4850-846A-9DD39A698F1A}" type="presParOf" srcId="{60340568-E669-4058-BEAE-7B77C3186680}" destId="{B54F1CD6-41F9-44DB-B313-BF67B88DA40A}" srcOrd="0" destOrd="0" presId="urn:microsoft.com/office/officeart/2005/8/layout/orgChart1"/>
    <dgm:cxn modelId="{F87B7B47-5D3F-4DDC-8C21-8705B6CDF92F}" type="presParOf" srcId="{B54F1CD6-41F9-44DB-B313-BF67B88DA40A}" destId="{A58C47DD-38FA-4CFE-94F0-D53EC07B8DC6}" srcOrd="0" destOrd="0" presId="urn:microsoft.com/office/officeart/2005/8/layout/orgChart1"/>
    <dgm:cxn modelId="{1701EF30-243D-4849-A1CC-21C6425EE2C0}" type="presParOf" srcId="{B54F1CD6-41F9-44DB-B313-BF67B88DA40A}" destId="{EFB42A62-16C0-429C-9198-B02D32D8AFD4}" srcOrd="1" destOrd="0" presId="urn:microsoft.com/office/officeart/2005/8/layout/orgChart1"/>
    <dgm:cxn modelId="{07DEA876-F759-44D3-A36D-0ABDACB018EA}" type="presParOf" srcId="{60340568-E669-4058-BEAE-7B77C3186680}" destId="{303BB8F6-D92B-4E9F-B140-5B5D98F69080}" srcOrd="1" destOrd="0" presId="urn:microsoft.com/office/officeart/2005/8/layout/orgChart1"/>
    <dgm:cxn modelId="{6A219418-1AB3-4AE5-8F35-DEF31CB56BC4}" type="presParOf" srcId="{60340568-E669-4058-BEAE-7B77C3186680}" destId="{C1B68A1C-2277-4D37-9D8F-43E2F930B92C}" srcOrd="2" destOrd="0" presId="urn:microsoft.com/office/officeart/2005/8/layout/orgChart1"/>
    <dgm:cxn modelId="{4947B223-0AE0-4E22-BFBE-EA4D33AF2A82}" type="presParOf" srcId="{B6AF4E14-3272-496C-B273-C59E98540DF6}" destId="{D2C464F1-55E7-4039-AAAE-0B260A20D2F3}" srcOrd="4" destOrd="0" presId="urn:microsoft.com/office/officeart/2005/8/layout/orgChart1"/>
    <dgm:cxn modelId="{55FB0099-33F8-43A7-BEE8-F3A9673835BF}" type="presParOf" srcId="{B6AF4E14-3272-496C-B273-C59E98540DF6}" destId="{D34CC4B2-5E2C-464E-B6AC-C3F52C5D8EF5}" srcOrd="5" destOrd="0" presId="urn:microsoft.com/office/officeart/2005/8/layout/orgChart1"/>
    <dgm:cxn modelId="{B1B45BAC-DC95-4CBA-81BC-354C90B3C103}" type="presParOf" srcId="{D34CC4B2-5E2C-464E-B6AC-C3F52C5D8EF5}" destId="{418B4FE8-306F-4862-A1F4-001E2DDE477F}" srcOrd="0" destOrd="0" presId="urn:microsoft.com/office/officeart/2005/8/layout/orgChart1"/>
    <dgm:cxn modelId="{1F6393E4-4D69-40E3-AD55-4997813DEDAC}" type="presParOf" srcId="{418B4FE8-306F-4862-A1F4-001E2DDE477F}" destId="{710FBAE1-2D30-4313-9EDE-87CD35380251}" srcOrd="0" destOrd="0" presId="urn:microsoft.com/office/officeart/2005/8/layout/orgChart1"/>
    <dgm:cxn modelId="{048E1CF9-4339-48FF-95BB-281A8424634A}" type="presParOf" srcId="{418B4FE8-306F-4862-A1F4-001E2DDE477F}" destId="{BD1B7F47-4FA8-4A3E-920C-B2319E875490}" srcOrd="1" destOrd="0" presId="urn:microsoft.com/office/officeart/2005/8/layout/orgChart1"/>
    <dgm:cxn modelId="{CDF6C89C-85DA-4E24-87CD-D20F62CFA921}" type="presParOf" srcId="{D34CC4B2-5E2C-464E-B6AC-C3F52C5D8EF5}" destId="{C59786A8-667B-4A06-9EF9-5D4428E4F022}" srcOrd="1" destOrd="0" presId="urn:microsoft.com/office/officeart/2005/8/layout/orgChart1"/>
    <dgm:cxn modelId="{AA1FFFDF-4AAE-4EED-9E44-7EAF0A150358}" type="presParOf" srcId="{D34CC4B2-5E2C-464E-B6AC-C3F52C5D8EF5}" destId="{1AD59BB1-7899-40FB-8928-6785DCA93B70}" srcOrd="2" destOrd="0" presId="urn:microsoft.com/office/officeart/2005/8/layout/orgChart1"/>
    <dgm:cxn modelId="{D7DEC1A3-F4F0-415A-9B13-57C83B6E221E}" type="presParOf" srcId="{074A3CC7-02F2-443E-81D6-F0E3F4029144}" destId="{3604EDB1-AB4A-4612-96A0-3020EAA8388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42874F4C-57A0-4001-9470-DA9DC1D3231F}" type="doc">
      <dgm:prSet loTypeId="urn:microsoft.com/office/officeart/2005/8/layout/orgChart1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34DE42-369B-4680-AB7B-9DF76C440F4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7F8ABFB-7128-427F-B757-FE1E9B87A917}" type="parTrans" cxnId="{EC0FF1F4-2830-49F1-992A-818C651C3550}">
      <dgm:prSet/>
      <dgm:spPr/>
    </dgm:pt>
    <dgm:pt modelId="{D127AE9C-5925-4699-8520-D54832337D59}" type="sibTrans" cxnId="{EC0FF1F4-2830-49F1-992A-818C651C3550}">
      <dgm:prSet/>
      <dgm:spPr/>
    </dgm:pt>
    <dgm:pt modelId="{7ACD51C3-3492-4A5D-97E7-615562E5128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645B3E93-6272-4BFB-B014-EA2558EE02D0}" type="parTrans" cxnId="{29BE8077-F8E9-4ACC-92D7-1282DD66B2E1}">
      <dgm:prSet/>
      <dgm:spPr/>
    </dgm:pt>
    <dgm:pt modelId="{7EFE1426-7853-434B-B791-5703A4764833}" type="sibTrans" cxnId="{29BE8077-F8E9-4ACC-92D7-1282DD66B2E1}">
      <dgm:prSet/>
      <dgm:spPr/>
    </dgm:pt>
    <dgm:pt modelId="{DC2A4594-EF80-4406-A76B-CEC130E75599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57246DD2-6197-414A-A73F-A0F8341A9680}" type="parTrans" cxnId="{86606C2D-2269-4C49-B273-39D7D8A4D52A}">
      <dgm:prSet/>
      <dgm:spPr/>
    </dgm:pt>
    <dgm:pt modelId="{752CF0E5-6140-4BE8-B012-9B2357E3ABB7}" type="sibTrans" cxnId="{86606C2D-2269-4C49-B273-39D7D8A4D52A}">
      <dgm:prSet/>
      <dgm:spPr/>
    </dgm:pt>
    <dgm:pt modelId="{7BE4AE30-A16C-44BF-9124-E3CB8F1FC71B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2BBB1CF9-8F9F-46B7-B193-0B6D420CBE50}" type="parTrans" cxnId="{3D580E7F-BEAB-4937-B795-56EB7DCF8187}">
      <dgm:prSet/>
      <dgm:spPr/>
    </dgm:pt>
    <dgm:pt modelId="{6A128ACC-160E-47F9-9F49-1626132F2040}" type="sibTrans" cxnId="{3D580E7F-BEAB-4937-B795-56EB7DCF8187}">
      <dgm:prSet/>
      <dgm:spPr/>
    </dgm:pt>
    <dgm:pt modelId="{7090534B-2E0A-4916-AEFB-89BE32083967}" type="pres">
      <dgm:prSet presAssocID="{42874F4C-57A0-4001-9470-DA9DC1D3231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88F534E-4930-4253-B840-8F9CD8771B71}" type="pres">
      <dgm:prSet presAssocID="{3E34DE42-369B-4680-AB7B-9DF76C440F4D}" presName="hierRoot1" presStyleCnt="0">
        <dgm:presLayoutVars>
          <dgm:hierBranch val="init"/>
        </dgm:presLayoutVars>
      </dgm:prSet>
      <dgm:spPr/>
    </dgm:pt>
    <dgm:pt modelId="{C9E18F4F-2E00-4E66-9518-7D2F09E8353D}" type="pres">
      <dgm:prSet presAssocID="{3E34DE42-369B-4680-AB7B-9DF76C440F4D}" presName="rootComposite1" presStyleCnt="0"/>
      <dgm:spPr/>
    </dgm:pt>
    <dgm:pt modelId="{373278E1-52FE-463B-A431-DE6B779698D5}" type="pres">
      <dgm:prSet presAssocID="{3E34DE42-369B-4680-AB7B-9DF76C440F4D}" presName="rootText1" presStyleLbl="node0" presStyleIdx="0" presStyleCnt="1">
        <dgm:presLayoutVars>
          <dgm:chPref val="3"/>
        </dgm:presLayoutVars>
      </dgm:prSet>
      <dgm:spPr/>
    </dgm:pt>
    <dgm:pt modelId="{CB301ABB-36B0-4D77-AECE-5DC02F31F05E}" type="pres">
      <dgm:prSet presAssocID="{3E34DE42-369B-4680-AB7B-9DF76C440F4D}" presName="rootConnector1" presStyleLbl="node1" presStyleIdx="0" presStyleCnt="0"/>
      <dgm:spPr/>
    </dgm:pt>
    <dgm:pt modelId="{C5A73633-78B3-4992-93DF-A5F73873DD47}" type="pres">
      <dgm:prSet presAssocID="{3E34DE42-369B-4680-AB7B-9DF76C440F4D}" presName="hierChild2" presStyleCnt="0"/>
      <dgm:spPr/>
    </dgm:pt>
    <dgm:pt modelId="{71FAE9C0-56EE-4809-B871-D6C175413A7D}" type="pres">
      <dgm:prSet presAssocID="{645B3E93-6272-4BFB-B014-EA2558EE02D0}" presName="Name37" presStyleLbl="parChTrans1D2" presStyleIdx="0" presStyleCnt="3"/>
      <dgm:spPr/>
    </dgm:pt>
    <dgm:pt modelId="{5C494C21-A61B-4702-B7BC-8F7D8F0FA59D}" type="pres">
      <dgm:prSet presAssocID="{7ACD51C3-3492-4A5D-97E7-615562E51281}" presName="hierRoot2" presStyleCnt="0">
        <dgm:presLayoutVars>
          <dgm:hierBranch val="init"/>
        </dgm:presLayoutVars>
      </dgm:prSet>
      <dgm:spPr/>
    </dgm:pt>
    <dgm:pt modelId="{360B7B96-E4EC-4690-8B83-24F87B5A89FB}" type="pres">
      <dgm:prSet presAssocID="{7ACD51C3-3492-4A5D-97E7-615562E51281}" presName="rootComposite" presStyleCnt="0"/>
      <dgm:spPr/>
    </dgm:pt>
    <dgm:pt modelId="{E1E32C0E-084B-45A8-9BB2-F42F71B98AD4}" type="pres">
      <dgm:prSet presAssocID="{7ACD51C3-3492-4A5D-97E7-615562E51281}" presName="rootText" presStyleLbl="node2" presStyleIdx="0" presStyleCnt="3">
        <dgm:presLayoutVars>
          <dgm:chPref val="3"/>
        </dgm:presLayoutVars>
      </dgm:prSet>
      <dgm:spPr/>
    </dgm:pt>
    <dgm:pt modelId="{6425D5BC-04AC-437F-A22D-A5F90B300993}" type="pres">
      <dgm:prSet presAssocID="{7ACD51C3-3492-4A5D-97E7-615562E51281}" presName="rootConnector" presStyleLbl="node2" presStyleIdx="0" presStyleCnt="3"/>
      <dgm:spPr/>
    </dgm:pt>
    <dgm:pt modelId="{FD37156E-A80B-4964-AAA7-65A10C3983AF}" type="pres">
      <dgm:prSet presAssocID="{7ACD51C3-3492-4A5D-97E7-615562E51281}" presName="hierChild4" presStyleCnt="0"/>
      <dgm:spPr/>
    </dgm:pt>
    <dgm:pt modelId="{B6973B10-0960-4383-B27E-0021F3CEF422}" type="pres">
      <dgm:prSet presAssocID="{7ACD51C3-3492-4A5D-97E7-615562E51281}" presName="hierChild5" presStyleCnt="0"/>
      <dgm:spPr/>
    </dgm:pt>
    <dgm:pt modelId="{AB660777-3055-4ECD-BBD1-FDDA8170C2CA}" type="pres">
      <dgm:prSet presAssocID="{57246DD2-6197-414A-A73F-A0F8341A9680}" presName="Name37" presStyleLbl="parChTrans1D2" presStyleIdx="1" presStyleCnt="3"/>
      <dgm:spPr/>
    </dgm:pt>
    <dgm:pt modelId="{2DD0556C-E00D-4121-99E9-BFA6003DE55D}" type="pres">
      <dgm:prSet presAssocID="{DC2A4594-EF80-4406-A76B-CEC130E75599}" presName="hierRoot2" presStyleCnt="0">
        <dgm:presLayoutVars>
          <dgm:hierBranch val="init"/>
        </dgm:presLayoutVars>
      </dgm:prSet>
      <dgm:spPr/>
    </dgm:pt>
    <dgm:pt modelId="{FA4D717C-93D3-407E-95F4-A74C87D38B24}" type="pres">
      <dgm:prSet presAssocID="{DC2A4594-EF80-4406-A76B-CEC130E75599}" presName="rootComposite" presStyleCnt="0"/>
      <dgm:spPr/>
    </dgm:pt>
    <dgm:pt modelId="{1F7C9AC6-A9B4-49A4-A699-F1B53B5B84E3}" type="pres">
      <dgm:prSet presAssocID="{DC2A4594-EF80-4406-A76B-CEC130E75599}" presName="rootText" presStyleLbl="node2" presStyleIdx="1" presStyleCnt="3">
        <dgm:presLayoutVars>
          <dgm:chPref val="3"/>
        </dgm:presLayoutVars>
      </dgm:prSet>
      <dgm:spPr/>
    </dgm:pt>
    <dgm:pt modelId="{A0CBD3A8-56B7-4EE0-B032-4B997FAFE577}" type="pres">
      <dgm:prSet presAssocID="{DC2A4594-EF80-4406-A76B-CEC130E75599}" presName="rootConnector" presStyleLbl="node2" presStyleIdx="1" presStyleCnt="3"/>
      <dgm:spPr/>
    </dgm:pt>
    <dgm:pt modelId="{011ED888-E355-47F8-9548-C14C735F4B84}" type="pres">
      <dgm:prSet presAssocID="{DC2A4594-EF80-4406-A76B-CEC130E75599}" presName="hierChild4" presStyleCnt="0"/>
      <dgm:spPr/>
    </dgm:pt>
    <dgm:pt modelId="{70BFB45A-22FF-4BD8-904B-D33CA2211EF6}" type="pres">
      <dgm:prSet presAssocID="{DC2A4594-EF80-4406-A76B-CEC130E75599}" presName="hierChild5" presStyleCnt="0"/>
      <dgm:spPr/>
    </dgm:pt>
    <dgm:pt modelId="{AFB09C56-79F0-4B60-9AB6-C1DDE8E7F2D5}" type="pres">
      <dgm:prSet presAssocID="{2BBB1CF9-8F9F-46B7-B193-0B6D420CBE50}" presName="Name37" presStyleLbl="parChTrans1D2" presStyleIdx="2" presStyleCnt="3"/>
      <dgm:spPr/>
    </dgm:pt>
    <dgm:pt modelId="{6D869753-8B38-4DC7-90B5-B476279FF1F1}" type="pres">
      <dgm:prSet presAssocID="{7BE4AE30-A16C-44BF-9124-E3CB8F1FC71B}" presName="hierRoot2" presStyleCnt="0">
        <dgm:presLayoutVars>
          <dgm:hierBranch val="init"/>
        </dgm:presLayoutVars>
      </dgm:prSet>
      <dgm:spPr/>
    </dgm:pt>
    <dgm:pt modelId="{4E03EBC0-F4CB-4A07-AF0E-98484F2809EC}" type="pres">
      <dgm:prSet presAssocID="{7BE4AE30-A16C-44BF-9124-E3CB8F1FC71B}" presName="rootComposite" presStyleCnt="0"/>
      <dgm:spPr/>
    </dgm:pt>
    <dgm:pt modelId="{F71D3CD3-5686-439B-BEAB-D74E0FCF6E50}" type="pres">
      <dgm:prSet presAssocID="{7BE4AE30-A16C-44BF-9124-E3CB8F1FC71B}" presName="rootText" presStyleLbl="node2" presStyleIdx="2" presStyleCnt="3">
        <dgm:presLayoutVars>
          <dgm:chPref val="3"/>
        </dgm:presLayoutVars>
      </dgm:prSet>
      <dgm:spPr/>
    </dgm:pt>
    <dgm:pt modelId="{93AD9306-2A2D-4ACA-A80F-34C8DDC87DE0}" type="pres">
      <dgm:prSet presAssocID="{7BE4AE30-A16C-44BF-9124-E3CB8F1FC71B}" presName="rootConnector" presStyleLbl="node2" presStyleIdx="2" presStyleCnt="3"/>
      <dgm:spPr/>
    </dgm:pt>
    <dgm:pt modelId="{BEE40251-B0D2-4284-82B8-F2757FE5B5F8}" type="pres">
      <dgm:prSet presAssocID="{7BE4AE30-A16C-44BF-9124-E3CB8F1FC71B}" presName="hierChild4" presStyleCnt="0"/>
      <dgm:spPr/>
    </dgm:pt>
    <dgm:pt modelId="{BBED2829-58E4-4286-835F-E31C41A70947}" type="pres">
      <dgm:prSet presAssocID="{7BE4AE30-A16C-44BF-9124-E3CB8F1FC71B}" presName="hierChild5" presStyleCnt="0"/>
      <dgm:spPr/>
    </dgm:pt>
    <dgm:pt modelId="{D8DF5200-7E81-4294-8B18-4F9A51193364}" type="pres">
      <dgm:prSet presAssocID="{3E34DE42-369B-4680-AB7B-9DF76C440F4D}" presName="hierChild3" presStyleCnt="0"/>
      <dgm:spPr/>
    </dgm:pt>
  </dgm:ptLst>
  <dgm:cxnLst>
    <dgm:cxn modelId="{5A229807-27CE-48E6-84FE-116C9ADAE5A8}" type="presOf" srcId="{42874F4C-57A0-4001-9470-DA9DC1D3231F}" destId="{7090534B-2E0A-4916-AEFB-89BE32083967}" srcOrd="0" destOrd="0" presId="urn:microsoft.com/office/officeart/2005/8/layout/orgChart1"/>
    <dgm:cxn modelId="{2BAC3210-F981-4BEB-9D06-C83C45C2107E}" type="presOf" srcId="{DC2A4594-EF80-4406-A76B-CEC130E75599}" destId="{A0CBD3A8-56B7-4EE0-B032-4B997FAFE577}" srcOrd="1" destOrd="0" presId="urn:microsoft.com/office/officeart/2005/8/layout/orgChart1"/>
    <dgm:cxn modelId="{4371AE15-5F0F-4DA1-BC8F-A41D7C61A351}" type="presOf" srcId="{7ACD51C3-3492-4A5D-97E7-615562E51281}" destId="{6425D5BC-04AC-437F-A22D-A5F90B300993}" srcOrd="1" destOrd="0" presId="urn:microsoft.com/office/officeart/2005/8/layout/orgChart1"/>
    <dgm:cxn modelId="{ACD07E2B-DCC8-4B61-A5D5-2F308908011C}" type="presOf" srcId="{7BE4AE30-A16C-44BF-9124-E3CB8F1FC71B}" destId="{93AD9306-2A2D-4ACA-A80F-34C8DDC87DE0}" srcOrd="1" destOrd="0" presId="urn:microsoft.com/office/officeart/2005/8/layout/orgChart1"/>
    <dgm:cxn modelId="{86606C2D-2269-4C49-B273-39D7D8A4D52A}" srcId="{3E34DE42-369B-4680-AB7B-9DF76C440F4D}" destId="{DC2A4594-EF80-4406-A76B-CEC130E75599}" srcOrd="1" destOrd="0" parTransId="{57246DD2-6197-414A-A73F-A0F8341A9680}" sibTransId="{752CF0E5-6140-4BE8-B012-9B2357E3ABB7}"/>
    <dgm:cxn modelId="{A5C8722F-958B-478F-92E1-741F4C2A420F}" type="presOf" srcId="{DC2A4594-EF80-4406-A76B-CEC130E75599}" destId="{1F7C9AC6-A9B4-49A4-A699-F1B53B5B84E3}" srcOrd="0" destOrd="0" presId="urn:microsoft.com/office/officeart/2005/8/layout/orgChart1"/>
    <dgm:cxn modelId="{468F384B-1E37-4B0A-BB9F-A58286447B39}" type="presOf" srcId="{7ACD51C3-3492-4A5D-97E7-615562E51281}" destId="{E1E32C0E-084B-45A8-9BB2-F42F71B98AD4}" srcOrd="0" destOrd="0" presId="urn:microsoft.com/office/officeart/2005/8/layout/orgChart1"/>
    <dgm:cxn modelId="{4649536C-D1A6-4412-AB50-53F38A68D80E}" type="presOf" srcId="{7BE4AE30-A16C-44BF-9124-E3CB8F1FC71B}" destId="{F71D3CD3-5686-439B-BEAB-D74E0FCF6E50}" srcOrd="0" destOrd="0" presId="urn:microsoft.com/office/officeart/2005/8/layout/orgChart1"/>
    <dgm:cxn modelId="{29BE8077-F8E9-4ACC-92D7-1282DD66B2E1}" srcId="{3E34DE42-369B-4680-AB7B-9DF76C440F4D}" destId="{7ACD51C3-3492-4A5D-97E7-615562E51281}" srcOrd="0" destOrd="0" parTransId="{645B3E93-6272-4BFB-B014-EA2558EE02D0}" sibTransId="{7EFE1426-7853-434B-B791-5703A4764833}"/>
    <dgm:cxn modelId="{3D580E7F-BEAB-4937-B795-56EB7DCF8187}" srcId="{3E34DE42-369B-4680-AB7B-9DF76C440F4D}" destId="{7BE4AE30-A16C-44BF-9124-E3CB8F1FC71B}" srcOrd="2" destOrd="0" parTransId="{2BBB1CF9-8F9F-46B7-B193-0B6D420CBE50}" sibTransId="{6A128ACC-160E-47F9-9F49-1626132F2040}"/>
    <dgm:cxn modelId="{AFF6858F-BD88-4C4F-82DD-98D404F581C9}" type="presOf" srcId="{3E34DE42-369B-4680-AB7B-9DF76C440F4D}" destId="{373278E1-52FE-463B-A431-DE6B779698D5}" srcOrd="0" destOrd="0" presId="urn:microsoft.com/office/officeart/2005/8/layout/orgChart1"/>
    <dgm:cxn modelId="{8798BE9F-0400-42D8-8082-426C453D80B8}" type="presOf" srcId="{3E34DE42-369B-4680-AB7B-9DF76C440F4D}" destId="{CB301ABB-36B0-4D77-AECE-5DC02F31F05E}" srcOrd="1" destOrd="0" presId="urn:microsoft.com/office/officeart/2005/8/layout/orgChart1"/>
    <dgm:cxn modelId="{217A90AC-0633-486D-9E1A-366808343320}" type="presOf" srcId="{645B3E93-6272-4BFB-B014-EA2558EE02D0}" destId="{71FAE9C0-56EE-4809-B871-D6C175413A7D}" srcOrd="0" destOrd="0" presId="urn:microsoft.com/office/officeart/2005/8/layout/orgChart1"/>
    <dgm:cxn modelId="{D75A3FCA-009C-46A3-A47E-7FCE9CA50E36}" type="presOf" srcId="{2BBB1CF9-8F9F-46B7-B193-0B6D420CBE50}" destId="{AFB09C56-79F0-4B60-9AB6-C1DDE8E7F2D5}" srcOrd="0" destOrd="0" presId="urn:microsoft.com/office/officeart/2005/8/layout/orgChart1"/>
    <dgm:cxn modelId="{EC0FF1F4-2830-49F1-992A-818C651C3550}" srcId="{42874F4C-57A0-4001-9470-DA9DC1D3231F}" destId="{3E34DE42-369B-4680-AB7B-9DF76C440F4D}" srcOrd="0" destOrd="0" parTransId="{37F8ABFB-7128-427F-B757-FE1E9B87A917}" sibTransId="{D127AE9C-5925-4699-8520-D54832337D59}"/>
    <dgm:cxn modelId="{364A9DFC-1BA5-4415-AF94-C4D53EC61362}" type="presOf" srcId="{57246DD2-6197-414A-A73F-A0F8341A9680}" destId="{AB660777-3055-4ECD-BBD1-FDDA8170C2CA}" srcOrd="0" destOrd="0" presId="urn:microsoft.com/office/officeart/2005/8/layout/orgChart1"/>
    <dgm:cxn modelId="{251BA43A-7695-464D-A890-BA9FB84CC90A}" type="presParOf" srcId="{7090534B-2E0A-4916-AEFB-89BE32083967}" destId="{A88F534E-4930-4253-B840-8F9CD8771B71}" srcOrd="0" destOrd="0" presId="urn:microsoft.com/office/officeart/2005/8/layout/orgChart1"/>
    <dgm:cxn modelId="{889A812F-D8C5-4DF1-846F-C599B8620043}" type="presParOf" srcId="{A88F534E-4930-4253-B840-8F9CD8771B71}" destId="{C9E18F4F-2E00-4E66-9518-7D2F09E8353D}" srcOrd="0" destOrd="0" presId="urn:microsoft.com/office/officeart/2005/8/layout/orgChart1"/>
    <dgm:cxn modelId="{5AA7C9C1-CB12-4C44-886D-C0F324236827}" type="presParOf" srcId="{C9E18F4F-2E00-4E66-9518-7D2F09E8353D}" destId="{373278E1-52FE-463B-A431-DE6B779698D5}" srcOrd="0" destOrd="0" presId="urn:microsoft.com/office/officeart/2005/8/layout/orgChart1"/>
    <dgm:cxn modelId="{11211F96-A82C-4007-99C2-BBAB38542FA5}" type="presParOf" srcId="{C9E18F4F-2E00-4E66-9518-7D2F09E8353D}" destId="{CB301ABB-36B0-4D77-AECE-5DC02F31F05E}" srcOrd="1" destOrd="0" presId="urn:microsoft.com/office/officeart/2005/8/layout/orgChart1"/>
    <dgm:cxn modelId="{AC0076CD-376E-41B9-8024-379FFDAE171C}" type="presParOf" srcId="{A88F534E-4930-4253-B840-8F9CD8771B71}" destId="{C5A73633-78B3-4992-93DF-A5F73873DD47}" srcOrd="1" destOrd="0" presId="urn:microsoft.com/office/officeart/2005/8/layout/orgChart1"/>
    <dgm:cxn modelId="{446BA43F-00D8-4C12-92F7-4D67B4492BE6}" type="presParOf" srcId="{C5A73633-78B3-4992-93DF-A5F73873DD47}" destId="{71FAE9C0-56EE-4809-B871-D6C175413A7D}" srcOrd="0" destOrd="0" presId="urn:microsoft.com/office/officeart/2005/8/layout/orgChart1"/>
    <dgm:cxn modelId="{E341A6D8-3F42-4074-8E19-2D6EAFCCF7D4}" type="presParOf" srcId="{C5A73633-78B3-4992-93DF-A5F73873DD47}" destId="{5C494C21-A61B-4702-B7BC-8F7D8F0FA59D}" srcOrd="1" destOrd="0" presId="urn:microsoft.com/office/officeart/2005/8/layout/orgChart1"/>
    <dgm:cxn modelId="{E3C7CA09-2981-491C-908A-8A46583688E4}" type="presParOf" srcId="{5C494C21-A61B-4702-B7BC-8F7D8F0FA59D}" destId="{360B7B96-E4EC-4690-8B83-24F87B5A89FB}" srcOrd="0" destOrd="0" presId="urn:microsoft.com/office/officeart/2005/8/layout/orgChart1"/>
    <dgm:cxn modelId="{678AF3AF-AF9B-418A-AEA8-1B4CBD03EB47}" type="presParOf" srcId="{360B7B96-E4EC-4690-8B83-24F87B5A89FB}" destId="{E1E32C0E-084B-45A8-9BB2-F42F71B98AD4}" srcOrd="0" destOrd="0" presId="urn:microsoft.com/office/officeart/2005/8/layout/orgChart1"/>
    <dgm:cxn modelId="{3D4BE0CE-0053-4C86-91E2-D93A0CE855A7}" type="presParOf" srcId="{360B7B96-E4EC-4690-8B83-24F87B5A89FB}" destId="{6425D5BC-04AC-437F-A22D-A5F90B300993}" srcOrd="1" destOrd="0" presId="urn:microsoft.com/office/officeart/2005/8/layout/orgChart1"/>
    <dgm:cxn modelId="{33C78A68-9B70-4D5F-852D-42EF5B2FAA6B}" type="presParOf" srcId="{5C494C21-A61B-4702-B7BC-8F7D8F0FA59D}" destId="{FD37156E-A80B-4964-AAA7-65A10C3983AF}" srcOrd="1" destOrd="0" presId="urn:microsoft.com/office/officeart/2005/8/layout/orgChart1"/>
    <dgm:cxn modelId="{EEB0E849-8461-4472-9325-B6765614FD96}" type="presParOf" srcId="{5C494C21-A61B-4702-B7BC-8F7D8F0FA59D}" destId="{B6973B10-0960-4383-B27E-0021F3CEF422}" srcOrd="2" destOrd="0" presId="urn:microsoft.com/office/officeart/2005/8/layout/orgChart1"/>
    <dgm:cxn modelId="{E4C21905-857D-4A76-8C23-B7F47FFBBD87}" type="presParOf" srcId="{C5A73633-78B3-4992-93DF-A5F73873DD47}" destId="{AB660777-3055-4ECD-BBD1-FDDA8170C2CA}" srcOrd="2" destOrd="0" presId="urn:microsoft.com/office/officeart/2005/8/layout/orgChart1"/>
    <dgm:cxn modelId="{1ED9D5B7-3D2E-455D-BE0B-7D0D1E4AF14E}" type="presParOf" srcId="{C5A73633-78B3-4992-93DF-A5F73873DD47}" destId="{2DD0556C-E00D-4121-99E9-BFA6003DE55D}" srcOrd="3" destOrd="0" presId="urn:microsoft.com/office/officeart/2005/8/layout/orgChart1"/>
    <dgm:cxn modelId="{853C77B8-4B7B-4630-9CE7-BE7AE755589F}" type="presParOf" srcId="{2DD0556C-E00D-4121-99E9-BFA6003DE55D}" destId="{FA4D717C-93D3-407E-95F4-A74C87D38B24}" srcOrd="0" destOrd="0" presId="urn:microsoft.com/office/officeart/2005/8/layout/orgChart1"/>
    <dgm:cxn modelId="{03C50636-A63D-4739-9A87-C968FF8AF7E7}" type="presParOf" srcId="{FA4D717C-93D3-407E-95F4-A74C87D38B24}" destId="{1F7C9AC6-A9B4-49A4-A699-F1B53B5B84E3}" srcOrd="0" destOrd="0" presId="urn:microsoft.com/office/officeart/2005/8/layout/orgChart1"/>
    <dgm:cxn modelId="{081449F3-52BD-4FE6-83A2-3BBC3BCB4565}" type="presParOf" srcId="{FA4D717C-93D3-407E-95F4-A74C87D38B24}" destId="{A0CBD3A8-56B7-4EE0-B032-4B997FAFE577}" srcOrd="1" destOrd="0" presId="urn:microsoft.com/office/officeart/2005/8/layout/orgChart1"/>
    <dgm:cxn modelId="{0232E054-CF02-4C61-9745-E5C863990C6E}" type="presParOf" srcId="{2DD0556C-E00D-4121-99E9-BFA6003DE55D}" destId="{011ED888-E355-47F8-9548-C14C735F4B84}" srcOrd="1" destOrd="0" presId="urn:microsoft.com/office/officeart/2005/8/layout/orgChart1"/>
    <dgm:cxn modelId="{E6957808-86E0-47FA-A9CA-3ACBD6E40F7A}" type="presParOf" srcId="{2DD0556C-E00D-4121-99E9-BFA6003DE55D}" destId="{70BFB45A-22FF-4BD8-904B-D33CA2211EF6}" srcOrd="2" destOrd="0" presId="urn:microsoft.com/office/officeart/2005/8/layout/orgChart1"/>
    <dgm:cxn modelId="{3096701E-8BB5-431E-8098-2AAE7B7365CB}" type="presParOf" srcId="{C5A73633-78B3-4992-93DF-A5F73873DD47}" destId="{AFB09C56-79F0-4B60-9AB6-C1DDE8E7F2D5}" srcOrd="4" destOrd="0" presId="urn:microsoft.com/office/officeart/2005/8/layout/orgChart1"/>
    <dgm:cxn modelId="{FC7AF14B-5DBB-4808-961C-93D2F0EC2354}" type="presParOf" srcId="{C5A73633-78B3-4992-93DF-A5F73873DD47}" destId="{6D869753-8B38-4DC7-90B5-B476279FF1F1}" srcOrd="5" destOrd="0" presId="urn:microsoft.com/office/officeart/2005/8/layout/orgChart1"/>
    <dgm:cxn modelId="{D10EBE67-C331-4F4A-BEA8-FCD7A218472E}" type="presParOf" srcId="{6D869753-8B38-4DC7-90B5-B476279FF1F1}" destId="{4E03EBC0-F4CB-4A07-AF0E-98484F2809EC}" srcOrd="0" destOrd="0" presId="urn:microsoft.com/office/officeart/2005/8/layout/orgChart1"/>
    <dgm:cxn modelId="{6B68EB00-FB11-405B-A724-D54922D606EF}" type="presParOf" srcId="{4E03EBC0-F4CB-4A07-AF0E-98484F2809EC}" destId="{F71D3CD3-5686-439B-BEAB-D74E0FCF6E50}" srcOrd="0" destOrd="0" presId="urn:microsoft.com/office/officeart/2005/8/layout/orgChart1"/>
    <dgm:cxn modelId="{1AC48D6D-6226-4940-8111-30727EEC378E}" type="presParOf" srcId="{4E03EBC0-F4CB-4A07-AF0E-98484F2809EC}" destId="{93AD9306-2A2D-4ACA-A80F-34C8DDC87DE0}" srcOrd="1" destOrd="0" presId="urn:microsoft.com/office/officeart/2005/8/layout/orgChart1"/>
    <dgm:cxn modelId="{BACF6C5F-926A-4966-9CEF-486EC8411F50}" type="presParOf" srcId="{6D869753-8B38-4DC7-90B5-B476279FF1F1}" destId="{BEE40251-B0D2-4284-82B8-F2757FE5B5F8}" srcOrd="1" destOrd="0" presId="urn:microsoft.com/office/officeart/2005/8/layout/orgChart1"/>
    <dgm:cxn modelId="{9691925B-0904-4B56-A254-71E809AEF139}" type="presParOf" srcId="{6D869753-8B38-4DC7-90B5-B476279FF1F1}" destId="{BBED2829-58E4-4286-835F-E31C41A70947}" srcOrd="2" destOrd="0" presId="urn:microsoft.com/office/officeart/2005/8/layout/orgChart1"/>
    <dgm:cxn modelId="{FD21B9FA-B251-4943-B1DE-F02AB63092B9}" type="presParOf" srcId="{A88F534E-4930-4253-B840-8F9CD8771B71}" destId="{D8DF5200-7E81-4294-8B18-4F9A5119336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4AAE3DA9-FB6F-4B0A-9899-1053A3B2F425}" type="doc">
      <dgm:prSet loTypeId="urn:microsoft.com/office/officeart/2005/8/layout/orgChart1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A1B3FF-6B8D-458E-ACD3-2684B86429B3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03211223-66A8-4BA7-8B4C-9997E500145D}" type="parTrans" cxnId="{7A824ACC-A1D1-44D1-80F9-381E0C606778}">
      <dgm:prSet/>
      <dgm:spPr/>
    </dgm:pt>
    <dgm:pt modelId="{2E892D78-1152-4F6E-B1C2-4A63593486D1}" type="sibTrans" cxnId="{7A824ACC-A1D1-44D1-80F9-381E0C606778}">
      <dgm:prSet/>
      <dgm:spPr/>
    </dgm:pt>
    <dgm:pt modelId="{843B2FA5-5FE4-4AD6-9B21-24EDAAEFAD8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40C5B971-4F2F-4D71-962E-B53A1334723F}" type="parTrans" cxnId="{7AE123D1-EBC3-4C60-8BEC-D6C07CC5EC9B}">
      <dgm:prSet/>
      <dgm:spPr/>
    </dgm:pt>
    <dgm:pt modelId="{811A83E7-AD65-4E4D-8A70-8D262749E9DE}" type="sibTrans" cxnId="{7AE123D1-EBC3-4C60-8BEC-D6C07CC5EC9B}">
      <dgm:prSet/>
      <dgm:spPr/>
    </dgm:pt>
    <dgm:pt modelId="{E29D592A-8E66-4618-8198-4C0C6409D473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670B757A-F01F-416F-9F88-7EC9DCBAE458}" type="parTrans" cxnId="{AE246966-3E3F-41BC-A2EA-7717487AB8DB}">
      <dgm:prSet/>
      <dgm:spPr/>
    </dgm:pt>
    <dgm:pt modelId="{F94CAC7E-391A-4309-A320-01F06B3BD887}" type="sibTrans" cxnId="{AE246966-3E3F-41BC-A2EA-7717487AB8DB}">
      <dgm:prSet/>
      <dgm:spPr/>
    </dgm:pt>
    <dgm:pt modelId="{8D001A45-0E9F-43B1-8AFB-B1CCF3BA5D60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8E6402F-239D-4399-B09F-C65B6DD3F7A7}" type="parTrans" cxnId="{3D8EB3F0-015E-4DF2-B014-4E27CC1BBB24}">
      <dgm:prSet/>
      <dgm:spPr/>
    </dgm:pt>
    <dgm:pt modelId="{FEA9CFC9-D59E-4B5E-B63D-A868560A2DC0}" type="sibTrans" cxnId="{3D8EB3F0-015E-4DF2-B014-4E27CC1BBB24}">
      <dgm:prSet/>
      <dgm:spPr/>
    </dgm:pt>
    <dgm:pt modelId="{D87C03F5-4693-4338-9672-9CBCB127C5B0}" type="pres">
      <dgm:prSet presAssocID="{4AAE3DA9-FB6F-4B0A-9899-1053A3B2F42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D2E60FF-8108-4FD2-A8BC-BBF40783DAB1}" type="pres">
      <dgm:prSet presAssocID="{0BA1B3FF-6B8D-458E-ACD3-2684B86429B3}" presName="hierRoot1" presStyleCnt="0">
        <dgm:presLayoutVars>
          <dgm:hierBranch val="init"/>
        </dgm:presLayoutVars>
      </dgm:prSet>
      <dgm:spPr/>
    </dgm:pt>
    <dgm:pt modelId="{4943F1FF-CAA7-4151-B2D6-60FB4BE3BF8B}" type="pres">
      <dgm:prSet presAssocID="{0BA1B3FF-6B8D-458E-ACD3-2684B86429B3}" presName="rootComposite1" presStyleCnt="0"/>
      <dgm:spPr/>
    </dgm:pt>
    <dgm:pt modelId="{5480790F-39C5-4AB7-8AB1-8C17CBF5788F}" type="pres">
      <dgm:prSet presAssocID="{0BA1B3FF-6B8D-458E-ACD3-2684B86429B3}" presName="rootText1" presStyleLbl="node0" presStyleIdx="0" presStyleCnt="1">
        <dgm:presLayoutVars>
          <dgm:chPref val="3"/>
        </dgm:presLayoutVars>
      </dgm:prSet>
      <dgm:spPr/>
    </dgm:pt>
    <dgm:pt modelId="{F07E9808-22AB-4F3F-8C6F-60DBFA7D70A5}" type="pres">
      <dgm:prSet presAssocID="{0BA1B3FF-6B8D-458E-ACD3-2684B86429B3}" presName="rootConnector1" presStyleLbl="node1" presStyleIdx="0" presStyleCnt="0"/>
      <dgm:spPr/>
    </dgm:pt>
    <dgm:pt modelId="{2B0A01FA-957E-4539-A0EA-C7EC294FE8B6}" type="pres">
      <dgm:prSet presAssocID="{0BA1B3FF-6B8D-458E-ACD3-2684B86429B3}" presName="hierChild2" presStyleCnt="0"/>
      <dgm:spPr/>
    </dgm:pt>
    <dgm:pt modelId="{CC02E586-F25F-48ED-B81C-8D74219D3D32}" type="pres">
      <dgm:prSet presAssocID="{40C5B971-4F2F-4D71-962E-B53A1334723F}" presName="Name37" presStyleLbl="parChTrans1D2" presStyleIdx="0" presStyleCnt="3"/>
      <dgm:spPr/>
    </dgm:pt>
    <dgm:pt modelId="{A9F52223-B3B4-457E-B1F9-0B6BE5E6E22C}" type="pres">
      <dgm:prSet presAssocID="{843B2FA5-5FE4-4AD6-9B21-24EDAAEFAD86}" presName="hierRoot2" presStyleCnt="0">
        <dgm:presLayoutVars>
          <dgm:hierBranch val="init"/>
        </dgm:presLayoutVars>
      </dgm:prSet>
      <dgm:spPr/>
    </dgm:pt>
    <dgm:pt modelId="{49BCD417-F974-4ACF-863C-3F4DD5058E31}" type="pres">
      <dgm:prSet presAssocID="{843B2FA5-5FE4-4AD6-9B21-24EDAAEFAD86}" presName="rootComposite" presStyleCnt="0"/>
      <dgm:spPr/>
    </dgm:pt>
    <dgm:pt modelId="{E48550D0-3AE8-47E9-B29B-CA92447028E5}" type="pres">
      <dgm:prSet presAssocID="{843B2FA5-5FE4-4AD6-9B21-24EDAAEFAD86}" presName="rootText" presStyleLbl="node2" presStyleIdx="0" presStyleCnt="3">
        <dgm:presLayoutVars>
          <dgm:chPref val="3"/>
        </dgm:presLayoutVars>
      </dgm:prSet>
      <dgm:spPr/>
    </dgm:pt>
    <dgm:pt modelId="{389F75F0-CD05-4B29-A5A6-2F02FF763815}" type="pres">
      <dgm:prSet presAssocID="{843B2FA5-5FE4-4AD6-9B21-24EDAAEFAD86}" presName="rootConnector" presStyleLbl="node2" presStyleIdx="0" presStyleCnt="3"/>
      <dgm:spPr/>
    </dgm:pt>
    <dgm:pt modelId="{5A3ADBC0-A264-4D67-ABBF-896173CB48AC}" type="pres">
      <dgm:prSet presAssocID="{843B2FA5-5FE4-4AD6-9B21-24EDAAEFAD86}" presName="hierChild4" presStyleCnt="0"/>
      <dgm:spPr/>
    </dgm:pt>
    <dgm:pt modelId="{DBD4F314-F473-4294-A4A4-9B4545BED498}" type="pres">
      <dgm:prSet presAssocID="{843B2FA5-5FE4-4AD6-9B21-24EDAAEFAD86}" presName="hierChild5" presStyleCnt="0"/>
      <dgm:spPr/>
    </dgm:pt>
    <dgm:pt modelId="{A0B45673-9D6A-4D9E-A57D-2016F394119B}" type="pres">
      <dgm:prSet presAssocID="{670B757A-F01F-416F-9F88-7EC9DCBAE458}" presName="Name37" presStyleLbl="parChTrans1D2" presStyleIdx="1" presStyleCnt="3"/>
      <dgm:spPr/>
    </dgm:pt>
    <dgm:pt modelId="{74DB4D7B-18AD-4262-A54C-9145E53569F5}" type="pres">
      <dgm:prSet presAssocID="{E29D592A-8E66-4618-8198-4C0C6409D473}" presName="hierRoot2" presStyleCnt="0">
        <dgm:presLayoutVars>
          <dgm:hierBranch val="init"/>
        </dgm:presLayoutVars>
      </dgm:prSet>
      <dgm:spPr/>
    </dgm:pt>
    <dgm:pt modelId="{E918F74C-24B5-401C-8424-C1685A5FBF93}" type="pres">
      <dgm:prSet presAssocID="{E29D592A-8E66-4618-8198-4C0C6409D473}" presName="rootComposite" presStyleCnt="0"/>
      <dgm:spPr/>
    </dgm:pt>
    <dgm:pt modelId="{D60F9BE9-1EA2-4E7D-A64A-39EE06D15BB2}" type="pres">
      <dgm:prSet presAssocID="{E29D592A-8E66-4618-8198-4C0C6409D473}" presName="rootText" presStyleLbl="node2" presStyleIdx="1" presStyleCnt="3">
        <dgm:presLayoutVars>
          <dgm:chPref val="3"/>
        </dgm:presLayoutVars>
      </dgm:prSet>
      <dgm:spPr/>
    </dgm:pt>
    <dgm:pt modelId="{DCBC7A3E-2B35-4A6D-B79B-5B009A186825}" type="pres">
      <dgm:prSet presAssocID="{E29D592A-8E66-4618-8198-4C0C6409D473}" presName="rootConnector" presStyleLbl="node2" presStyleIdx="1" presStyleCnt="3"/>
      <dgm:spPr/>
    </dgm:pt>
    <dgm:pt modelId="{710281EE-D503-4B6E-B1F8-F64A3F907B18}" type="pres">
      <dgm:prSet presAssocID="{E29D592A-8E66-4618-8198-4C0C6409D473}" presName="hierChild4" presStyleCnt="0"/>
      <dgm:spPr/>
    </dgm:pt>
    <dgm:pt modelId="{41DA25E7-F169-437C-AABE-68A7B5FBA5D1}" type="pres">
      <dgm:prSet presAssocID="{E29D592A-8E66-4618-8198-4C0C6409D473}" presName="hierChild5" presStyleCnt="0"/>
      <dgm:spPr/>
    </dgm:pt>
    <dgm:pt modelId="{471CDEEA-4DEB-476A-BC2B-4E2E51173B99}" type="pres">
      <dgm:prSet presAssocID="{F8E6402F-239D-4399-B09F-C65B6DD3F7A7}" presName="Name37" presStyleLbl="parChTrans1D2" presStyleIdx="2" presStyleCnt="3"/>
      <dgm:spPr/>
    </dgm:pt>
    <dgm:pt modelId="{8FC04DDF-13AE-4A5D-8E9E-38540B4C2D81}" type="pres">
      <dgm:prSet presAssocID="{8D001A45-0E9F-43B1-8AFB-B1CCF3BA5D60}" presName="hierRoot2" presStyleCnt="0">
        <dgm:presLayoutVars>
          <dgm:hierBranch val="init"/>
        </dgm:presLayoutVars>
      </dgm:prSet>
      <dgm:spPr/>
    </dgm:pt>
    <dgm:pt modelId="{93585489-FA52-4F2D-A13F-4B67013D7FF9}" type="pres">
      <dgm:prSet presAssocID="{8D001A45-0E9F-43B1-8AFB-B1CCF3BA5D60}" presName="rootComposite" presStyleCnt="0"/>
      <dgm:spPr/>
    </dgm:pt>
    <dgm:pt modelId="{B0CF99FF-9396-4374-BAF5-8C7E931C0B74}" type="pres">
      <dgm:prSet presAssocID="{8D001A45-0E9F-43B1-8AFB-B1CCF3BA5D60}" presName="rootText" presStyleLbl="node2" presStyleIdx="2" presStyleCnt="3">
        <dgm:presLayoutVars>
          <dgm:chPref val="3"/>
        </dgm:presLayoutVars>
      </dgm:prSet>
      <dgm:spPr/>
    </dgm:pt>
    <dgm:pt modelId="{919B29CB-4491-4D52-94FF-957252A6869F}" type="pres">
      <dgm:prSet presAssocID="{8D001A45-0E9F-43B1-8AFB-B1CCF3BA5D60}" presName="rootConnector" presStyleLbl="node2" presStyleIdx="2" presStyleCnt="3"/>
      <dgm:spPr/>
    </dgm:pt>
    <dgm:pt modelId="{7998F8F1-8E41-46E4-8D35-81609D5281DB}" type="pres">
      <dgm:prSet presAssocID="{8D001A45-0E9F-43B1-8AFB-B1CCF3BA5D60}" presName="hierChild4" presStyleCnt="0"/>
      <dgm:spPr/>
    </dgm:pt>
    <dgm:pt modelId="{561268FB-466A-4B79-AB16-1ABD0E5F3B5C}" type="pres">
      <dgm:prSet presAssocID="{8D001A45-0E9F-43B1-8AFB-B1CCF3BA5D60}" presName="hierChild5" presStyleCnt="0"/>
      <dgm:spPr/>
    </dgm:pt>
    <dgm:pt modelId="{7DCCC06C-AF3B-4DB8-B5E0-2EB02F933CB5}" type="pres">
      <dgm:prSet presAssocID="{0BA1B3FF-6B8D-458E-ACD3-2684B86429B3}" presName="hierChild3" presStyleCnt="0"/>
      <dgm:spPr/>
    </dgm:pt>
  </dgm:ptLst>
  <dgm:cxnLst>
    <dgm:cxn modelId="{8665E222-2CAD-4194-B76C-464D5AC5A846}" type="presOf" srcId="{843B2FA5-5FE4-4AD6-9B21-24EDAAEFAD86}" destId="{E48550D0-3AE8-47E9-B29B-CA92447028E5}" srcOrd="0" destOrd="0" presId="urn:microsoft.com/office/officeart/2005/8/layout/orgChart1"/>
    <dgm:cxn modelId="{717AB736-0368-4574-8AAD-0E242D3C6B6C}" type="presOf" srcId="{8D001A45-0E9F-43B1-8AFB-B1CCF3BA5D60}" destId="{B0CF99FF-9396-4374-BAF5-8C7E931C0B74}" srcOrd="0" destOrd="0" presId="urn:microsoft.com/office/officeart/2005/8/layout/orgChart1"/>
    <dgm:cxn modelId="{39D9843D-C91E-40CC-AB1B-B689801A1938}" type="presOf" srcId="{F8E6402F-239D-4399-B09F-C65B6DD3F7A7}" destId="{471CDEEA-4DEB-476A-BC2B-4E2E51173B99}" srcOrd="0" destOrd="0" presId="urn:microsoft.com/office/officeart/2005/8/layout/orgChart1"/>
    <dgm:cxn modelId="{1A14BF62-058E-4D50-AB65-DB276E252596}" type="presOf" srcId="{0BA1B3FF-6B8D-458E-ACD3-2684B86429B3}" destId="{5480790F-39C5-4AB7-8AB1-8C17CBF5788F}" srcOrd="0" destOrd="0" presId="urn:microsoft.com/office/officeart/2005/8/layout/orgChart1"/>
    <dgm:cxn modelId="{AE246966-3E3F-41BC-A2EA-7717487AB8DB}" srcId="{0BA1B3FF-6B8D-458E-ACD3-2684B86429B3}" destId="{E29D592A-8E66-4618-8198-4C0C6409D473}" srcOrd="1" destOrd="0" parTransId="{670B757A-F01F-416F-9F88-7EC9DCBAE458}" sibTransId="{F94CAC7E-391A-4309-A320-01F06B3BD887}"/>
    <dgm:cxn modelId="{AA91826A-02C6-48F8-9ACB-36205C6C781E}" type="presOf" srcId="{843B2FA5-5FE4-4AD6-9B21-24EDAAEFAD86}" destId="{389F75F0-CD05-4B29-A5A6-2F02FF763815}" srcOrd="1" destOrd="0" presId="urn:microsoft.com/office/officeart/2005/8/layout/orgChart1"/>
    <dgm:cxn modelId="{CFDC1486-7CF1-42AE-94AB-C1994199AF51}" type="presOf" srcId="{E29D592A-8E66-4618-8198-4C0C6409D473}" destId="{D60F9BE9-1EA2-4E7D-A64A-39EE06D15BB2}" srcOrd="0" destOrd="0" presId="urn:microsoft.com/office/officeart/2005/8/layout/orgChart1"/>
    <dgm:cxn modelId="{A4EE428D-9267-41D7-9CE4-AEAF3E43E8C1}" type="presOf" srcId="{40C5B971-4F2F-4D71-962E-B53A1334723F}" destId="{CC02E586-F25F-48ED-B81C-8D74219D3D32}" srcOrd="0" destOrd="0" presId="urn:microsoft.com/office/officeart/2005/8/layout/orgChart1"/>
    <dgm:cxn modelId="{AB8CA99B-E20E-47F0-9B7C-D74978FCFAA3}" type="presOf" srcId="{8D001A45-0E9F-43B1-8AFB-B1CCF3BA5D60}" destId="{919B29CB-4491-4D52-94FF-957252A6869F}" srcOrd="1" destOrd="0" presId="urn:microsoft.com/office/officeart/2005/8/layout/orgChart1"/>
    <dgm:cxn modelId="{F0A79CA9-A881-4E06-A8AA-9635DDF56485}" type="presOf" srcId="{E29D592A-8E66-4618-8198-4C0C6409D473}" destId="{DCBC7A3E-2B35-4A6D-B79B-5B009A186825}" srcOrd="1" destOrd="0" presId="urn:microsoft.com/office/officeart/2005/8/layout/orgChart1"/>
    <dgm:cxn modelId="{3D7D1DB0-84F8-4A6E-9A3C-6EE9E35D2DEB}" type="presOf" srcId="{4AAE3DA9-FB6F-4B0A-9899-1053A3B2F425}" destId="{D87C03F5-4693-4338-9672-9CBCB127C5B0}" srcOrd="0" destOrd="0" presId="urn:microsoft.com/office/officeart/2005/8/layout/orgChart1"/>
    <dgm:cxn modelId="{7A824ACC-A1D1-44D1-80F9-381E0C606778}" srcId="{4AAE3DA9-FB6F-4B0A-9899-1053A3B2F425}" destId="{0BA1B3FF-6B8D-458E-ACD3-2684B86429B3}" srcOrd="0" destOrd="0" parTransId="{03211223-66A8-4BA7-8B4C-9997E500145D}" sibTransId="{2E892D78-1152-4F6E-B1C2-4A63593486D1}"/>
    <dgm:cxn modelId="{7AE123D1-EBC3-4C60-8BEC-D6C07CC5EC9B}" srcId="{0BA1B3FF-6B8D-458E-ACD3-2684B86429B3}" destId="{843B2FA5-5FE4-4AD6-9B21-24EDAAEFAD86}" srcOrd="0" destOrd="0" parTransId="{40C5B971-4F2F-4D71-962E-B53A1334723F}" sibTransId="{811A83E7-AD65-4E4D-8A70-8D262749E9DE}"/>
    <dgm:cxn modelId="{6F54FCDF-D0E7-4BFC-999B-C2161AF8C7C6}" type="presOf" srcId="{670B757A-F01F-416F-9F88-7EC9DCBAE458}" destId="{A0B45673-9D6A-4D9E-A57D-2016F394119B}" srcOrd="0" destOrd="0" presId="urn:microsoft.com/office/officeart/2005/8/layout/orgChart1"/>
    <dgm:cxn modelId="{3D8EB3F0-015E-4DF2-B014-4E27CC1BBB24}" srcId="{0BA1B3FF-6B8D-458E-ACD3-2684B86429B3}" destId="{8D001A45-0E9F-43B1-8AFB-B1CCF3BA5D60}" srcOrd="2" destOrd="0" parTransId="{F8E6402F-239D-4399-B09F-C65B6DD3F7A7}" sibTransId="{FEA9CFC9-D59E-4B5E-B63D-A868560A2DC0}"/>
    <dgm:cxn modelId="{6B699DF6-F968-4632-973B-5F1B511F6E58}" type="presOf" srcId="{0BA1B3FF-6B8D-458E-ACD3-2684B86429B3}" destId="{F07E9808-22AB-4F3F-8C6F-60DBFA7D70A5}" srcOrd="1" destOrd="0" presId="urn:microsoft.com/office/officeart/2005/8/layout/orgChart1"/>
    <dgm:cxn modelId="{E7C57ACF-FA56-4F54-A3A3-B6CE772A507B}" type="presParOf" srcId="{D87C03F5-4693-4338-9672-9CBCB127C5B0}" destId="{BD2E60FF-8108-4FD2-A8BC-BBF40783DAB1}" srcOrd="0" destOrd="0" presId="urn:microsoft.com/office/officeart/2005/8/layout/orgChart1"/>
    <dgm:cxn modelId="{C50DC426-BC50-49A1-B78A-48211BCB19D1}" type="presParOf" srcId="{BD2E60FF-8108-4FD2-A8BC-BBF40783DAB1}" destId="{4943F1FF-CAA7-4151-B2D6-60FB4BE3BF8B}" srcOrd="0" destOrd="0" presId="urn:microsoft.com/office/officeart/2005/8/layout/orgChart1"/>
    <dgm:cxn modelId="{BF65E13B-8E59-4134-92FB-DD7E4C859FFD}" type="presParOf" srcId="{4943F1FF-CAA7-4151-B2D6-60FB4BE3BF8B}" destId="{5480790F-39C5-4AB7-8AB1-8C17CBF5788F}" srcOrd="0" destOrd="0" presId="urn:microsoft.com/office/officeart/2005/8/layout/orgChart1"/>
    <dgm:cxn modelId="{075D1F85-2B79-4DA5-A001-1D0E32A75B37}" type="presParOf" srcId="{4943F1FF-CAA7-4151-B2D6-60FB4BE3BF8B}" destId="{F07E9808-22AB-4F3F-8C6F-60DBFA7D70A5}" srcOrd="1" destOrd="0" presId="urn:microsoft.com/office/officeart/2005/8/layout/orgChart1"/>
    <dgm:cxn modelId="{3E1DF9C5-F4F4-4C74-B451-B9D1D7852B5B}" type="presParOf" srcId="{BD2E60FF-8108-4FD2-A8BC-BBF40783DAB1}" destId="{2B0A01FA-957E-4539-A0EA-C7EC294FE8B6}" srcOrd="1" destOrd="0" presId="urn:microsoft.com/office/officeart/2005/8/layout/orgChart1"/>
    <dgm:cxn modelId="{63AA54C2-4278-4733-B03B-618E1096CA32}" type="presParOf" srcId="{2B0A01FA-957E-4539-A0EA-C7EC294FE8B6}" destId="{CC02E586-F25F-48ED-B81C-8D74219D3D32}" srcOrd="0" destOrd="0" presId="urn:microsoft.com/office/officeart/2005/8/layout/orgChart1"/>
    <dgm:cxn modelId="{AAE66F42-E485-4D66-8075-6BC1E26D4EC4}" type="presParOf" srcId="{2B0A01FA-957E-4539-A0EA-C7EC294FE8B6}" destId="{A9F52223-B3B4-457E-B1F9-0B6BE5E6E22C}" srcOrd="1" destOrd="0" presId="urn:microsoft.com/office/officeart/2005/8/layout/orgChart1"/>
    <dgm:cxn modelId="{DB5DE2F5-8E0D-4688-9602-5EFEF79B562D}" type="presParOf" srcId="{A9F52223-B3B4-457E-B1F9-0B6BE5E6E22C}" destId="{49BCD417-F974-4ACF-863C-3F4DD5058E31}" srcOrd="0" destOrd="0" presId="urn:microsoft.com/office/officeart/2005/8/layout/orgChart1"/>
    <dgm:cxn modelId="{7A515514-B8FF-4FB7-8FBB-4A5BAE0C1854}" type="presParOf" srcId="{49BCD417-F974-4ACF-863C-3F4DD5058E31}" destId="{E48550D0-3AE8-47E9-B29B-CA92447028E5}" srcOrd="0" destOrd="0" presId="urn:microsoft.com/office/officeart/2005/8/layout/orgChart1"/>
    <dgm:cxn modelId="{BC9C55C2-E0AE-456C-B37E-8E0C0063FDE1}" type="presParOf" srcId="{49BCD417-F974-4ACF-863C-3F4DD5058E31}" destId="{389F75F0-CD05-4B29-A5A6-2F02FF763815}" srcOrd="1" destOrd="0" presId="urn:microsoft.com/office/officeart/2005/8/layout/orgChart1"/>
    <dgm:cxn modelId="{0DF5F59A-A83B-4AA6-BF23-C23DF71374A6}" type="presParOf" srcId="{A9F52223-B3B4-457E-B1F9-0B6BE5E6E22C}" destId="{5A3ADBC0-A264-4D67-ABBF-896173CB48AC}" srcOrd="1" destOrd="0" presId="urn:microsoft.com/office/officeart/2005/8/layout/orgChart1"/>
    <dgm:cxn modelId="{61EFCC16-1FC2-42C3-97DE-83CE10B7A9AF}" type="presParOf" srcId="{A9F52223-B3B4-457E-B1F9-0B6BE5E6E22C}" destId="{DBD4F314-F473-4294-A4A4-9B4545BED498}" srcOrd="2" destOrd="0" presId="urn:microsoft.com/office/officeart/2005/8/layout/orgChart1"/>
    <dgm:cxn modelId="{05D00A47-7303-427C-8A5E-D5A127A530C4}" type="presParOf" srcId="{2B0A01FA-957E-4539-A0EA-C7EC294FE8B6}" destId="{A0B45673-9D6A-4D9E-A57D-2016F394119B}" srcOrd="2" destOrd="0" presId="urn:microsoft.com/office/officeart/2005/8/layout/orgChart1"/>
    <dgm:cxn modelId="{D67308DA-B280-48B7-8970-91E350D856EE}" type="presParOf" srcId="{2B0A01FA-957E-4539-A0EA-C7EC294FE8B6}" destId="{74DB4D7B-18AD-4262-A54C-9145E53569F5}" srcOrd="3" destOrd="0" presId="urn:microsoft.com/office/officeart/2005/8/layout/orgChart1"/>
    <dgm:cxn modelId="{C529AA27-800C-41FD-99B7-CA7C5C0142DD}" type="presParOf" srcId="{74DB4D7B-18AD-4262-A54C-9145E53569F5}" destId="{E918F74C-24B5-401C-8424-C1685A5FBF93}" srcOrd="0" destOrd="0" presId="urn:microsoft.com/office/officeart/2005/8/layout/orgChart1"/>
    <dgm:cxn modelId="{C090E9F1-E350-4331-ADB0-600DBB6DC907}" type="presParOf" srcId="{E918F74C-24B5-401C-8424-C1685A5FBF93}" destId="{D60F9BE9-1EA2-4E7D-A64A-39EE06D15BB2}" srcOrd="0" destOrd="0" presId="urn:microsoft.com/office/officeart/2005/8/layout/orgChart1"/>
    <dgm:cxn modelId="{0865B06F-F16F-4708-891C-D80B1602B1D5}" type="presParOf" srcId="{E918F74C-24B5-401C-8424-C1685A5FBF93}" destId="{DCBC7A3E-2B35-4A6D-B79B-5B009A186825}" srcOrd="1" destOrd="0" presId="urn:microsoft.com/office/officeart/2005/8/layout/orgChart1"/>
    <dgm:cxn modelId="{ACC4110A-DD5B-40F8-97B2-20E0C220BE5E}" type="presParOf" srcId="{74DB4D7B-18AD-4262-A54C-9145E53569F5}" destId="{710281EE-D503-4B6E-B1F8-F64A3F907B18}" srcOrd="1" destOrd="0" presId="urn:microsoft.com/office/officeart/2005/8/layout/orgChart1"/>
    <dgm:cxn modelId="{1C0EAC3C-F061-401D-A246-B81A24B6FF44}" type="presParOf" srcId="{74DB4D7B-18AD-4262-A54C-9145E53569F5}" destId="{41DA25E7-F169-437C-AABE-68A7B5FBA5D1}" srcOrd="2" destOrd="0" presId="urn:microsoft.com/office/officeart/2005/8/layout/orgChart1"/>
    <dgm:cxn modelId="{FEBE79BF-C216-4209-BE89-9D8E69AD0AE4}" type="presParOf" srcId="{2B0A01FA-957E-4539-A0EA-C7EC294FE8B6}" destId="{471CDEEA-4DEB-476A-BC2B-4E2E51173B99}" srcOrd="4" destOrd="0" presId="urn:microsoft.com/office/officeart/2005/8/layout/orgChart1"/>
    <dgm:cxn modelId="{5DFA9628-EEE3-4B34-B2A5-59CB8632AAF3}" type="presParOf" srcId="{2B0A01FA-957E-4539-A0EA-C7EC294FE8B6}" destId="{8FC04DDF-13AE-4A5D-8E9E-38540B4C2D81}" srcOrd="5" destOrd="0" presId="urn:microsoft.com/office/officeart/2005/8/layout/orgChart1"/>
    <dgm:cxn modelId="{0A3C48C3-E4DF-49B7-A1DD-F711374E20CB}" type="presParOf" srcId="{8FC04DDF-13AE-4A5D-8E9E-38540B4C2D81}" destId="{93585489-FA52-4F2D-A13F-4B67013D7FF9}" srcOrd="0" destOrd="0" presId="urn:microsoft.com/office/officeart/2005/8/layout/orgChart1"/>
    <dgm:cxn modelId="{DB15F20E-2884-4CA9-9F2D-13B2D0E00923}" type="presParOf" srcId="{93585489-FA52-4F2D-A13F-4B67013D7FF9}" destId="{B0CF99FF-9396-4374-BAF5-8C7E931C0B74}" srcOrd="0" destOrd="0" presId="urn:microsoft.com/office/officeart/2005/8/layout/orgChart1"/>
    <dgm:cxn modelId="{4612AFFD-B611-4AC4-BC01-8228D2874245}" type="presParOf" srcId="{93585489-FA52-4F2D-A13F-4B67013D7FF9}" destId="{919B29CB-4491-4D52-94FF-957252A6869F}" srcOrd="1" destOrd="0" presId="urn:microsoft.com/office/officeart/2005/8/layout/orgChart1"/>
    <dgm:cxn modelId="{88FA258A-7B1C-4F38-B8EB-659FF9D1B484}" type="presParOf" srcId="{8FC04DDF-13AE-4A5D-8E9E-38540B4C2D81}" destId="{7998F8F1-8E41-46E4-8D35-81609D5281DB}" srcOrd="1" destOrd="0" presId="urn:microsoft.com/office/officeart/2005/8/layout/orgChart1"/>
    <dgm:cxn modelId="{1496215D-4B07-422C-947A-4F19191C043C}" type="presParOf" srcId="{8FC04DDF-13AE-4A5D-8E9E-38540B4C2D81}" destId="{561268FB-466A-4B79-AB16-1ABD0E5F3B5C}" srcOrd="2" destOrd="0" presId="urn:microsoft.com/office/officeart/2005/8/layout/orgChart1"/>
    <dgm:cxn modelId="{48948C17-6ECC-4F6B-A280-AF9792AD400E}" type="presParOf" srcId="{BD2E60FF-8108-4FD2-A8BC-BBF40783DAB1}" destId="{7DCCC06C-AF3B-4DB8-B5E0-2EB02F933C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E3F4FD5C-908D-4DB3-A275-009E21F6C1E8}" type="doc">
      <dgm:prSet loTypeId="urn:microsoft.com/office/officeart/2005/8/layout/orgChart1" loCatId="hierarchy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9B687B-8013-45E1-B3E2-F0295C541BB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7EFB322-1249-43F5-A635-EE8E6C941DFC}" type="parTrans" cxnId="{815C55F5-6C45-4B00-B541-AA07B2377F40}">
      <dgm:prSet/>
      <dgm:spPr/>
    </dgm:pt>
    <dgm:pt modelId="{004F423E-6C4C-412E-8F9D-EDACC028D8FF}" type="sibTrans" cxnId="{815C55F5-6C45-4B00-B541-AA07B2377F40}">
      <dgm:prSet/>
      <dgm:spPr/>
    </dgm:pt>
    <dgm:pt modelId="{D837EFBC-4A8F-4F51-943D-144847392432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AFFD6228-81EC-4FF5-BC0B-9A89102BFF56}" type="parTrans" cxnId="{28114832-9B61-4B5E-A41C-0BD009CA9AE0}">
      <dgm:prSet/>
      <dgm:spPr/>
    </dgm:pt>
    <dgm:pt modelId="{54F45383-5EF0-4665-8EEF-75859901F709}" type="sibTrans" cxnId="{28114832-9B61-4B5E-A41C-0BD009CA9AE0}">
      <dgm:prSet/>
      <dgm:spPr/>
    </dgm:pt>
    <dgm:pt modelId="{43AD86BA-0816-42D4-B6AA-0FF6FBECE65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CE2018C-09F1-40FB-A576-79CF57ED3BDB}" type="parTrans" cxnId="{6BBC9F7A-29A3-4342-A198-61D8CB368D71}">
      <dgm:prSet/>
      <dgm:spPr/>
    </dgm:pt>
    <dgm:pt modelId="{861E8714-4131-49A8-84D3-2BA9CBC0411C}" type="sibTrans" cxnId="{6BBC9F7A-29A3-4342-A198-61D8CB368D71}">
      <dgm:prSet/>
      <dgm:spPr/>
    </dgm:pt>
    <dgm:pt modelId="{5A006452-528A-4F83-ABEF-8C149194F6B1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BA8086C5-646D-486D-8FCD-4E27987AFE17}" type="parTrans" cxnId="{BF73EDB4-A3D0-4ACD-8DE9-D7056E29BEBE}">
      <dgm:prSet/>
      <dgm:spPr/>
    </dgm:pt>
    <dgm:pt modelId="{CE839F03-7F47-4AC0-A99A-A0F23B54D48D}" type="sibTrans" cxnId="{BF73EDB4-A3D0-4ACD-8DE9-D7056E29BEBE}">
      <dgm:prSet/>
      <dgm:spPr/>
    </dgm:pt>
    <dgm:pt modelId="{30488AC3-2F10-4D67-93D1-5F84B4DFB665}" type="pres">
      <dgm:prSet presAssocID="{E3F4FD5C-908D-4DB3-A275-009E21F6C1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7FCF567-086E-4036-B8E0-58F62891BAE8}" type="pres">
      <dgm:prSet presAssocID="{8F9B687B-8013-45E1-B3E2-F0295C541BB9}" presName="hierRoot1" presStyleCnt="0">
        <dgm:presLayoutVars>
          <dgm:hierBranch val="init"/>
        </dgm:presLayoutVars>
      </dgm:prSet>
      <dgm:spPr/>
    </dgm:pt>
    <dgm:pt modelId="{71EDD5B2-E47B-4E84-B7F3-6FDB3675F2AD}" type="pres">
      <dgm:prSet presAssocID="{8F9B687B-8013-45E1-B3E2-F0295C541BB9}" presName="rootComposite1" presStyleCnt="0"/>
      <dgm:spPr/>
    </dgm:pt>
    <dgm:pt modelId="{E18C7452-C1D3-43FB-AE86-12B3E744FC4B}" type="pres">
      <dgm:prSet presAssocID="{8F9B687B-8013-45E1-B3E2-F0295C541BB9}" presName="rootText1" presStyleLbl="node0" presStyleIdx="0" presStyleCnt="1">
        <dgm:presLayoutVars>
          <dgm:chPref val="3"/>
        </dgm:presLayoutVars>
      </dgm:prSet>
      <dgm:spPr/>
    </dgm:pt>
    <dgm:pt modelId="{9B9CE734-7805-48BC-9EDC-084AF08173CC}" type="pres">
      <dgm:prSet presAssocID="{8F9B687B-8013-45E1-B3E2-F0295C541BB9}" presName="rootConnector1" presStyleLbl="node1" presStyleIdx="0" presStyleCnt="0"/>
      <dgm:spPr/>
    </dgm:pt>
    <dgm:pt modelId="{BC21C3A2-C24B-4931-BD76-F7DFDB418C53}" type="pres">
      <dgm:prSet presAssocID="{8F9B687B-8013-45E1-B3E2-F0295C541BB9}" presName="hierChild2" presStyleCnt="0"/>
      <dgm:spPr/>
    </dgm:pt>
    <dgm:pt modelId="{178323E7-24D6-4EEB-952D-BD7E9A19F504}" type="pres">
      <dgm:prSet presAssocID="{AFFD6228-81EC-4FF5-BC0B-9A89102BFF56}" presName="Name37" presStyleLbl="parChTrans1D2" presStyleIdx="0" presStyleCnt="3"/>
      <dgm:spPr/>
    </dgm:pt>
    <dgm:pt modelId="{19D8F9AF-958A-4568-A881-1BF552E3B112}" type="pres">
      <dgm:prSet presAssocID="{D837EFBC-4A8F-4F51-943D-144847392432}" presName="hierRoot2" presStyleCnt="0">
        <dgm:presLayoutVars>
          <dgm:hierBranch val="init"/>
        </dgm:presLayoutVars>
      </dgm:prSet>
      <dgm:spPr/>
    </dgm:pt>
    <dgm:pt modelId="{AA4DCC2F-2FDF-4474-89C6-5331DACB4202}" type="pres">
      <dgm:prSet presAssocID="{D837EFBC-4A8F-4F51-943D-144847392432}" presName="rootComposite" presStyleCnt="0"/>
      <dgm:spPr/>
    </dgm:pt>
    <dgm:pt modelId="{39E05CD4-1365-4794-9066-B433285DCC40}" type="pres">
      <dgm:prSet presAssocID="{D837EFBC-4A8F-4F51-943D-144847392432}" presName="rootText" presStyleLbl="node2" presStyleIdx="0" presStyleCnt="3">
        <dgm:presLayoutVars>
          <dgm:chPref val="3"/>
        </dgm:presLayoutVars>
      </dgm:prSet>
      <dgm:spPr/>
    </dgm:pt>
    <dgm:pt modelId="{0127E144-A6F2-4383-8CD1-3475D1702CD4}" type="pres">
      <dgm:prSet presAssocID="{D837EFBC-4A8F-4F51-943D-144847392432}" presName="rootConnector" presStyleLbl="node2" presStyleIdx="0" presStyleCnt="3"/>
      <dgm:spPr/>
    </dgm:pt>
    <dgm:pt modelId="{EF565437-B09D-43FE-B87D-CBDAE453615E}" type="pres">
      <dgm:prSet presAssocID="{D837EFBC-4A8F-4F51-943D-144847392432}" presName="hierChild4" presStyleCnt="0"/>
      <dgm:spPr/>
    </dgm:pt>
    <dgm:pt modelId="{0307905D-BFB1-4C6B-934B-2BF060D5ADA0}" type="pres">
      <dgm:prSet presAssocID="{D837EFBC-4A8F-4F51-943D-144847392432}" presName="hierChild5" presStyleCnt="0"/>
      <dgm:spPr/>
    </dgm:pt>
    <dgm:pt modelId="{D6426C8F-F2F5-4DE5-B10F-3D6D6EC116C8}" type="pres">
      <dgm:prSet presAssocID="{BCE2018C-09F1-40FB-A576-79CF57ED3BDB}" presName="Name37" presStyleLbl="parChTrans1D2" presStyleIdx="1" presStyleCnt="3"/>
      <dgm:spPr/>
    </dgm:pt>
    <dgm:pt modelId="{591D6443-9857-4D95-B041-750033FC242E}" type="pres">
      <dgm:prSet presAssocID="{43AD86BA-0816-42D4-B6AA-0FF6FBECE650}" presName="hierRoot2" presStyleCnt="0">
        <dgm:presLayoutVars>
          <dgm:hierBranch val="init"/>
        </dgm:presLayoutVars>
      </dgm:prSet>
      <dgm:spPr/>
    </dgm:pt>
    <dgm:pt modelId="{0F3D452A-39CD-4805-9F05-F184554895BA}" type="pres">
      <dgm:prSet presAssocID="{43AD86BA-0816-42D4-B6AA-0FF6FBECE650}" presName="rootComposite" presStyleCnt="0"/>
      <dgm:spPr/>
    </dgm:pt>
    <dgm:pt modelId="{A2657B4B-368E-4F13-956E-9AFBDEB98A66}" type="pres">
      <dgm:prSet presAssocID="{43AD86BA-0816-42D4-B6AA-0FF6FBECE650}" presName="rootText" presStyleLbl="node2" presStyleIdx="1" presStyleCnt="3">
        <dgm:presLayoutVars>
          <dgm:chPref val="3"/>
        </dgm:presLayoutVars>
      </dgm:prSet>
      <dgm:spPr/>
    </dgm:pt>
    <dgm:pt modelId="{0FEA2252-8A5E-4FDD-85CD-E1AFCC5050BE}" type="pres">
      <dgm:prSet presAssocID="{43AD86BA-0816-42D4-B6AA-0FF6FBECE650}" presName="rootConnector" presStyleLbl="node2" presStyleIdx="1" presStyleCnt="3"/>
      <dgm:spPr/>
    </dgm:pt>
    <dgm:pt modelId="{146D149A-5416-46B2-A06F-C8A570257AAD}" type="pres">
      <dgm:prSet presAssocID="{43AD86BA-0816-42D4-B6AA-0FF6FBECE650}" presName="hierChild4" presStyleCnt="0"/>
      <dgm:spPr/>
    </dgm:pt>
    <dgm:pt modelId="{E517742B-FAB4-4C10-8E8E-77938F49C0EB}" type="pres">
      <dgm:prSet presAssocID="{43AD86BA-0816-42D4-B6AA-0FF6FBECE650}" presName="hierChild5" presStyleCnt="0"/>
      <dgm:spPr/>
    </dgm:pt>
    <dgm:pt modelId="{2F9D67EC-D8AA-4786-A183-AD6C08BAD4EC}" type="pres">
      <dgm:prSet presAssocID="{BA8086C5-646D-486D-8FCD-4E27987AFE17}" presName="Name37" presStyleLbl="parChTrans1D2" presStyleIdx="2" presStyleCnt="3"/>
      <dgm:spPr/>
    </dgm:pt>
    <dgm:pt modelId="{7A589ADD-513B-4529-8CB9-AEE83E011E18}" type="pres">
      <dgm:prSet presAssocID="{5A006452-528A-4F83-ABEF-8C149194F6B1}" presName="hierRoot2" presStyleCnt="0">
        <dgm:presLayoutVars>
          <dgm:hierBranch val="init"/>
        </dgm:presLayoutVars>
      </dgm:prSet>
      <dgm:spPr/>
    </dgm:pt>
    <dgm:pt modelId="{EBE129C1-D45F-443D-8AFA-CF08DD082F05}" type="pres">
      <dgm:prSet presAssocID="{5A006452-528A-4F83-ABEF-8C149194F6B1}" presName="rootComposite" presStyleCnt="0"/>
      <dgm:spPr/>
    </dgm:pt>
    <dgm:pt modelId="{A77001D7-8AFB-4DD3-8094-9AAD293624A4}" type="pres">
      <dgm:prSet presAssocID="{5A006452-528A-4F83-ABEF-8C149194F6B1}" presName="rootText" presStyleLbl="node2" presStyleIdx="2" presStyleCnt="3">
        <dgm:presLayoutVars>
          <dgm:chPref val="3"/>
        </dgm:presLayoutVars>
      </dgm:prSet>
      <dgm:spPr/>
    </dgm:pt>
    <dgm:pt modelId="{1A87229F-6923-4040-A5E0-323ACCEE9CCE}" type="pres">
      <dgm:prSet presAssocID="{5A006452-528A-4F83-ABEF-8C149194F6B1}" presName="rootConnector" presStyleLbl="node2" presStyleIdx="2" presStyleCnt="3"/>
      <dgm:spPr/>
    </dgm:pt>
    <dgm:pt modelId="{7987FF68-1230-43F9-9D4A-33727C263ACA}" type="pres">
      <dgm:prSet presAssocID="{5A006452-528A-4F83-ABEF-8C149194F6B1}" presName="hierChild4" presStyleCnt="0"/>
      <dgm:spPr/>
    </dgm:pt>
    <dgm:pt modelId="{815BEAC3-37D0-4CD4-BC0E-A0DD0271497A}" type="pres">
      <dgm:prSet presAssocID="{5A006452-528A-4F83-ABEF-8C149194F6B1}" presName="hierChild5" presStyleCnt="0"/>
      <dgm:spPr/>
    </dgm:pt>
    <dgm:pt modelId="{BBCB88E0-0EDB-4499-9309-790E2F3B959B}" type="pres">
      <dgm:prSet presAssocID="{8F9B687B-8013-45E1-B3E2-F0295C541BB9}" presName="hierChild3" presStyleCnt="0"/>
      <dgm:spPr/>
    </dgm:pt>
  </dgm:ptLst>
  <dgm:cxnLst>
    <dgm:cxn modelId="{AF110B16-0420-4C50-94E3-EFDF2D8EC3DC}" type="presOf" srcId="{BA8086C5-646D-486D-8FCD-4E27987AFE17}" destId="{2F9D67EC-D8AA-4786-A183-AD6C08BAD4EC}" srcOrd="0" destOrd="0" presId="urn:microsoft.com/office/officeart/2005/8/layout/orgChart1"/>
    <dgm:cxn modelId="{84A41D2B-1DB8-48EB-A1EE-160921E71F05}" type="presOf" srcId="{43AD86BA-0816-42D4-B6AA-0FF6FBECE650}" destId="{0FEA2252-8A5E-4FDD-85CD-E1AFCC5050BE}" srcOrd="1" destOrd="0" presId="urn:microsoft.com/office/officeart/2005/8/layout/orgChart1"/>
    <dgm:cxn modelId="{28114832-9B61-4B5E-A41C-0BD009CA9AE0}" srcId="{8F9B687B-8013-45E1-B3E2-F0295C541BB9}" destId="{D837EFBC-4A8F-4F51-943D-144847392432}" srcOrd="0" destOrd="0" parTransId="{AFFD6228-81EC-4FF5-BC0B-9A89102BFF56}" sibTransId="{54F45383-5EF0-4665-8EEF-75859901F709}"/>
    <dgm:cxn modelId="{BA96EA64-8148-47FA-B026-13D96CFBAEE5}" type="presOf" srcId="{8F9B687B-8013-45E1-B3E2-F0295C541BB9}" destId="{E18C7452-C1D3-43FB-AE86-12B3E744FC4B}" srcOrd="0" destOrd="0" presId="urn:microsoft.com/office/officeart/2005/8/layout/orgChart1"/>
    <dgm:cxn modelId="{E15D574B-4FCF-4967-94C4-AB00B06077C8}" type="presOf" srcId="{E3F4FD5C-908D-4DB3-A275-009E21F6C1E8}" destId="{30488AC3-2F10-4D67-93D1-5F84B4DFB665}" srcOrd="0" destOrd="0" presId="urn:microsoft.com/office/officeart/2005/8/layout/orgChart1"/>
    <dgm:cxn modelId="{9119406D-F2E7-4644-89E5-2ABE337AED3C}" type="presOf" srcId="{D837EFBC-4A8F-4F51-943D-144847392432}" destId="{0127E144-A6F2-4383-8CD1-3475D1702CD4}" srcOrd="1" destOrd="0" presId="urn:microsoft.com/office/officeart/2005/8/layout/orgChart1"/>
    <dgm:cxn modelId="{966F235A-32FC-4D00-9B22-869ACE1B3930}" type="presOf" srcId="{5A006452-528A-4F83-ABEF-8C149194F6B1}" destId="{A77001D7-8AFB-4DD3-8094-9AAD293624A4}" srcOrd="0" destOrd="0" presId="urn:microsoft.com/office/officeart/2005/8/layout/orgChart1"/>
    <dgm:cxn modelId="{6BBC9F7A-29A3-4342-A198-61D8CB368D71}" srcId="{8F9B687B-8013-45E1-B3E2-F0295C541BB9}" destId="{43AD86BA-0816-42D4-B6AA-0FF6FBECE650}" srcOrd="1" destOrd="0" parTransId="{BCE2018C-09F1-40FB-A576-79CF57ED3BDB}" sibTransId="{861E8714-4131-49A8-84D3-2BA9CBC0411C}"/>
    <dgm:cxn modelId="{CFBB5B7C-2065-4A73-AC65-429B5CEE977A}" type="presOf" srcId="{43AD86BA-0816-42D4-B6AA-0FF6FBECE650}" destId="{A2657B4B-368E-4F13-956E-9AFBDEB98A66}" srcOrd="0" destOrd="0" presId="urn:microsoft.com/office/officeart/2005/8/layout/orgChart1"/>
    <dgm:cxn modelId="{F3AF5080-6368-48F6-9AA9-D3303028581B}" type="presOf" srcId="{BCE2018C-09F1-40FB-A576-79CF57ED3BDB}" destId="{D6426C8F-F2F5-4DE5-B10F-3D6D6EC116C8}" srcOrd="0" destOrd="0" presId="urn:microsoft.com/office/officeart/2005/8/layout/orgChart1"/>
    <dgm:cxn modelId="{6246E783-81DF-4DDC-B35F-DB34B7DC3918}" type="presOf" srcId="{8F9B687B-8013-45E1-B3E2-F0295C541BB9}" destId="{9B9CE734-7805-48BC-9EDC-084AF08173CC}" srcOrd="1" destOrd="0" presId="urn:microsoft.com/office/officeart/2005/8/layout/orgChart1"/>
    <dgm:cxn modelId="{BF73EDB4-A3D0-4ACD-8DE9-D7056E29BEBE}" srcId="{8F9B687B-8013-45E1-B3E2-F0295C541BB9}" destId="{5A006452-528A-4F83-ABEF-8C149194F6B1}" srcOrd="2" destOrd="0" parTransId="{BA8086C5-646D-486D-8FCD-4E27987AFE17}" sibTransId="{CE839F03-7F47-4AC0-A99A-A0F23B54D48D}"/>
    <dgm:cxn modelId="{A80970BD-578D-41D0-9094-7D84D1E6143C}" type="presOf" srcId="{5A006452-528A-4F83-ABEF-8C149194F6B1}" destId="{1A87229F-6923-4040-A5E0-323ACCEE9CCE}" srcOrd="1" destOrd="0" presId="urn:microsoft.com/office/officeart/2005/8/layout/orgChart1"/>
    <dgm:cxn modelId="{53B0AEE4-648D-4994-AD01-DD769F92F865}" type="presOf" srcId="{D837EFBC-4A8F-4F51-943D-144847392432}" destId="{39E05CD4-1365-4794-9066-B433285DCC40}" srcOrd="0" destOrd="0" presId="urn:microsoft.com/office/officeart/2005/8/layout/orgChart1"/>
    <dgm:cxn modelId="{815C55F5-6C45-4B00-B541-AA07B2377F40}" srcId="{E3F4FD5C-908D-4DB3-A275-009E21F6C1E8}" destId="{8F9B687B-8013-45E1-B3E2-F0295C541BB9}" srcOrd="0" destOrd="0" parTransId="{87EFB322-1249-43F5-A635-EE8E6C941DFC}" sibTransId="{004F423E-6C4C-412E-8F9D-EDACC028D8FF}"/>
    <dgm:cxn modelId="{5FEC08FA-95EC-4819-A246-A191FFED8534}" type="presOf" srcId="{AFFD6228-81EC-4FF5-BC0B-9A89102BFF56}" destId="{178323E7-24D6-4EEB-952D-BD7E9A19F504}" srcOrd="0" destOrd="0" presId="urn:microsoft.com/office/officeart/2005/8/layout/orgChart1"/>
    <dgm:cxn modelId="{89076040-AE76-4DE6-8C13-5AE2A648F1D2}" type="presParOf" srcId="{30488AC3-2F10-4D67-93D1-5F84B4DFB665}" destId="{77FCF567-086E-4036-B8E0-58F62891BAE8}" srcOrd="0" destOrd="0" presId="urn:microsoft.com/office/officeart/2005/8/layout/orgChart1"/>
    <dgm:cxn modelId="{44D1141C-A82A-459C-B2C3-3C5C6E99C4E8}" type="presParOf" srcId="{77FCF567-086E-4036-B8E0-58F62891BAE8}" destId="{71EDD5B2-E47B-4E84-B7F3-6FDB3675F2AD}" srcOrd="0" destOrd="0" presId="urn:microsoft.com/office/officeart/2005/8/layout/orgChart1"/>
    <dgm:cxn modelId="{86A4CA96-3F9B-47F5-BE77-E1C0CDBA38D5}" type="presParOf" srcId="{71EDD5B2-E47B-4E84-B7F3-6FDB3675F2AD}" destId="{E18C7452-C1D3-43FB-AE86-12B3E744FC4B}" srcOrd="0" destOrd="0" presId="urn:microsoft.com/office/officeart/2005/8/layout/orgChart1"/>
    <dgm:cxn modelId="{40F98A43-CB7B-4D45-BE3D-35600DFF4A6C}" type="presParOf" srcId="{71EDD5B2-E47B-4E84-B7F3-6FDB3675F2AD}" destId="{9B9CE734-7805-48BC-9EDC-084AF08173CC}" srcOrd="1" destOrd="0" presId="urn:microsoft.com/office/officeart/2005/8/layout/orgChart1"/>
    <dgm:cxn modelId="{C85BE804-905F-4A55-AB3D-8495954FE9BB}" type="presParOf" srcId="{77FCF567-086E-4036-B8E0-58F62891BAE8}" destId="{BC21C3A2-C24B-4931-BD76-F7DFDB418C53}" srcOrd="1" destOrd="0" presId="urn:microsoft.com/office/officeart/2005/8/layout/orgChart1"/>
    <dgm:cxn modelId="{013F525E-6472-43E1-A9A5-266E10AC6951}" type="presParOf" srcId="{BC21C3A2-C24B-4931-BD76-F7DFDB418C53}" destId="{178323E7-24D6-4EEB-952D-BD7E9A19F504}" srcOrd="0" destOrd="0" presId="urn:microsoft.com/office/officeart/2005/8/layout/orgChart1"/>
    <dgm:cxn modelId="{A10E9E6D-5A61-48B3-B07D-CC36F9D0BA0D}" type="presParOf" srcId="{BC21C3A2-C24B-4931-BD76-F7DFDB418C53}" destId="{19D8F9AF-958A-4568-A881-1BF552E3B112}" srcOrd="1" destOrd="0" presId="urn:microsoft.com/office/officeart/2005/8/layout/orgChart1"/>
    <dgm:cxn modelId="{11F5D192-0843-4D7E-BB03-D1AC3E42CC74}" type="presParOf" srcId="{19D8F9AF-958A-4568-A881-1BF552E3B112}" destId="{AA4DCC2F-2FDF-4474-89C6-5331DACB4202}" srcOrd="0" destOrd="0" presId="urn:microsoft.com/office/officeart/2005/8/layout/orgChart1"/>
    <dgm:cxn modelId="{E9CA6627-25F1-4F49-8B60-8611C4812642}" type="presParOf" srcId="{AA4DCC2F-2FDF-4474-89C6-5331DACB4202}" destId="{39E05CD4-1365-4794-9066-B433285DCC40}" srcOrd="0" destOrd="0" presId="urn:microsoft.com/office/officeart/2005/8/layout/orgChart1"/>
    <dgm:cxn modelId="{584F8F16-74D1-4209-9FFB-398EFD41050D}" type="presParOf" srcId="{AA4DCC2F-2FDF-4474-89C6-5331DACB4202}" destId="{0127E144-A6F2-4383-8CD1-3475D1702CD4}" srcOrd="1" destOrd="0" presId="urn:microsoft.com/office/officeart/2005/8/layout/orgChart1"/>
    <dgm:cxn modelId="{02C6BF03-E09D-4E17-B3F6-9B85033ED5BE}" type="presParOf" srcId="{19D8F9AF-958A-4568-A881-1BF552E3B112}" destId="{EF565437-B09D-43FE-B87D-CBDAE453615E}" srcOrd="1" destOrd="0" presId="urn:microsoft.com/office/officeart/2005/8/layout/orgChart1"/>
    <dgm:cxn modelId="{4FE02323-F64E-4A27-A312-BBFAB6DF7D15}" type="presParOf" srcId="{19D8F9AF-958A-4568-A881-1BF552E3B112}" destId="{0307905D-BFB1-4C6B-934B-2BF060D5ADA0}" srcOrd="2" destOrd="0" presId="urn:microsoft.com/office/officeart/2005/8/layout/orgChart1"/>
    <dgm:cxn modelId="{02A1C75D-686A-4BF3-AEDC-6688D3373133}" type="presParOf" srcId="{BC21C3A2-C24B-4931-BD76-F7DFDB418C53}" destId="{D6426C8F-F2F5-4DE5-B10F-3D6D6EC116C8}" srcOrd="2" destOrd="0" presId="urn:microsoft.com/office/officeart/2005/8/layout/orgChart1"/>
    <dgm:cxn modelId="{33D64CD7-57C3-48F2-9C13-B26B07E299AC}" type="presParOf" srcId="{BC21C3A2-C24B-4931-BD76-F7DFDB418C53}" destId="{591D6443-9857-4D95-B041-750033FC242E}" srcOrd="3" destOrd="0" presId="urn:microsoft.com/office/officeart/2005/8/layout/orgChart1"/>
    <dgm:cxn modelId="{875DD0B0-3252-4332-AFAC-AA6FC962C302}" type="presParOf" srcId="{591D6443-9857-4D95-B041-750033FC242E}" destId="{0F3D452A-39CD-4805-9F05-F184554895BA}" srcOrd="0" destOrd="0" presId="urn:microsoft.com/office/officeart/2005/8/layout/orgChart1"/>
    <dgm:cxn modelId="{9FD96672-0DE7-418F-9606-8C9ED39B1782}" type="presParOf" srcId="{0F3D452A-39CD-4805-9F05-F184554895BA}" destId="{A2657B4B-368E-4F13-956E-9AFBDEB98A66}" srcOrd="0" destOrd="0" presId="urn:microsoft.com/office/officeart/2005/8/layout/orgChart1"/>
    <dgm:cxn modelId="{0B880CA2-CF83-4BA4-8E7E-3648C7E4D5C6}" type="presParOf" srcId="{0F3D452A-39CD-4805-9F05-F184554895BA}" destId="{0FEA2252-8A5E-4FDD-85CD-E1AFCC5050BE}" srcOrd="1" destOrd="0" presId="urn:microsoft.com/office/officeart/2005/8/layout/orgChart1"/>
    <dgm:cxn modelId="{E3B3D27A-3546-48BB-AA95-4D9C4FF8FD01}" type="presParOf" srcId="{591D6443-9857-4D95-B041-750033FC242E}" destId="{146D149A-5416-46B2-A06F-C8A570257AAD}" srcOrd="1" destOrd="0" presId="urn:microsoft.com/office/officeart/2005/8/layout/orgChart1"/>
    <dgm:cxn modelId="{D99A86E6-0175-4689-AF3C-5438925CAD6B}" type="presParOf" srcId="{591D6443-9857-4D95-B041-750033FC242E}" destId="{E517742B-FAB4-4C10-8E8E-77938F49C0EB}" srcOrd="2" destOrd="0" presId="urn:microsoft.com/office/officeart/2005/8/layout/orgChart1"/>
    <dgm:cxn modelId="{9B26C2DB-B456-42D7-BA64-4801AD1EEF76}" type="presParOf" srcId="{BC21C3A2-C24B-4931-BD76-F7DFDB418C53}" destId="{2F9D67EC-D8AA-4786-A183-AD6C08BAD4EC}" srcOrd="4" destOrd="0" presId="urn:microsoft.com/office/officeart/2005/8/layout/orgChart1"/>
    <dgm:cxn modelId="{C9E3AE2C-A2BC-4271-8890-244339C20B0E}" type="presParOf" srcId="{BC21C3A2-C24B-4931-BD76-F7DFDB418C53}" destId="{7A589ADD-513B-4529-8CB9-AEE83E011E18}" srcOrd="5" destOrd="0" presId="urn:microsoft.com/office/officeart/2005/8/layout/orgChart1"/>
    <dgm:cxn modelId="{39F6D9CF-5411-4DE4-8292-2D35A0510806}" type="presParOf" srcId="{7A589ADD-513B-4529-8CB9-AEE83E011E18}" destId="{EBE129C1-D45F-443D-8AFA-CF08DD082F05}" srcOrd="0" destOrd="0" presId="urn:microsoft.com/office/officeart/2005/8/layout/orgChart1"/>
    <dgm:cxn modelId="{B77A50B9-9143-4DAF-B742-B1A578701763}" type="presParOf" srcId="{EBE129C1-D45F-443D-8AFA-CF08DD082F05}" destId="{A77001D7-8AFB-4DD3-8094-9AAD293624A4}" srcOrd="0" destOrd="0" presId="urn:microsoft.com/office/officeart/2005/8/layout/orgChart1"/>
    <dgm:cxn modelId="{C22B5622-F2EB-49CD-8FB6-20B78B93EEE7}" type="presParOf" srcId="{EBE129C1-D45F-443D-8AFA-CF08DD082F05}" destId="{1A87229F-6923-4040-A5E0-323ACCEE9CCE}" srcOrd="1" destOrd="0" presId="urn:microsoft.com/office/officeart/2005/8/layout/orgChart1"/>
    <dgm:cxn modelId="{A27D6D34-B2D3-4980-A4E3-41740DB3B805}" type="presParOf" srcId="{7A589ADD-513B-4529-8CB9-AEE83E011E18}" destId="{7987FF68-1230-43F9-9D4A-33727C263ACA}" srcOrd="1" destOrd="0" presId="urn:microsoft.com/office/officeart/2005/8/layout/orgChart1"/>
    <dgm:cxn modelId="{D908965C-C065-4572-93BF-DD73585D40CF}" type="presParOf" srcId="{7A589ADD-513B-4529-8CB9-AEE83E011E18}" destId="{815BEAC3-37D0-4CD4-BC0E-A0DD0271497A}" srcOrd="2" destOrd="0" presId="urn:microsoft.com/office/officeart/2005/8/layout/orgChart1"/>
    <dgm:cxn modelId="{36FC569A-7E2E-435B-9DA4-80FFD2260879}" type="presParOf" srcId="{77FCF567-086E-4036-B8E0-58F62891BAE8}" destId="{BBCB88E0-0EDB-4499-9309-790E2F3B959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9F4421E0-5F9C-4D0C-93D3-9D8C8AB2E350}" type="doc">
      <dgm:prSet loTypeId="urn:microsoft.com/office/officeart/2005/8/layout/orgChart1" loCatId="hierarchy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80CDEC-83E8-483D-BBD5-6B411565549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9D3B7E8B-16CE-43AB-98B9-0C098A47871A}" type="parTrans" cxnId="{CAC615BB-FEDE-4C41-BE0F-BAA4E9799AB6}">
      <dgm:prSet/>
      <dgm:spPr/>
    </dgm:pt>
    <dgm:pt modelId="{7D57FAB6-2524-4C2F-84EB-F3C3BEA40F81}" type="sibTrans" cxnId="{CAC615BB-FEDE-4C41-BE0F-BAA4E9799AB6}">
      <dgm:prSet/>
      <dgm:spPr/>
    </dgm:pt>
    <dgm:pt modelId="{9E8868C9-FFF3-4398-8CBA-441D458FAC10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16F125CF-CA86-4B7B-A3BA-F3002E8B6996}" type="parTrans" cxnId="{FE779566-5D2E-452B-8F9B-91A019B721F9}">
      <dgm:prSet/>
      <dgm:spPr/>
    </dgm:pt>
    <dgm:pt modelId="{F0173810-2F61-4CC6-B272-47F9F6C5C970}" type="sibTrans" cxnId="{FE779566-5D2E-452B-8F9B-91A019B721F9}">
      <dgm:prSet/>
      <dgm:spPr/>
    </dgm:pt>
    <dgm:pt modelId="{BCE96A0B-1F4E-455F-BB8B-B9C889F77B79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5586585E-C905-49A8-9B73-E27EF484C3E0}" type="parTrans" cxnId="{526F2CBC-EEC8-4651-B565-A6BA84D6C454}">
      <dgm:prSet/>
      <dgm:spPr/>
    </dgm:pt>
    <dgm:pt modelId="{409695B6-723C-4CC8-9968-95F7C7CD0E24}" type="sibTrans" cxnId="{526F2CBC-EEC8-4651-B565-A6BA84D6C454}">
      <dgm:prSet/>
      <dgm:spPr/>
    </dgm:pt>
    <dgm:pt modelId="{68AE40B0-A779-4A27-9F2D-775FC61DC839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5B131D7A-8A47-451B-8047-80A888046267}" type="parTrans" cxnId="{18992919-CCB4-46DF-AB8B-CCEDE627E16E}">
      <dgm:prSet/>
      <dgm:spPr/>
    </dgm:pt>
    <dgm:pt modelId="{C63222AE-FE88-4622-9926-668902DD3EA9}" type="sibTrans" cxnId="{18992919-CCB4-46DF-AB8B-CCEDE627E16E}">
      <dgm:prSet/>
      <dgm:spPr/>
    </dgm:pt>
    <dgm:pt modelId="{6AC0EEBC-F01B-42B1-8ABE-8A68EA51B6C2}" type="pres">
      <dgm:prSet presAssocID="{9F4421E0-5F9C-4D0C-93D3-9D8C8AB2E35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2A8165C-C84E-4C22-BE3E-8E0B05B112AE}" type="pres">
      <dgm:prSet presAssocID="{6A80CDEC-83E8-483D-BBD5-6B4115655499}" presName="hierRoot1" presStyleCnt="0">
        <dgm:presLayoutVars>
          <dgm:hierBranch val="init"/>
        </dgm:presLayoutVars>
      </dgm:prSet>
      <dgm:spPr/>
    </dgm:pt>
    <dgm:pt modelId="{2793DF95-5FF0-43AF-991B-4A3E190623F9}" type="pres">
      <dgm:prSet presAssocID="{6A80CDEC-83E8-483D-BBD5-6B4115655499}" presName="rootComposite1" presStyleCnt="0"/>
      <dgm:spPr/>
    </dgm:pt>
    <dgm:pt modelId="{BF4D962A-28E2-4D3A-8103-8E41C30DA8B4}" type="pres">
      <dgm:prSet presAssocID="{6A80CDEC-83E8-483D-BBD5-6B4115655499}" presName="rootText1" presStyleLbl="node0" presStyleIdx="0" presStyleCnt="1">
        <dgm:presLayoutVars>
          <dgm:chPref val="3"/>
        </dgm:presLayoutVars>
      </dgm:prSet>
      <dgm:spPr/>
    </dgm:pt>
    <dgm:pt modelId="{9FE85D1E-F834-4444-B1A7-8155E7798A16}" type="pres">
      <dgm:prSet presAssocID="{6A80CDEC-83E8-483D-BBD5-6B4115655499}" presName="rootConnector1" presStyleLbl="node1" presStyleIdx="0" presStyleCnt="0"/>
      <dgm:spPr/>
    </dgm:pt>
    <dgm:pt modelId="{CE9E2F1B-A785-42C7-9341-AB2636C99A26}" type="pres">
      <dgm:prSet presAssocID="{6A80CDEC-83E8-483D-BBD5-6B4115655499}" presName="hierChild2" presStyleCnt="0"/>
      <dgm:spPr/>
    </dgm:pt>
    <dgm:pt modelId="{9E086050-2D5D-45F9-AEC2-BD26E76BA5E0}" type="pres">
      <dgm:prSet presAssocID="{16F125CF-CA86-4B7B-A3BA-F3002E8B6996}" presName="Name37" presStyleLbl="parChTrans1D2" presStyleIdx="0" presStyleCnt="3"/>
      <dgm:spPr/>
    </dgm:pt>
    <dgm:pt modelId="{718E3831-A58A-4F4F-8073-6F69D5F17476}" type="pres">
      <dgm:prSet presAssocID="{9E8868C9-FFF3-4398-8CBA-441D458FAC10}" presName="hierRoot2" presStyleCnt="0">
        <dgm:presLayoutVars>
          <dgm:hierBranch val="init"/>
        </dgm:presLayoutVars>
      </dgm:prSet>
      <dgm:spPr/>
    </dgm:pt>
    <dgm:pt modelId="{255C802D-CD99-4B4C-B1AB-3FC23F3DDA9E}" type="pres">
      <dgm:prSet presAssocID="{9E8868C9-FFF3-4398-8CBA-441D458FAC10}" presName="rootComposite" presStyleCnt="0"/>
      <dgm:spPr/>
    </dgm:pt>
    <dgm:pt modelId="{6907E078-9656-4ACD-AAAA-1B9A2272464C}" type="pres">
      <dgm:prSet presAssocID="{9E8868C9-FFF3-4398-8CBA-441D458FAC10}" presName="rootText" presStyleLbl="node2" presStyleIdx="0" presStyleCnt="3">
        <dgm:presLayoutVars>
          <dgm:chPref val="3"/>
        </dgm:presLayoutVars>
      </dgm:prSet>
      <dgm:spPr/>
    </dgm:pt>
    <dgm:pt modelId="{7FCF12B2-5BAB-41C8-BFA7-C9C3CA6419B5}" type="pres">
      <dgm:prSet presAssocID="{9E8868C9-FFF3-4398-8CBA-441D458FAC10}" presName="rootConnector" presStyleLbl="node2" presStyleIdx="0" presStyleCnt="3"/>
      <dgm:spPr/>
    </dgm:pt>
    <dgm:pt modelId="{14A56ACE-D763-4EF4-9D29-AC97A612C3EB}" type="pres">
      <dgm:prSet presAssocID="{9E8868C9-FFF3-4398-8CBA-441D458FAC10}" presName="hierChild4" presStyleCnt="0"/>
      <dgm:spPr/>
    </dgm:pt>
    <dgm:pt modelId="{E660333F-CD1B-4F8F-8AD0-8CBDCA52E185}" type="pres">
      <dgm:prSet presAssocID="{9E8868C9-FFF3-4398-8CBA-441D458FAC10}" presName="hierChild5" presStyleCnt="0"/>
      <dgm:spPr/>
    </dgm:pt>
    <dgm:pt modelId="{4992D3E6-1815-421C-9B9B-5CD966766BC6}" type="pres">
      <dgm:prSet presAssocID="{5586585E-C905-49A8-9B73-E27EF484C3E0}" presName="Name37" presStyleLbl="parChTrans1D2" presStyleIdx="1" presStyleCnt="3"/>
      <dgm:spPr/>
    </dgm:pt>
    <dgm:pt modelId="{0CF306D7-D2A0-424A-8E11-54A6D397CE6C}" type="pres">
      <dgm:prSet presAssocID="{BCE96A0B-1F4E-455F-BB8B-B9C889F77B79}" presName="hierRoot2" presStyleCnt="0">
        <dgm:presLayoutVars>
          <dgm:hierBranch val="init"/>
        </dgm:presLayoutVars>
      </dgm:prSet>
      <dgm:spPr/>
    </dgm:pt>
    <dgm:pt modelId="{90B72A9F-56F9-4A86-B720-32C92B1533CD}" type="pres">
      <dgm:prSet presAssocID="{BCE96A0B-1F4E-455F-BB8B-B9C889F77B79}" presName="rootComposite" presStyleCnt="0"/>
      <dgm:spPr/>
    </dgm:pt>
    <dgm:pt modelId="{A331ADF9-E6AE-4D8E-8FB4-DB4D04D5E7E5}" type="pres">
      <dgm:prSet presAssocID="{BCE96A0B-1F4E-455F-BB8B-B9C889F77B79}" presName="rootText" presStyleLbl="node2" presStyleIdx="1" presStyleCnt="3">
        <dgm:presLayoutVars>
          <dgm:chPref val="3"/>
        </dgm:presLayoutVars>
      </dgm:prSet>
      <dgm:spPr/>
    </dgm:pt>
    <dgm:pt modelId="{90CB8239-4E28-49C8-A399-62C6F57F3913}" type="pres">
      <dgm:prSet presAssocID="{BCE96A0B-1F4E-455F-BB8B-B9C889F77B79}" presName="rootConnector" presStyleLbl="node2" presStyleIdx="1" presStyleCnt="3"/>
      <dgm:spPr/>
    </dgm:pt>
    <dgm:pt modelId="{EA51A29A-309A-4A5E-B2AA-9409DD253D92}" type="pres">
      <dgm:prSet presAssocID="{BCE96A0B-1F4E-455F-BB8B-B9C889F77B79}" presName="hierChild4" presStyleCnt="0"/>
      <dgm:spPr/>
    </dgm:pt>
    <dgm:pt modelId="{C952C3B7-19DB-42A8-8D33-02744AF26407}" type="pres">
      <dgm:prSet presAssocID="{BCE96A0B-1F4E-455F-BB8B-B9C889F77B79}" presName="hierChild5" presStyleCnt="0"/>
      <dgm:spPr/>
    </dgm:pt>
    <dgm:pt modelId="{61731E0C-2536-4BDB-B424-7B50944C2EF4}" type="pres">
      <dgm:prSet presAssocID="{5B131D7A-8A47-451B-8047-80A888046267}" presName="Name37" presStyleLbl="parChTrans1D2" presStyleIdx="2" presStyleCnt="3"/>
      <dgm:spPr/>
    </dgm:pt>
    <dgm:pt modelId="{9A447F28-EBB6-4191-9986-133746F53C64}" type="pres">
      <dgm:prSet presAssocID="{68AE40B0-A779-4A27-9F2D-775FC61DC839}" presName="hierRoot2" presStyleCnt="0">
        <dgm:presLayoutVars>
          <dgm:hierBranch val="init"/>
        </dgm:presLayoutVars>
      </dgm:prSet>
      <dgm:spPr/>
    </dgm:pt>
    <dgm:pt modelId="{2FE06963-3544-4D3B-808A-9A8104321BF0}" type="pres">
      <dgm:prSet presAssocID="{68AE40B0-A779-4A27-9F2D-775FC61DC839}" presName="rootComposite" presStyleCnt="0"/>
      <dgm:spPr/>
    </dgm:pt>
    <dgm:pt modelId="{BFE79D72-0145-4F02-B263-2F0F452FB18C}" type="pres">
      <dgm:prSet presAssocID="{68AE40B0-A779-4A27-9F2D-775FC61DC839}" presName="rootText" presStyleLbl="node2" presStyleIdx="2" presStyleCnt="3">
        <dgm:presLayoutVars>
          <dgm:chPref val="3"/>
        </dgm:presLayoutVars>
      </dgm:prSet>
      <dgm:spPr/>
    </dgm:pt>
    <dgm:pt modelId="{01CD4744-D299-4EC9-8FD5-A4E9D11CF4BC}" type="pres">
      <dgm:prSet presAssocID="{68AE40B0-A779-4A27-9F2D-775FC61DC839}" presName="rootConnector" presStyleLbl="node2" presStyleIdx="2" presStyleCnt="3"/>
      <dgm:spPr/>
    </dgm:pt>
    <dgm:pt modelId="{B0788D59-29BA-49D6-B51A-A6847AC3E47A}" type="pres">
      <dgm:prSet presAssocID="{68AE40B0-A779-4A27-9F2D-775FC61DC839}" presName="hierChild4" presStyleCnt="0"/>
      <dgm:spPr/>
    </dgm:pt>
    <dgm:pt modelId="{D0145EB6-DB4E-4C0B-BD0A-F9621F2EF992}" type="pres">
      <dgm:prSet presAssocID="{68AE40B0-A779-4A27-9F2D-775FC61DC839}" presName="hierChild5" presStyleCnt="0"/>
      <dgm:spPr/>
    </dgm:pt>
    <dgm:pt modelId="{8AE0894E-B55C-4DA8-A158-653A2EEB6EE0}" type="pres">
      <dgm:prSet presAssocID="{6A80CDEC-83E8-483D-BBD5-6B4115655499}" presName="hierChild3" presStyleCnt="0"/>
      <dgm:spPr/>
    </dgm:pt>
  </dgm:ptLst>
  <dgm:cxnLst>
    <dgm:cxn modelId="{B77E0B04-168A-40E2-B75C-A81AAEA2CC10}" type="presOf" srcId="{16F125CF-CA86-4B7B-A3BA-F3002E8B6996}" destId="{9E086050-2D5D-45F9-AEC2-BD26E76BA5E0}" srcOrd="0" destOrd="0" presId="urn:microsoft.com/office/officeart/2005/8/layout/orgChart1"/>
    <dgm:cxn modelId="{79C28815-397E-4212-92F7-1EE57B2095FC}" type="presOf" srcId="{9F4421E0-5F9C-4D0C-93D3-9D8C8AB2E350}" destId="{6AC0EEBC-F01B-42B1-8ABE-8A68EA51B6C2}" srcOrd="0" destOrd="0" presId="urn:microsoft.com/office/officeart/2005/8/layout/orgChart1"/>
    <dgm:cxn modelId="{18992919-CCB4-46DF-AB8B-CCEDE627E16E}" srcId="{6A80CDEC-83E8-483D-BBD5-6B4115655499}" destId="{68AE40B0-A779-4A27-9F2D-775FC61DC839}" srcOrd="2" destOrd="0" parTransId="{5B131D7A-8A47-451B-8047-80A888046267}" sibTransId="{C63222AE-FE88-4622-9926-668902DD3EA9}"/>
    <dgm:cxn modelId="{1C68742D-681C-4813-B4AD-9E396BAD7C04}" type="presOf" srcId="{68AE40B0-A779-4A27-9F2D-775FC61DC839}" destId="{01CD4744-D299-4EC9-8FD5-A4E9D11CF4BC}" srcOrd="1" destOrd="0" presId="urn:microsoft.com/office/officeart/2005/8/layout/orgChart1"/>
    <dgm:cxn modelId="{C5C2343B-A0A7-4DA1-B574-C18CED4BC134}" type="presOf" srcId="{5586585E-C905-49A8-9B73-E27EF484C3E0}" destId="{4992D3E6-1815-421C-9B9B-5CD966766BC6}" srcOrd="0" destOrd="0" presId="urn:microsoft.com/office/officeart/2005/8/layout/orgChart1"/>
    <dgm:cxn modelId="{347FCF5F-22EF-4AB4-AD96-093894D07B87}" type="presOf" srcId="{BCE96A0B-1F4E-455F-BB8B-B9C889F77B79}" destId="{90CB8239-4E28-49C8-A399-62C6F57F3913}" srcOrd="1" destOrd="0" presId="urn:microsoft.com/office/officeart/2005/8/layout/orgChart1"/>
    <dgm:cxn modelId="{FE779566-5D2E-452B-8F9B-91A019B721F9}" srcId="{6A80CDEC-83E8-483D-BBD5-6B4115655499}" destId="{9E8868C9-FFF3-4398-8CBA-441D458FAC10}" srcOrd="0" destOrd="0" parTransId="{16F125CF-CA86-4B7B-A3BA-F3002E8B6996}" sibTransId="{F0173810-2F61-4CC6-B272-47F9F6C5C970}"/>
    <dgm:cxn modelId="{125BD46D-2420-41D7-934A-1BC9A0A12530}" type="presOf" srcId="{68AE40B0-A779-4A27-9F2D-775FC61DC839}" destId="{BFE79D72-0145-4F02-B263-2F0F452FB18C}" srcOrd="0" destOrd="0" presId="urn:microsoft.com/office/officeart/2005/8/layout/orgChart1"/>
    <dgm:cxn modelId="{1197FC7F-71ED-48F0-B34C-48A94CA242E3}" type="presOf" srcId="{5B131D7A-8A47-451B-8047-80A888046267}" destId="{61731E0C-2536-4BDB-B424-7B50944C2EF4}" srcOrd="0" destOrd="0" presId="urn:microsoft.com/office/officeart/2005/8/layout/orgChart1"/>
    <dgm:cxn modelId="{8369768C-B643-4B08-BD8F-A08047AB3B0B}" type="presOf" srcId="{6A80CDEC-83E8-483D-BBD5-6B4115655499}" destId="{BF4D962A-28E2-4D3A-8103-8E41C30DA8B4}" srcOrd="0" destOrd="0" presId="urn:microsoft.com/office/officeart/2005/8/layout/orgChart1"/>
    <dgm:cxn modelId="{E4E07A90-127A-44E4-A5BB-089390035D06}" type="presOf" srcId="{9E8868C9-FFF3-4398-8CBA-441D458FAC10}" destId="{6907E078-9656-4ACD-AAAA-1B9A2272464C}" srcOrd="0" destOrd="0" presId="urn:microsoft.com/office/officeart/2005/8/layout/orgChart1"/>
    <dgm:cxn modelId="{DA7165B2-BEDB-4133-938E-9FD6EA9506BE}" type="presOf" srcId="{9E8868C9-FFF3-4398-8CBA-441D458FAC10}" destId="{7FCF12B2-5BAB-41C8-BFA7-C9C3CA6419B5}" srcOrd="1" destOrd="0" presId="urn:microsoft.com/office/officeart/2005/8/layout/orgChart1"/>
    <dgm:cxn modelId="{71B975B3-5D6D-415C-9581-E331E8795F84}" type="presOf" srcId="{6A80CDEC-83E8-483D-BBD5-6B4115655499}" destId="{9FE85D1E-F834-4444-B1A7-8155E7798A16}" srcOrd="1" destOrd="0" presId="urn:microsoft.com/office/officeart/2005/8/layout/orgChart1"/>
    <dgm:cxn modelId="{CAC615BB-FEDE-4C41-BE0F-BAA4E9799AB6}" srcId="{9F4421E0-5F9C-4D0C-93D3-9D8C8AB2E350}" destId="{6A80CDEC-83E8-483D-BBD5-6B4115655499}" srcOrd="0" destOrd="0" parTransId="{9D3B7E8B-16CE-43AB-98B9-0C098A47871A}" sibTransId="{7D57FAB6-2524-4C2F-84EB-F3C3BEA40F81}"/>
    <dgm:cxn modelId="{526F2CBC-EEC8-4651-B565-A6BA84D6C454}" srcId="{6A80CDEC-83E8-483D-BBD5-6B4115655499}" destId="{BCE96A0B-1F4E-455F-BB8B-B9C889F77B79}" srcOrd="1" destOrd="0" parTransId="{5586585E-C905-49A8-9B73-E27EF484C3E0}" sibTransId="{409695B6-723C-4CC8-9968-95F7C7CD0E24}"/>
    <dgm:cxn modelId="{450A2CF0-1575-4549-BBB6-3F7640783568}" type="presOf" srcId="{BCE96A0B-1F4E-455F-BB8B-B9C889F77B79}" destId="{A331ADF9-E6AE-4D8E-8FB4-DB4D04D5E7E5}" srcOrd="0" destOrd="0" presId="urn:microsoft.com/office/officeart/2005/8/layout/orgChart1"/>
    <dgm:cxn modelId="{2625ABCF-F113-4F80-8A5E-D54F219CA417}" type="presParOf" srcId="{6AC0EEBC-F01B-42B1-8ABE-8A68EA51B6C2}" destId="{82A8165C-C84E-4C22-BE3E-8E0B05B112AE}" srcOrd="0" destOrd="0" presId="urn:microsoft.com/office/officeart/2005/8/layout/orgChart1"/>
    <dgm:cxn modelId="{072414D1-5C0A-4562-B4F7-DF9F52FB2E2C}" type="presParOf" srcId="{82A8165C-C84E-4C22-BE3E-8E0B05B112AE}" destId="{2793DF95-5FF0-43AF-991B-4A3E190623F9}" srcOrd="0" destOrd="0" presId="urn:microsoft.com/office/officeart/2005/8/layout/orgChart1"/>
    <dgm:cxn modelId="{AB3A7A56-157F-4AE1-8BB0-64770E1285AD}" type="presParOf" srcId="{2793DF95-5FF0-43AF-991B-4A3E190623F9}" destId="{BF4D962A-28E2-4D3A-8103-8E41C30DA8B4}" srcOrd="0" destOrd="0" presId="urn:microsoft.com/office/officeart/2005/8/layout/orgChart1"/>
    <dgm:cxn modelId="{8B57770E-5CE1-4CD2-A434-203083E344EE}" type="presParOf" srcId="{2793DF95-5FF0-43AF-991B-4A3E190623F9}" destId="{9FE85D1E-F834-4444-B1A7-8155E7798A16}" srcOrd="1" destOrd="0" presId="urn:microsoft.com/office/officeart/2005/8/layout/orgChart1"/>
    <dgm:cxn modelId="{CD3E15D6-DFFC-4C04-93B1-D13EBE15D140}" type="presParOf" srcId="{82A8165C-C84E-4C22-BE3E-8E0B05B112AE}" destId="{CE9E2F1B-A785-42C7-9341-AB2636C99A26}" srcOrd="1" destOrd="0" presId="urn:microsoft.com/office/officeart/2005/8/layout/orgChart1"/>
    <dgm:cxn modelId="{6FBB1D94-0F67-47E7-87DA-F26333552A17}" type="presParOf" srcId="{CE9E2F1B-A785-42C7-9341-AB2636C99A26}" destId="{9E086050-2D5D-45F9-AEC2-BD26E76BA5E0}" srcOrd="0" destOrd="0" presId="urn:microsoft.com/office/officeart/2005/8/layout/orgChart1"/>
    <dgm:cxn modelId="{0E73371E-FCC3-4FB2-AD07-7FBBFD3D94E2}" type="presParOf" srcId="{CE9E2F1B-A785-42C7-9341-AB2636C99A26}" destId="{718E3831-A58A-4F4F-8073-6F69D5F17476}" srcOrd="1" destOrd="0" presId="urn:microsoft.com/office/officeart/2005/8/layout/orgChart1"/>
    <dgm:cxn modelId="{0DCC9A01-5E91-485F-A794-3AA472AFCD23}" type="presParOf" srcId="{718E3831-A58A-4F4F-8073-6F69D5F17476}" destId="{255C802D-CD99-4B4C-B1AB-3FC23F3DDA9E}" srcOrd="0" destOrd="0" presId="urn:microsoft.com/office/officeart/2005/8/layout/orgChart1"/>
    <dgm:cxn modelId="{FD6EBBA6-B3C2-4994-8635-5DA8495F590E}" type="presParOf" srcId="{255C802D-CD99-4B4C-B1AB-3FC23F3DDA9E}" destId="{6907E078-9656-4ACD-AAAA-1B9A2272464C}" srcOrd="0" destOrd="0" presId="urn:microsoft.com/office/officeart/2005/8/layout/orgChart1"/>
    <dgm:cxn modelId="{6F47D9C4-F8C0-4F1B-80E8-DC3882061CCA}" type="presParOf" srcId="{255C802D-CD99-4B4C-B1AB-3FC23F3DDA9E}" destId="{7FCF12B2-5BAB-41C8-BFA7-C9C3CA6419B5}" srcOrd="1" destOrd="0" presId="urn:microsoft.com/office/officeart/2005/8/layout/orgChart1"/>
    <dgm:cxn modelId="{B97F41B4-08F3-44A3-835D-3668F8DE266D}" type="presParOf" srcId="{718E3831-A58A-4F4F-8073-6F69D5F17476}" destId="{14A56ACE-D763-4EF4-9D29-AC97A612C3EB}" srcOrd="1" destOrd="0" presId="urn:microsoft.com/office/officeart/2005/8/layout/orgChart1"/>
    <dgm:cxn modelId="{08F82791-C7C5-47E2-8074-F82043B008E5}" type="presParOf" srcId="{718E3831-A58A-4F4F-8073-6F69D5F17476}" destId="{E660333F-CD1B-4F8F-8AD0-8CBDCA52E185}" srcOrd="2" destOrd="0" presId="urn:microsoft.com/office/officeart/2005/8/layout/orgChart1"/>
    <dgm:cxn modelId="{92D57516-1E1A-4E65-8A76-B8EF720AAAAC}" type="presParOf" srcId="{CE9E2F1B-A785-42C7-9341-AB2636C99A26}" destId="{4992D3E6-1815-421C-9B9B-5CD966766BC6}" srcOrd="2" destOrd="0" presId="urn:microsoft.com/office/officeart/2005/8/layout/orgChart1"/>
    <dgm:cxn modelId="{E455118B-9982-47F0-A6A3-A8D2BA2FDEDF}" type="presParOf" srcId="{CE9E2F1B-A785-42C7-9341-AB2636C99A26}" destId="{0CF306D7-D2A0-424A-8E11-54A6D397CE6C}" srcOrd="3" destOrd="0" presId="urn:microsoft.com/office/officeart/2005/8/layout/orgChart1"/>
    <dgm:cxn modelId="{D928A630-6CCD-4776-A156-FB5C3506A394}" type="presParOf" srcId="{0CF306D7-D2A0-424A-8E11-54A6D397CE6C}" destId="{90B72A9F-56F9-4A86-B720-32C92B1533CD}" srcOrd="0" destOrd="0" presId="urn:microsoft.com/office/officeart/2005/8/layout/orgChart1"/>
    <dgm:cxn modelId="{445C3C6C-F954-423C-900A-1002F80C58D7}" type="presParOf" srcId="{90B72A9F-56F9-4A86-B720-32C92B1533CD}" destId="{A331ADF9-E6AE-4D8E-8FB4-DB4D04D5E7E5}" srcOrd="0" destOrd="0" presId="urn:microsoft.com/office/officeart/2005/8/layout/orgChart1"/>
    <dgm:cxn modelId="{61FED6D7-926A-41B5-BF0C-A91DD1D74EA6}" type="presParOf" srcId="{90B72A9F-56F9-4A86-B720-32C92B1533CD}" destId="{90CB8239-4E28-49C8-A399-62C6F57F3913}" srcOrd="1" destOrd="0" presId="urn:microsoft.com/office/officeart/2005/8/layout/orgChart1"/>
    <dgm:cxn modelId="{C044E194-5FCA-4B25-A0F8-EC9057F8AF8D}" type="presParOf" srcId="{0CF306D7-D2A0-424A-8E11-54A6D397CE6C}" destId="{EA51A29A-309A-4A5E-B2AA-9409DD253D92}" srcOrd="1" destOrd="0" presId="urn:microsoft.com/office/officeart/2005/8/layout/orgChart1"/>
    <dgm:cxn modelId="{2B2CE3A2-2CC0-4D81-A874-E06C9D0B6E75}" type="presParOf" srcId="{0CF306D7-D2A0-424A-8E11-54A6D397CE6C}" destId="{C952C3B7-19DB-42A8-8D33-02744AF26407}" srcOrd="2" destOrd="0" presId="urn:microsoft.com/office/officeart/2005/8/layout/orgChart1"/>
    <dgm:cxn modelId="{7337B905-3D14-407B-BD40-71AEC805B2C3}" type="presParOf" srcId="{CE9E2F1B-A785-42C7-9341-AB2636C99A26}" destId="{61731E0C-2536-4BDB-B424-7B50944C2EF4}" srcOrd="4" destOrd="0" presId="urn:microsoft.com/office/officeart/2005/8/layout/orgChart1"/>
    <dgm:cxn modelId="{302D00B3-8AAA-4CC3-A5BD-EC4D84FFA9BE}" type="presParOf" srcId="{CE9E2F1B-A785-42C7-9341-AB2636C99A26}" destId="{9A447F28-EBB6-4191-9986-133746F53C64}" srcOrd="5" destOrd="0" presId="urn:microsoft.com/office/officeart/2005/8/layout/orgChart1"/>
    <dgm:cxn modelId="{FD91F649-6D15-47A9-BC7F-179F8C38298C}" type="presParOf" srcId="{9A447F28-EBB6-4191-9986-133746F53C64}" destId="{2FE06963-3544-4D3B-808A-9A8104321BF0}" srcOrd="0" destOrd="0" presId="urn:microsoft.com/office/officeart/2005/8/layout/orgChart1"/>
    <dgm:cxn modelId="{39D7F2A5-1001-4D2D-9AA8-17C2EC093562}" type="presParOf" srcId="{2FE06963-3544-4D3B-808A-9A8104321BF0}" destId="{BFE79D72-0145-4F02-B263-2F0F452FB18C}" srcOrd="0" destOrd="0" presId="urn:microsoft.com/office/officeart/2005/8/layout/orgChart1"/>
    <dgm:cxn modelId="{CBBC54C7-C902-4303-803C-FFC7DEC6536F}" type="presParOf" srcId="{2FE06963-3544-4D3B-808A-9A8104321BF0}" destId="{01CD4744-D299-4EC9-8FD5-A4E9D11CF4BC}" srcOrd="1" destOrd="0" presId="urn:microsoft.com/office/officeart/2005/8/layout/orgChart1"/>
    <dgm:cxn modelId="{4B2AECAE-B13F-4FC9-906E-0DEFEF14CB0A}" type="presParOf" srcId="{9A447F28-EBB6-4191-9986-133746F53C64}" destId="{B0788D59-29BA-49D6-B51A-A6847AC3E47A}" srcOrd="1" destOrd="0" presId="urn:microsoft.com/office/officeart/2005/8/layout/orgChart1"/>
    <dgm:cxn modelId="{2ABA378F-5937-4724-B2C0-5718DD951889}" type="presParOf" srcId="{9A447F28-EBB6-4191-9986-133746F53C64}" destId="{D0145EB6-DB4E-4C0B-BD0A-F9621F2EF992}" srcOrd="2" destOrd="0" presId="urn:microsoft.com/office/officeart/2005/8/layout/orgChart1"/>
    <dgm:cxn modelId="{60CB18A1-0372-43A6-B295-A3BBE714D591}" type="presParOf" srcId="{82A8165C-C84E-4C22-BE3E-8E0B05B112AE}" destId="{8AE0894E-B55C-4DA8-A158-653A2EEB6EE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E54B0D87-1540-4A2A-A7E9-ECBD42F2E26E}" type="doc">
      <dgm:prSet loTypeId="urn:microsoft.com/office/officeart/2005/8/layout/orgChart1" loCatId="hierarchy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71B75B-4808-4F0D-AE68-D1C044E1174B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AB843799-758D-4191-820E-84DE5625F8D8}" type="parTrans" cxnId="{012E599A-112E-4596-B841-CBFB26B9D934}">
      <dgm:prSet/>
      <dgm:spPr/>
    </dgm:pt>
    <dgm:pt modelId="{10DC12A6-F6E8-4F92-8D7C-9B437B957BE4}" type="sibTrans" cxnId="{012E599A-112E-4596-B841-CBFB26B9D934}">
      <dgm:prSet/>
      <dgm:spPr/>
    </dgm:pt>
    <dgm:pt modelId="{1AA12E05-BDC1-4D69-A0C4-B623B3EB3AA2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FEC45FF0-53CF-4721-B557-B7B7B7C6E96C}" type="parTrans" cxnId="{561E4133-CE98-48C2-BFFA-526B939DE3BF}">
      <dgm:prSet/>
      <dgm:spPr/>
    </dgm:pt>
    <dgm:pt modelId="{B3ACAC03-B01E-4A23-A29C-91DCAE27C694}" type="sibTrans" cxnId="{561E4133-CE98-48C2-BFFA-526B939DE3BF}">
      <dgm:prSet/>
      <dgm:spPr/>
    </dgm:pt>
    <dgm:pt modelId="{F00C7D69-16F7-479F-86AF-7121FEB6AD6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E89B6CB1-9C1B-4D3B-917C-E1C59BD95C05}" type="parTrans" cxnId="{5C698F82-31A5-4709-AE5D-BC3740182721}">
      <dgm:prSet/>
      <dgm:spPr/>
    </dgm:pt>
    <dgm:pt modelId="{2F86B4C1-2596-4C14-A3EE-C0725285189B}" type="sibTrans" cxnId="{5C698F82-31A5-4709-AE5D-BC3740182721}">
      <dgm:prSet/>
      <dgm:spPr/>
    </dgm:pt>
    <dgm:pt modelId="{0820A61E-220B-41EE-B48C-A94D717F0AA9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23335CE0-259D-42C2-B04C-7DDFDB40F5EB}" type="parTrans" cxnId="{24A7A706-3151-4B53-B7FD-F3A3537EEEE4}">
      <dgm:prSet/>
      <dgm:spPr/>
    </dgm:pt>
    <dgm:pt modelId="{1FD0773F-107A-4DCE-9B4E-6BECC467E567}" type="sibTrans" cxnId="{24A7A706-3151-4B53-B7FD-F3A3537EEEE4}">
      <dgm:prSet/>
      <dgm:spPr/>
    </dgm:pt>
    <dgm:pt modelId="{F6DEB47F-9020-45B6-A479-F756BFA3AAD8}" type="pres">
      <dgm:prSet presAssocID="{E54B0D87-1540-4A2A-A7E9-ECBD42F2E26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8F307A8-DB9D-48BF-B5A1-406DC0091E13}" type="pres">
      <dgm:prSet presAssocID="{A671B75B-4808-4F0D-AE68-D1C044E1174B}" presName="hierRoot1" presStyleCnt="0">
        <dgm:presLayoutVars>
          <dgm:hierBranch val="init"/>
        </dgm:presLayoutVars>
      </dgm:prSet>
      <dgm:spPr/>
    </dgm:pt>
    <dgm:pt modelId="{4DA8C67F-28EA-4E42-A7FF-1156991A145F}" type="pres">
      <dgm:prSet presAssocID="{A671B75B-4808-4F0D-AE68-D1C044E1174B}" presName="rootComposite1" presStyleCnt="0"/>
      <dgm:spPr/>
    </dgm:pt>
    <dgm:pt modelId="{9E898024-A53C-418E-9984-D4BC7A9375DB}" type="pres">
      <dgm:prSet presAssocID="{A671B75B-4808-4F0D-AE68-D1C044E1174B}" presName="rootText1" presStyleLbl="node0" presStyleIdx="0" presStyleCnt="1">
        <dgm:presLayoutVars>
          <dgm:chPref val="3"/>
        </dgm:presLayoutVars>
      </dgm:prSet>
      <dgm:spPr/>
    </dgm:pt>
    <dgm:pt modelId="{13B3297E-45F6-4B98-9E7C-5A662A9DCBA7}" type="pres">
      <dgm:prSet presAssocID="{A671B75B-4808-4F0D-AE68-D1C044E1174B}" presName="rootConnector1" presStyleLbl="node1" presStyleIdx="0" presStyleCnt="0"/>
      <dgm:spPr/>
    </dgm:pt>
    <dgm:pt modelId="{D4A5A35E-3D00-44FE-B849-7141375B07EA}" type="pres">
      <dgm:prSet presAssocID="{A671B75B-4808-4F0D-AE68-D1C044E1174B}" presName="hierChild2" presStyleCnt="0"/>
      <dgm:spPr/>
    </dgm:pt>
    <dgm:pt modelId="{2250F5D0-648D-4D71-9605-80CE16517420}" type="pres">
      <dgm:prSet presAssocID="{FEC45FF0-53CF-4721-B557-B7B7B7C6E96C}" presName="Name37" presStyleLbl="parChTrans1D2" presStyleIdx="0" presStyleCnt="3"/>
      <dgm:spPr/>
    </dgm:pt>
    <dgm:pt modelId="{D45EA6CD-7D92-4A94-8482-F77EB500B9C9}" type="pres">
      <dgm:prSet presAssocID="{1AA12E05-BDC1-4D69-A0C4-B623B3EB3AA2}" presName="hierRoot2" presStyleCnt="0">
        <dgm:presLayoutVars>
          <dgm:hierBranch val="init"/>
        </dgm:presLayoutVars>
      </dgm:prSet>
      <dgm:spPr/>
    </dgm:pt>
    <dgm:pt modelId="{FDD19645-0FFA-4996-8BBB-BA3B2221D0CD}" type="pres">
      <dgm:prSet presAssocID="{1AA12E05-BDC1-4D69-A0C4-B623B3EB3AA2}" presName="rootComposite" presStyleCnt="0"/>
      <dgm:spPr/>
    </dgm:pt>
    <dgm:pt modelId="{19260A6D-857C-4C32-ADFA-3D40E9BB098C}" type="pres">
      <dgm:prSet presAssocID="{1AA12E05-BDC1-4D69-A0C4-B623B3EB3AA2}" presName="rootText" presStyleLbl="node2" presStyleIdx="0" presStyleCnt="3">
        <dgm:presLayoutVars>
          <dgm:chPref val="3"/>
        </dgm:presLayoutVars>
      </dgm:prSet>
      <dgm:spPr/>
    </dgm:pt>
    <dgm:pt modelId="{FB41D67D-D92C-49C9-A476-70FA0E680539}" type="pres">
      <dgm:prSet presAssocID="{1AA12E05-BDC1-4D69-A0C4-B623B3EB3AA2}" presName="rootConnector" presStyleLbl="node2" presStyleIdx="0" presStyleCnt="3"/>
      <dgm:spPr/>
    </dgm:pt>
    <dgm:pt modelId="{E694E45A-BDD6-44FA-B973-97FAE8D474F3}" type="pres">
      <dgm:prSet presAssocID="{1AA12E05-BDC1-4D69-A0C4-B623B3EB3AA2}" presName="hierChild4" presStyleCnt="0"/>
      <dgm:spPr/>
    </dgm:pt>
    <dgm:pt modelId="{FA051312-3070-4448-BE3C-F3472A3B4E50}" type="pres">
      <dgm:prSet presAssocID="{1AA12E05-BDC1-4D69-A0C4-B623B3EB3AA2}" presName="hierChild5" presStyleCnt="0"/>
      <dgm:spPr/>
    </dgm:pt>
    <dgm:pt modelId="{4D247D24-3CEA-40F4-B514-5B58ED785B56}" type="pres">
      <dgm:prSet presAssocID="{E89B6CB1-9C1B-4D3B-917C-E1C59BD95C05}" presName="Name37" presStyleLbl="parChTrans1D2" presStyleIdx="1" presStyleCnt="3"/>
      <dgm:spPr/>
    </dgm:pt>
    <dgm:pt modelId="{B591C819-8C28-46A9-808F-DFF8A965F663}" type="pres">
      <dgm:prSet presAssocID="{F00C7D69-16F7-479F-86AF-7121FEB6AD6B}" presName="hierRoot2" presStyleCnt="0">
        <dgm:presLayoutVars>
          <dgm:hierBranch val="init"/>
        </dgm:presLayoutVars>
      </dgm:prSet>
      <dgm:spPr/>
    </dgm:pt>
    <dgm:pt modelId="{129D50FE-5C4F-401C-BC64-48269FA737B3}" type="pres">
      <dgm:prSet presAssocID="{F00C7D69-16F7-479F-86AF-7121FEB6AD6B}" presName="rootComposite" presStyleCnt="0"/>
      <dgm:spPr/>
    </dgm:pt>
    <dgm:pt modelId="{0C089E95-293A-411E-956E-98C4ADCF3DBD}" type="pres">
      <dgm:prSet presAssocID="{F00C7D69-16F7-479F-86AF-7121FEB6AD6B}" presName="rootText" presStyleLbl="node2" presStyleIdx="1" presStyleCnt="3">
        <dgm:presLayoutVars>
          <dgm:chPref val="3"/>
        </dgm:presLayoutVars>
      </dgm:prSet>
      <dgm:spPr/>
    </dgm:pt>
    <dgm:pt modelId="{81958DAE-97AA-4410-BB48-5928CA2B3D0A}" type="pres">
      <dgm:prSet presAssocID="{F00C7D69-16F7-479F-86AF-7121FEB6AD6B}" presName="rootConnector" presStyleLbl="node2" presStyleIdx="1" presStyleCnt="3"/>
      <dgm:spPr/>
    </dgm:pt>
    <dgm:pt modelId="{6B9782D7-1FF5-4ABF-8772-16AEA15F406A}" type="pres">
      <dgm:prSet presAssocID="{F00C7D69-16F7-479F-86AF-7121FEB6AD6B}" presName="hierChild4" presStyleCnt="0"/>
      <dgm:spPr/>
    </dgm:pt>
    <dgm:pt modelId="{8AFE18FD-C7B7-42F2-9CDA-1A8CB0601A61}" type="pres">
      <dgm:prSet presAssocID="{F00C7D69-16F7-479F-86AF-7121FEB6AD6B}" presName="hierChild5" presStyleCnt="0"/>
      <dgm:spPr/>
    </dgm:pt>
    <dgm:pt modelId="{8828C0E9-8B99-4AD9-994C-B111884B012C}" type="pres">
      <dgm:prSet presAssocID="{23335CE0-259D-42C2-B04C-7DDFDB40F5EB}" presName="Name37" presStyleLbl="parChTrans1D2" presStyleIdx="2" presStyleCnt="3"/>
      <dgm:spPr/>
    </dgm:pt>
    <dgm:pt modelId="{1D1C57AB-814E-4AEA-A754-435541F809DC}" type="pres">
      <dgm:prSet presAssocID="{0820A61E-220B-41EE-B48C-A94D717F0AA9}" presName="hierRoot2" presStyleCnt="0">
        <dgm:presLayoutVars>
          <dgm:hierBranch val="init"/>
        </dgm:presLayoutVars>
      </dgm:prSet>
      <dgm:spPr/>
    </dgm:pt>
    <dgm:pt modelId="{5772FC2C-7E74-4C67-BA38-4594415C6386}" type="pres">
      <dgm:prSet presAssocID="{0820A61E-220B-41EE-B48C-A94D717F0AA9}" presName="rootComposite" presStyleCnt="0"/>
      <dgm:spPr/>
    </dgm:pt>
    <dgm:pt modelId="{BA604376-5F38-483C-886E-33CE9E76EC9D}" type="pres">
      <dgm:prSet presAssocID="{0820A61E-220B-41EE-B48C-A94D717F0AA9}" presName="rootText" presStyleLbl="node2" presStyleIdx="2" presStyleCnt="3">
        <dgm:presLayoutVars>
          <dgm:chPref val="3"/>
        </dgm:presLayoutVars>
      </dgm:prSet>
      <dgm:spPr/>
    </dgm:pt>
    <dgm:pt modelId="{63B42FC4-EA06-4D5A-86D2-2C88AAD706F6}" type="pres">
      <dgm:prSet presAssocID="{0820A61E-220B-41EE-B48C-A94D717F0AA9}" presName="rootConnector" presStyleLbl="node2" presStyleIdx="2" presStyleCnt="3"/>
      <dgm:spPr/>
    </dgm:pt>
    <dgm:pt modelId="{CF8650BA-3CEC-400D-9C72-2B387D31D616}" type="pres">
      <dgm:prSet presAssocID="{0820A61E-220B-41EE-B48C-A94D717F0AA9}" presName="hierChild4" presStyleCnt="0"/>
      <dgm:spPr/>
    </dgm:pt>
    <dgm:pt modelId="{EE5E851C-C71E-432E-AE82-6B70620B1AB3}" type="pres">
      <dgm:prSet presAssocID="{0820A61E-220B-41EE-B48C-A94D717F0AA9}" presName="hierChild5" presStyleCnt="0"/>
      <dgm:spPr/>
    </dgm:pt>
    <dgm:pt modelId="{3807F45A-91A5-434E-8A53-860543B59D95}" type="pres">
      <dgm:prSet presAssocID="{A671B75B-4808-4F0D-AE68-D1C044E1174B}" presName="hierChild3" presStyleCnt="0"/>
      <dgm:spPr/>
    </dgm:pt>
  </dgm:ptLst>
  <dgm:cxnLst>
    <dgm:cxn modelId="{3D999A02-A530-4C7F-865B-72F842C0E958}" type="presOf" srcId="{E89B6CB1-9C1B-4D3B-917C-E1C59BD95C05}" destId="{4D247D24-3CEA-40F4-B514-5B58ED785B56}" srcOrd="0" destOrd="0" presId="urn:microsoft.com/office/officeart/2005/8/layout/orgChart1"/>
    <dgm:cxn modelId="{24A7A706-3151-4B53-B7FD-F3A3537EEEE4}" srcId="{A671B75B-4808-4F0D-AE68-D1C044E1174B}" destId="{0820A61E-220B-41EE-B48C-A94D717F0AA9}" srcOrd="2" destOrd="0" parTransId="{23335CE0-259D-42C2-B04C-7DDFDB40F5EB}" sibTransId="{1FD0773F-107A-4DCE-9B4E-6BECC467E567}"/>
    <dgm:cxn modelId="{94EC5331-6681-4AF4-B9C4-D264E08ECB9E}" type="presOf" srcId="{A671B75B-4808-4F0D-AE68-D1C044E1174B}" destId="{9E898024-A53C-418E-9984-D4BC7A9375DB}" srcOrd="0" destOrd="0" presId="urn:microsoft.com/office/officeart/2005/8/layout/orgChart1"/>
    <dgm:cxn modelId="{561E4133-CE98-48C2-BFFA-526B939DE3BF}" srcId="{A671B75B-4808-4F0D-AE68-D1C044E1174B}" destId="{1AA12E05-BDC1-4D69-A0C4-B623B3EB3AA2}" srcOrd="0" destOrd="0" parTransId="{FEC45FF0-53CF-4721-B557-B7B7B7C6E96C}" sibTransId="{B3ACAC03-B01E-4A23-A29C-91DCAE27C694}"/>
    <dgm:cxn modelId="{92FB2042-20E4-4BD8-A62D-FF0CE9393444}" type="presOf" srcId="{1AA12E05-BDC1-4D69-A0C4-B623B3EB3AA2}" destId="{FB41D67D-D92C-49C9-A476-70FA0E680539}" srcOrd="1" destOrd="0" presId="urn:microsoft.com/office/officeart/2005/8/layout/orgChart1"/>
    <dgm:cxn modelId="{EA968863-0805-46F9-A70A-E8CF2746502D}" type="presOf" srcId="{0820A61E-220B-41EE-B48C-A94D717F0AA9}" destId="{BA604376-5F38-483C-886E-33CE9E76EC9D}" srcOrd="0" destOrd="0" presId="urn:microsoft.com/office/officeart/2005/8/layout/orgChart1"/>
    <dgm:cxn modelId="{7FC75D4A-D26D-4593-A4F0-F17482F3C40C}" type="presOf" srcId="{F00C7D69-16F7-479F-86AF-7121FEB6AD6B}" destId="{81958DAE-97AA-4410-BB48-5928CA2B3D0A}" srcOrd="1" destOrd="0" presId="urn:microsoft.com/office/officeart/2005/8/layout/orgChart1"/>
    <dgm:cxn modelId="{8A77736B-F7E2-4427-94C9-E51B2EB5E84B}" type="presOf" srcId="{23335CE0-259D-42C2-B04C-7DDFDB40F5EB}" destId="{8828C0E9-8B99-4AD9-994C-B111884B012C}" srcOrd="0" destOrd="0" presId="urn:microsoft.com/office/officeart/2005/8/layout/orgChart1"/>
    <dgm:cxn modelId="{5C698F82-31A5-4709-AE5D-BC3740182721}" srcId="{A671B75B-4808-4F0D-AE68-D1C044E1174B}" destId="{F00C7D69-16F7-479F-86AF-7121FEB6AD6B}" srcOrd="1" destOrd="0" parTransId="{E89B6CB1-9C1B-4D3B-917C-E1C59BD95C05}" sibTransId="{2F86B4C1-2596-4C14-A3EE-C0725285189B}"/>
    <dgm:cxn modelId="{64F8B789-B5A3-43B4-AB18-93AAA853C0EB}" type="presOf" srcId="{0820A61E-220B-41EE-B48C-A94D717F0AA9}" destId="{63B42FC4-EA06-4D5A-86D2-2C88AAD706F6}" srcOrd="1" destOrd="0" presId="urn:microsoft.com/office/officeart/2005/8/layout/orgChart1"/>
    <dgm:cxn modelId="{012E599A-112E-4596-B841-CBFB26B9D934}" srcId="{E54B0D87-1540-4A2A-A7E9-ECBD42F2E26E}" destId="{A671B75B-4808-4F0D-AE68-D1C044E1174B}" srcOrd="0" destOrd="0" parTransId="{AB843799-758D-4191-820E-84DE5625F8D8}" sibTransId="{10DC12A6-F6E8-4F92-8D7C-9B437B957BE4}"/>
    <dgm:cxn modelId="{B86C079B-9915-454F-96FF-4B8D9F737E3E}" type="presOf" srcId="{E54B0D87-1540-4A2A-A7E9-ECBD42F2E26E}" destId="{F6DEB47F-9020-45B6-A479-F756BFA3AAD8}" srcOrd="0" destOrd="0" presId="urn:microsoft.com/office/officeart/2005/8/layout/orgChart1"/>
    <dgm:cxn modelId="{FF3E6DB8-E81B-47F0-A0D7-B4B0733A68B1}" type="presOf" srcId="{1AA12E05-BDC1-4D69-A0C4-B623B3EB3AA2}" destId="{19260A6D-857C-4C32-ADFA-3D40E9BB098C}" srcOrd="0" destOrd="0" presId="urn:microsoft.com/office/officeart/2005/8/layout/orgChart1"/>
    <dgm:cxn modelId="{8A31A8B9-2449-49D3-A82D-C7311F2CF25A}" type="presOf" srcId="{A671B75B-4808-4F0D-AE68-D1C044E1174B}" destId="{13B3297E-45F6-4B98-9E7C-5A662A9DCBA7}" srcOrd="1" destOrd="0" presId="urn:microsoft.com/office/officeart/2005/8/layout/orgChart1"/>
    <dgm:cxn modelId="{6251F4BE-922D-4D99-BE13-B67FFEA7B342}" type="presOf" srcId="{F00C7D69-16F7-479F-86AF-7121FEB6AD6B}" destId="{0C089E95-293A-411E-956E-98C4ADCF3DBD}" srcOrd="0" destOrd="0" presId="urn:microsoft.com/office/officeart/2005/8/layout/orgChart1"/>
    <dgm:cxn modelId="{AE0D3EFC-9E5D-4BAA-B718-A1DFA6C2E614}" type="presOf" srcId="{FEC45FF0-53CF-4721-B557-B7B7B7C6E96C}" destId="{2250F5D0-648D-4D71-9605-80CE16517420}" srcOrd="0" destOrd="0" presId="urn:microsoft.com/office/officeart/2005/8/layout/orgChart1"/>
    <dgm:cxn modelId="{072F1E37-3EED-43F9-8C7C-C00B83A6DDBA}" type="presParOf" srcId="{F6DEB47F-9020-45B6-A479-F756BFA3AAD8}" destId="{68F307A8-DB9D-48BF-B5A1-406DC0091E13}" srcOrd="0" destOrd="0" presId="urn:microsoft.com/office/officeart/2005/8/layout/orgChart1"/>
    <dgm:cxn modelId="{3CEB277E-A1B6-4283-95B7-C43500655A2B}" type="presParOf" srcId="{68F307A8-DB9D-48BF-B5A1-406DC0091E13}" destId="{4DA8C67F-28EA-4E42-A7FF-1156991A145F}" srcOrd="0" destOrd="0" presId="urn:microsoft.com/office/officeart/2005/8/layout/orgChart1"/>
    <dgm:cxn modelId="{3BBA675C-6D71-4146-A62F-4D03A9DF42A8}" type="presParOf" srcId="{4DA8C67F-28EA-4E42-A7FF-1156991A145F}" destId="{9E898024-A53C-418E-9984-D4BC7A9375DB}" srcOrd="0" destOrd="0" presId="urn:microsoft.com/office/officeart/2005/8/layout/orgChart1"/>
    <dgm:cxn modelId="{FF084F01-F838-43E5-A428-6C0E41C267D8}" type="presParOf" srcId="{4DA8C67F-28EA-4E42-A7FF-1156991A145F}" destId="{13B3297E-45F6-4B98-9E7C-5A662A9DCBA7}" srcOrd="1" destOrd="0" presId="urn:microsoft.com/office/officeart/2005/8/layout/orgChart1"/>
    <dgm:cxn modelId="{0F545E46-D751-4BB0-B406-D846CCDF9A9F}" type="presParOf" srcId="{68F307A8-DB9D-48BF-B5A1-406DC0091E13}" destId="{D4A5A35E-3D00-44FE-B849-7141375B07EA}" srcOrd="1" destOrd="0" presId="urn:microsoft.com/office/officeart/2005/8/layout/orgChart1"/>
    <dgm:cxn modelId="{3F7B5BCB-5C3C-4350-B7F1-A60CEAB619BF}" type="presParOf" srcId="{D4A5A35E-3D00-44FE-B849-7141375B07EA}" destId="{2250F5D0-648D-4D71-9605-80CE16517420}" srcOrd="0" destOrd="0" presId="urn:microsoft.com/office/officeart/2005/8/layout/orgChart1"/>
    <dgm:cxn modelId="{031FB84D-0C76-4F9B-A7CE-732BF1436FB8}" type="presParOf" srcId="{D4A5A35E-3D00-44FE-B849-7141375B07EA}" destId="{D45EA6CD-7D92-4A94-8482-F77EB500B9C9}" srcOrd="1" destOrd="0" presId="urn:microsoft.com/office/officeart/2005/8/layout/orgChart1"/>
    <dgm:cxn modelId="{DD10C5DE-739D-48D3-9A07-0AFCE681B750}" type="presParOf" srcId="{D45EA6CD-7D92-4A94-8482-F77EB500B9C9}" destId="{FDD19645-0FFA-4996-8BBB-BA3B2221D0CD}" srcOrd="0" destOrd="0" presId="urn:microsoft.com/office/officeart/2005/8/layout/orgChart1"/>
    <dgm:cxn modelId="{F378687D-5672-471F-B06E-C3503D46E0FB}" type="presParOf" srcId="{FDD19645-0FFA-4996-8BBB-BA3B2221D0CD}" destId="{19260A6D-857C-4C32-ADFA-3D40E9BB098C}" srcOrd="0" destOrd="0" presId="urn:microsoft.com/office/officeart/2005/8/layout/orgChart1"/>
    <dgm:cxn modelId="{C114FEFE-6EFA-4109-9369-CF21FA69AB5A}" type="presParOf" srcId="{FDD19645-0FFA-4996-8BBB-BA3B2221D0CD}" destId="{FB41D67D-D92C-49C9-A476-70FA0E680539}" srcOrd="1" destOrd="0" presId="urn:microsoft.com/office/officeart/2005/8/layout/orgChart1"/>
    <dgm:cxn modelId="{1200184E-466E-48B7-A13E-BD028803ADB5}" type="presParOf" srcId="{D45EA6CD-7D92-4A94-8482-F77EB500B9C9}" destId="{E694E45A-BDD6-44FA-B973-97FAE8D474F3}" srcOrd="1" destOrd="0" presId="urn:microsoft.com/office/officeart/2005/8/layout/orgChart1"/>
    <dgm:cxn modelId="{2AFE2E36-EA15-439F-A583-53C66A0E38B0}" type="presParOf" srcId="{D45EA6CD-7D92-4A94-8482-F77EB500B9C9}" destId="{FA051312-3070-4448-BE3C-F3472A3B4E50}" srcOrd="2" destOrd="0" presId="urn:microsoft.com/office/officeart/2005/8/layout/orgChart1"/>
    <dgm:cxn modelId="{3CEEE209-0CBD-414B-9884-B7AF60B00CFC}" type="presParOf" srcId="{D4A5A35E-3D00-44FE-B849-7141375B07EA}" destId="{4D247D24-3CEA-40F4-B514-5B58ED785B56}" srcOrd="2" destOrd="0" presId="urn:microsoft.com/office/officeart/2005/8/layout/orgChart1"/>
    <dgm:cxn modelId="{9FA05265-941A-46E0-AD88-63DADC29BB50}" type="presParOf" srcId="{D4A5A35E-3D00-44FE-B849-7141375B07EA}" destId="{B591C819-8C28-46A9-808F-DFF8A965F663}" srcOrd="3" destOrd="0" presId="urn:microsoft.com/office/officeart/2005/8/layout/orgChart1"/>
    <dgm:cxn modelId="{FDC37A73-10F7-4321-821E-83F08D6AE94C}" type="presParOf" srcId="{B591C819-8C28-46A9-808F-DFF8A965F663}" destId="{129D50FE-5C4F-401C-BC64-48269FA737B3}" srcOrd="0" destOrd="0" presId="urn:microsoft.com/office/officeart/2005/8/layout/orgChart1"/>
    <dgm:cxn modelId="{A150172D-C03C-4E41-A630-8AADB20B3D0D}" type="presParOf" srcId="{129D50FE-5C4F-401C-BC64-48269FA737B3}" destId="{0C089E95-293A-411E-956E-98C4ADCF3DBD}" srcOrd="0" destOrd="0" presId="urn:microsoft.com/office/officeart/2005/8/layout/orgChart1"/>
    <dgm:cxn modelId="{2A3D9F19-1CC5-46CD-A3B6-D7BF6BA18B3B}" type="presParOf" srcId="{129D50FE-5C4F-401C-BC64-48269FA737B3}" destId="{81958DAE-97AA-4410-BB48-5928CA2B3D0A}" srcOrd="1" destOrd="0" presId="urn:microsoft.com/office/officeart/2005/8/layout/orgChart1"/>
    <dgm:cxn modelId="{FA7158B2-A52C-4CCA-B61F-6A692A8C4EE7}" type="presParOf" srcId="{B591C819-8C28-46A9-808F-DFF8A965F663}" destId="{6B9782D7-1FF5-4ABF-8772-16AEA15F406A}" srcOrd="1" destOrd="0" presId="urn:microsoft.com/office/officeart/2005/8/layout/orgChart1"/>
    <dgm:cxn modelId="{AA648FEA-AE2B-4744-9EA8-3F73B683AE83}" type="presParOf" srcId="{B591C819-8C28-46A9-808F-DFF8A965F663}" destId="{8AFE18FD-C7B7-42F2-9CDA-1A8CB0601A61}" srcOrd="2" destOrd="0" presId="urn:microsoft.com/office/officeart/2005/8/layout/orgChart1"/>
    <dgm:cxn modelId="{33EA2737-5466-4220-AB5C-E9595064A381}" type="presParOf" srcId="{D4A5A35E-3D00-44FE-B849-7141375B07EA}" destId="{8828C0E9-8B99-4AD9-994C-B111884B012C}" srcOrd="4" destOrd="0" presId="urn:microsoft.com/office/officeart/2005/8/layout/orgChart1"/>
    <dgm:cxn modelId="{121EB39F-D37D-49A1-AD1E-95F07927C994}" type="presParOf" srcId="{D4A5A35E-3D00-44FE-B849-7141375B07EA}" destId="{1D1C57AB-814E-4AEA-A754-435541F809DC}" srcOrd="5" destOrd="0" presId="urn:microsoft.com/office/officeart/2005/8/layout/orgChart1"/>
    <dgm:cxn modelId="{2A84F5F5-D3EC-4486-ADBA-0AD2706EFEDB}" type="presParOf" srcId="{1D1C57AB-814E-4AEA-A754-435541F809DC}" destId="{5772FC2C-7E74-4C67-BA38-4594415C6386}" srcOrd="0" destOrd="0" presId="urn:microsoft.com/office/officeart/2005/8/layout/orgChart1"/>
    <dgm:cxn modelId="{B1CF8E1C-32A4-4F61-AE4E-3BC785228448}" type="presParOf" srcId="{5772FC2C-7E74-4C67-BA38-4594415C6386}" destId="{BA604376-5F38-483C-886E-33CE9E76EC9D}" srcOrd="0" destOrd="0" presId="urn:microsoft.com/office/officeart/2005/8/layout/orgChart1"/>
    <dgm:cxn modelId="{1D9F9A2C-2D1E-4AAA-82ED-D318D8E103CA}" type="presParOf" srcId="{5772FC2C-7E74-4C67-BA38-4594415C6386}" destId="{63B42FC4-EA06-4D5A-86D2-2C88AAD706F6}" srcOrd="1" destOrd="0" presId="urn:microsoft.com/office/officeart/2005/8/layout/orgChart1"/>
    <dgm:cxn modelId="{767A8CEF-A4D2-4BA8-92DA-E2AA66B0E2A7}" type="presParOf" srcId="{1D1C57AB-814E-4AEA-A754-435541F809DC}" destId="{CF8650BA-3CEC-400D-9C72-2B387D31D616}" srcOrd="1" destOrd="0" presId="urn:microsoft.com/office/officeart/2005/8/layout/orgChart1"/>
    <dgm:cxn modelId="{9C31ACBE-E9B6-4377-824B-628746C42590}" type="presParOf" srcId="{1D1C57AB-814E-4AEA-A754-435541F809DC}" destId="{EE5E851C-C71E-432E-AE82-6B70620B1AB3}" srcOrd="2" destOrd="0" presId="urn:microsoft.com/office/officeart/2005/8/layout/orgChart1"/>
    <dgm:cxn modelId="{42898D01-C932-4A94-B24B-A93E4C7B6D32}" type="presParOf" srcId="{68F307A8-DB9D-48BF-B5A1-406DC0091E13}" destId="{3807F45A-91A5-434E-8A53-860543B59D9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F4A48CC7-E38C-491E-97DE-0B3FD522AA5F}" type="doc">
      <dgm:prSet loTypeId="urn:microsoft.com/office/officeart/2005/8/layout/orgChart1" loCatId="hierarchy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34B105-AEF7-49C2-B153-44B78B07CAA5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0DCF20BD-4C71-41D5-94F1-B44D8847D80E}" type="parTrans" cxnId="{C88A71C0-8DE8-4338-A170-044358960B7F}">
      <dgm:prSet/>
      <dgm:spPr/>
    </dgm:pt>
    <dgm:pt modelId="{E1974234-E802-4002-899F-A734A0F19DF7}" type="sibTrans" cxnId="{C88A71C0-8DE8-4338-A170-044358960B7F}">
      <dgm:prSet/>
      <dgm:spPr/>
    </dgm:pt>
    <dgm:pt modelId="{67ED700B-1085-46BA-8B8F-15106F61F1E5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5CE96DC-2F66-4D48-A546-A25367B1AFFF}" type="parTrans" cxnId="{340BB991-3E0E-47A1-A983-788057970DF3}">
      <dgm:prSet/>
      <dgm:spPr/>
    </dgm:pt>
    <dgm:pt modelId="{1B8CEA66-59C9-4945-8003-758EEA0A7714}" type="sibTrans" cxnId="{340BB991-3E0E-47A1-A983-788057970DF3}">
      <dgm:prSet/>
      <dgm:spPr/>
    </dgm:pt>
    <dgm:pt modelId="{7B662103-0EAE-481C-B354-B80BE787467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92B43ED2-800A-49CA-9C8A-E9D9EBD0A345}" type="parTrans" cxnId="{6A35FE4C-6F48-457D-8F7C-E656281720C0}">
      <dgm:prSet/>
      <dgm:spPr/>
    </dgm:pt>
    <dgm:pt modelId="{B11E6B4F-9258-4F9F-9149-C99D61AA7430}" type="sibTrans" cxnId="{6A35FE4C-6F48-457D-8F7C-E656281720C0}">
      <dgm:prSet/>
      <dgm:spPr/>
    </dgm:pt>
    <dgm:pt modelId="{124F8AAD-675B-4717-AF2D-C68DC0EA00E0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A2DE901D-ECDE-4109-A40E-96D17A4F3F61}" type="parTrans" cxnId="{B5812928-8602-45BA-9BF9-7661D479A645}">
      <dgm:prSet/>
      <dgm:spPr/>
    </dgm:pt>
    <dgm:pt modelId="{2C9B959A-6001-4A6F-9816-5B960DE71EA2}" type="sibTrans" cxnId="{B5812928-8602-45BA-9BF9-7661D479A645}">
      <dgm:prSet/>
      <dgm:spPr/>
    </dgm:pt>
    <dgm:pt modelId="{3091023F-AED9-49C9-A27D-859467DD182B}" type="pres">
      <dgm:prSet presAssocID="{F4A48CC7-E38C-491E-97DE-0B3FD522AA5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8F931BC-ADA7-4C9F-8130-B67E473024AC}" type="pres">
      <dgm:prSet presAssocID="{E034B105-AEF7-49C2-B153-44B78B07CAA5}" presName="hierRoot1" presStyleCnt="0">
        <dgm:presLayoutVars>
          <dgm:hierBranch val="init"/>
        </dgm:presLayoutVars>
      </dgm:prSet>
      <dgm:spPr/>
    </dgm:pt>
    <dgm:pt modelId="{D4B850B2-1D31-4173-B472-DDE3279D9EA0}" type="pres">
      <dgm:prSet presAssocID="{E034B105-AEF7-49C2-B153-44B78B07CAA5}" presName="rootComposite1" presStyleCnt="0"/>
      <dgm:spPr/>
    </dgm:pt>
    <dgm:pt modelId="{906CDE4C-0A5F-463A-9107-CA1AA5E56A56}" type="pres">
      <dgm:prSet presAssocID="{E034B105-AEF7-49C2-B153-44B78B07CAA5}" presName="rootText1" presStyleLbl="node0" presStyleIdx="0" presStyleCnt="1">
        <dgm:presLayoutVars>
          <dgm:chPref val="3"/>
        </dgm:presLayoutVars>
      </dgm:prSet>
      <dgm:spPr/>
    </dgm:pt>
    <dgm:pt modelId="{021A4E22-753A-4912-AC0E-32FC97949B95}" type="pres">
      <dgm:prSet presAssocID="{E034B105-AEF7-49C2-B153-44B78B07CAA5}" presName="rootConnector1" presStyleLbl="node1" presStyleIdx="0" presStyleCnt="0"/>
      <dgm:spPr/>
    </dgm:pt>
    <dgm:pt modelId="{B3C92DA0-E7A7-4F34-86C5-019C89121B04}" type="pres">
      <dgm:prSet presAssocID="{E034B105-AEF7-49C2-B153-44B78B07CAA5}" presName="hierChild2" presStyleCnt="0"/>
      <dgm:spPr/>
    </dgm:pt>
    <dgm:pt modelId="{A404CDA0-4C7C-4416-BCF1-F607564A2805}" type="pres">
      <dgm:prSet presAssocID="{75CE96DC-2F66-4D48-A546-A25367B1AFFF}" presName="Name37" presStyleLbl="parChTrans1D2" presStyleIdx="0" presStyleCnt="3"/>
      <dgm:spPr/>
    </dgm:pt>
    <dgm:pt modelId="{BCD1AD4F-CFC7-4A6D-B344-E48FE24DC159}" type="pres">
      <dgm:prSet presAssocID="{67ED700B-1085-46BA-8B8F-15106F61F1E5}" presName="hierRoot2" presStyleCnt="0">
        <dgm:presLayoutVars>
          <dgm:hierBranch val="init"/>
        </dgm:presLayoutVars>
      </dgm:prSet>
      <dgm:spPr/>
    </dgm:pt>
    <dgm:pt modelId="{A6394C45-A2AE-461E-A268-A6994F391933}" type="pres">
      <dgm:prSet presAssocID="{67ED700B-1085-46BA-8B8F-15106F61F1E5}" presName="rootComposite" presStyleCnt="0"/>
      <dgm:spPr/>
    </dgm:pt>
    <dgm:pt modelId="{2EC6CDED-99A3-4B0E-AAF5-6330C061930F}" type="pres">
      <dgm:prSet presAssocID="{67ED700B-1085-46BA-8B8F-15106F61F1E5}" presName="rootText" presStyleLbl="node2" presStyleIdx="0" presStyleCnt="3">
        <dgm:presLayoutVars>
          <dgm:chPref val="3"/>
        </dgm:presLayoutVars>
      </dgm:prSet>
      <dgm:spPr/>
    </dgm:pt>
    <dgm:pt modelId="{D2676ACC-932E-4E58-972D-736B6F02FF5C}" type="pres">
      <dgm:prSet presAssocID="{67ED700B-1085-46BA-8B8F-15106F61F1E5}" presName="rootConnector" presStyleLbl="node2" presStyleIdx="0" presStyleCnt="3"/>
      <dgm:spPr/>
    </dgm:pt>
    <dgm:pt modelId="{062FDCEF-9F60-4D61-AC5E-CD119E6F3976}" type="pres">
      <dgm:prSet presAssocID="{67ED700B-1085-46BA-8B8F-15106F61F1E5}" presName="hierChild4" presStyleCnt="0"/>
      <dgm:spPr/>
    </dgm:pt>
    <dgm:pt modelId="{14D77450-76C1-438D-B3D0-33CAB10C5BBB}" type="pres">
      <dgm:prSet presAssocID="{67ED700B-1085-46BA-8B8F-15106F61F1E5}" presName="hierChild5" presStyleCnt="0"/>
      <dgm:spPr/>
    </dgm:pt>
    <dgm:pt modelId="{04F9CE41-2A96-4EB4-902D-F9F8D578738C}" type="pres">
      <dgm:prSet presAssocID="{92B43ED2-800A-49CA-9C8A-E9D9EBD0A345}" presName="Name37" presStyleLbl="parChTrans1D2" presStyleIdx="1" presStyleCnt="3"/>
      <dgm:spPr/>
    </dgm:pt>
    <dgm:pt modelId="{9E38144A-E5D1-47A3-988D-45F826D8AE73}" type="pres">
      <dgm:prSet presAssocID="{7B662103-0EAE-481C-B354-B80BE787467F}" presName="hierRoot2" presStyleCnt="0">
        <dgm:presLayoutVars>
          <dgm:hierBranch val="init"/>
        </dgm:presLayoutVars>
      </dgm:prSet>
      <dgm:spPr/>
    </dgm:pt>
    <dgm:pt modelId="{2D9BCD96-519F-4EAE-BD30-60D416E894D6}" type="pres">
      <dgm:prSet presAssocID="{7B662103-0EAE-481C-B354-B80BE787467F}" presName="rootComposite" presStyleCnt="0"/>
      <dgm:spPr/>
    </dgm:pt>
    <dgm:pt modelId="{52AF9E3D-CFFE-458A-933E-584576E80CD6}" type="pres">
      <dgm:prSet presAssocID="{7B662103-0EAE-481C-B354-B80BE787467F}" presName="rootText" presStyleLbl="node2" presStyleIdx="1" presStyleCnt="3">
        <dgm:presLayoutVars>
          <dgm:chPref val="3"/>
        </dgm:presLayoutVars>
      </dgm:prSet>
      <dgm:spPr/>
    </dgm:pt>
    <dgm:pt modelId="{96F2599D-6659-4ADC-85A5-751ED98D248D}" type="pres">
      <dgm:prSet presAssocID="{7B662103-0EAE-481C-B354-B80BE787467F}" presName="rootConnector" presStyleLbl="node2" presStyleIdx="1" presStyleCnt="3"/>
      <dgm:spPr/>
    </dgm:pt>
    <dgm:pt modelId="{9725D4F9-DC95-4D51-A01E-CBBEF7445850}" type="pres">
      <dgm:prSet presAssocID="{7B662103-0EAE-481C-B354-B80BE787467F}" presName="hierChild4" presStyleCnt="0"/>
      <dgm:spPr/>
    </dgm:pt>
    <dgm:pt modelId="{A15B130D-1920-4BD5-BB29-ED3B032235FE}" type="pres">
      <dgm:prSet presAssocID="{7B662103-0EAE-481C-B354-B80BE787467F}" presName="hierChild5" presStyleCnt="0"/>
      <dgm:spPr/>
    </dgm:pt>
    <dgm:pt modelId="{6A3F6F51-DFFA-49B6-9DD7-AD80A1DF138F}" type="pres">
      <dgm:prSet presAssocID="{A2DE901D-ECDE-4109-A40E-96D17A4F3F61}" presName="Name37" presStyleLbl="parChTrans1D2" presStyleIdx="2" presStyleCnt="3"/>
      <dgm:spPr/>
    </dgm:pt>
    <dgm:pt modelId="{06915DEB-11FB-469E-9F5F-CB49853CE10B}" type="pres">
      <dgm:prSet presAssocID="{124F8AAD-675B-4717-AF2D-C68DC0EA00E0}" presName="hierRoot2" presStyleCnt="0">
        <dgm:presLayoutVars>
          <dgm:hierBranch val="init"/>
        </dgm:presLayoutVars>
      </dgm:prSet>
      <dgm:spPr/>
    </dgm:pt>
    <dgm:pt modelId="{31752A94-49A1-4603-9A73-86BAFE0F62E8}" type="pres">
      <dgm:prSet presAssocID="{124F8AAD-675B-4717-AF2D-C68DC0EA00E0}" presName="rootComposite" presStyleCnt="0"/>
      <dgm:spPr/>
    </dgm:pt>
    <dgm:pt modelId="{1D467EFC-88E4-4C45-9D4A-78FBEAA58B57}" type="pres">
      <dgm:prSet presAssocID="{124F8AAD-675B-4717-AF2D-C68DC0EA00E0}" presName="rootText" presStyleLbl="node2" presStyleIdx="2" presStyleCnt="3">
        <dgm:presLayoutVars>
          <dgm:chPref val="3"/>
        </dgm:presLayoutVars>
      </dgm:prSet>
      <dgm:spPr/>
    </dgm:pt>
    <dgm:pt modelId="{59816668-68B4-4064-BC1B-C4CD43422D28}" type="pres">
      <dgm:prSet presAssocID="{124F8AAD-675B-4717-AF2D-C68DC0EA00E0}" presName="rootConnector" presStyleLbl="node2" presStyleIdx="2" presStyleCnt="3"/>
      <dgm:spPr/>
    </dgm:pt>
    <dgm:pt modelId="{D00FAC76-4710-4AF9-96A8-15AD6818DAAA}" type="pres">
      <dgm:prSet presAssocID="{124F8AAD-675B-4717-AF2D-C68DC0EA00E0}" presName="hierChild4" presStyleCnt="0"/>
      <dgm:spPr/>
    </dgm:pt>
    <dgm:pt modelId="{94417BF5-5AA1-4B70-964A-B03D8B89E435}" type="pres">
      <dgm:prSet presAssocID="{124F8AAD-675B-4717-AF2D-C68DC0EA00E0}" presName="hierChild5" presStyleCnt="0"/>
      <dgm:spPr/>
    </dgm:pt>
    <dgm:pt modelId="{B97F9222-6484-4D47-B06B-3FBC546DD984}" type="pres">
      <dgm:prSet presAssocID="{E034B105-AEF7-49C2-B153-44B78B07CAA5}" presName="hierChild3" presStyleCnt="0"/>
      <dgm:spPr/>
    </dgm:pt>
  </dgm:ptLst>
  <dgm:cxnLst>
    <dgm:cxn modelId="{7BDB9306-5B96-4E9B-9DBA-64BAECF88EA2}" type="presOf" srcId="{75CE96DC-2F66-4D48-A546-A25367B1AFFF}" destId="{A404CDA0-4C7C-4416-BCF1-F607564A2805}" srcOrd="0" destOrd="0" presId="urn:microsoft.com/office/officeart/2005/8/layout/orgChart1"/>
    <dgm:cxn modelId="{1622AD0A-6ADD-4B3B-A01C-947919B405B8}" type="presOf" srcId="{E034B105-AEF7-49C2-B153-44B78B07CAA5}" destId="{021A4E22-753A-4912-AC0E-32FC97949B95}" srcOrd="1" destOrd="0" presId="urn:microsoft.com/office/officeart/2005/8/layout/orgChart1"/>
    <dgm:cxn modelId="{B5812928-8602-45BA-9BF9-7661D479A645}" srcId="{E034B105-AEF7-49C2-B153-44B78B07CAA5}" destId="{124F8AAD-675B-4717-AF2D-C68DC0EA00E0}" srcOrd="2" destOrd="0" parTransId="{A2DE901D-ECDE-4109-A40E-96D17A4F3F61}" sibTransId="{2C9B959A-6001-4A6F-9816-5B960DE71EA2}"/>
    <dgm:cxn modelId="{1B1E143B-3163-4B0A-B66D-21B739252988}" type="presOf" srcId="{67ED700B-1085-46BA-8B8F-15106F61F1E5}" destId="{2EC6CDED-99A3-4B0E-AAF5-6330C061930F}" srcOrd="0" destOrd="0" presId="urn:microsoft.com/office/officeart/2005/8/layout/orgChart1"/>
    <dgm:cxn modelId="{6A35FE4C-6F48-457D-8F7C-E656281720C0}" srcId="{E034B105-AEF7-49C2-B153-44B78B07CAA5}" destId="{7B662103-0EAE-481C-B354-B80BE787467F}" srcOrd="1" destOrd="0" parTransId="{92B43ED2-800A-49CA-9C8A-E9D9EBD0A345}" sibTransId="{B11E6B4F-9258-4F9F-9149-C99D61AA7430}"/>
    <dgm:cxn modelId="{C4AB0456-9591-4741-8D3C-6DB88587584C}" type="presOf" srcId="{67ED700B-1085-46BA-8B8F-15106F61F1E5}" destId="{D2676ACC-932E-4E58-972D-736B6F02FF5C}" srcOrd="1" destOrd="0" presId="urn:microsoft.com/office/officeart/2005/8/layout/orgChart1"/>
    <dgm:cxn modelId="{087C4379-339F-4FC3-937F-5D78AFE31052}" type="presOf" srcId="{F4A48CC7-E38C-491E-97DE-0B3FD522AA5F}" destId="{3091023F-AED9-49C9-A27D-859467DD182B}" srcOrd="0" destOrd="0" presId="urn:microsoft.com/office/officeart/2005/8/layout/orgChart1"/>
    <dgm:cxn modelId="{0F19FE88-30DF-4A7A-9ADD-88441EB2CF93}" type="presOf" srcId="{E034B105-AEF7-49C2-B153-44B78B07CAA5}" destId="{906CDE4C-0A5F-463A-9107-CA1AA5E56A56}" srcOrd="0" destOrd="0" presId="urn:microsoft.com/office/officeart/2005/8/layout/orgChart1"/>
    <dgm:cxn modelId="{340BB991-3E0E-47A1-A983-788057970DF3}" srcId="{E034B105-AEF7-49C2-B153-44B78B07CAA5}" destId="{67ED700B-1085-46BA-8B8F-15106F61F1E5}" srcOrd="0" destOrd="0" parTransId="{75CE96DC-2F66-4D48-A546-A25367B1AFFF}" sibTransId="{1B8CEA66-59C9-4945-8003-758EEA0A7714}"/>
    <dgm:cxn modelId="{1268339C-1AF5-43F2-AC06-593E463CE6C8}" type="presOf" srcId="{7B662103-0EAE-481C-B354-B80BE787467F}" destId="{96F2599D-6659-4ADC-85A5-751ED98D248D}" srcOrd="1" destOrd="0" presId="urn:microsoft.com/office/officeart/2005/8/layout/orgChart1"/>
    <dgm:cxn modelId="{4585A1A8-9F26-4262-886B-7C99515D90F2}" type="presOf" srcId="{A2DE901D-ECDE-4109-A40E-96D17A4F3F61}" destId="{6A3F6F51-DFFA-49B6-9DD7-AD80A1DF138F}" srcOrd="0" destOrd="0" presId="urn:microsoft.com/office/officeart/2005/8/layout/orgChart1"/>
    <dgm:cxn modelId="{D8F733B0-76C2-48DC-A476-F24931E6AD54}" type="presOf" srcId="{124F8AAD-675B-4717-AF2D-C68DC0EA00E0}" destId="{1D467EFC-88E4-4C45-9D4A-78FBEAA58B57}" srcOrd="0" destOrd="0" presId="urn:microsoft.com/office/officeart/2005/8/layout/orgChart1"/>
    <dgm:cxn modelId="{C88A71C0-8DE8-4338-A170-044358960B7F}" srcId="{F4A48CC7-E38C-491E-97DE-0B3FD522AA5F}" destId="{E034B105-AEF7-49C2-B153-44B78B07CAA5}" srcOrd="0" destOrd="0" parTransId="{0DCF20BD-4C71-41D5-94F1-B44D8847D80E}" sibTransId="{E1974234-E802-4002-899F-A734A0F19DF7}"/>
    <dgm:cxn modelId="{60E4FED6-58CE-415E-A92B-982FC284B36A}" type="presOf" srcId="{92B43ED2-800A-49CA-9C8A-E9D9EBD0A345}" destId="{04F9CE41-2A96-4EB4-902D-F9F8D578738C}" srcOrd="0" destOrd="0" presId="urn:microsoft.com/office/officeart/2005/8/layout/orgChart1"/>
    <dgm:cxn modelId="{0992C8E3-9986-467F-822B-E7D60574C69B}" type="presOf" srcId="{7B662103-0EAE-481C-B354-B80BE787467F}" destId="{52AF9E3D-CFFE-458A-933E-584576E80CD6}" srcOrd="0" destOrd="0" presId="urn:microsoft.com/office/officeart/2005/8/layout/orgChart1"/>
    <dgm:cxn modelId="{977016F8-3B1F-4D9A-91B2-C051F7E5BA97}" type="presOf" srcId="{124F8AAD-675B-4717-AF2D-C68DC0EA00E0}" destId="{59816668-68B4-4064-BC1B-C4CD43422D28}" srcOrd="1" destOrd="0" presId="urn:microsoft.com/office/officeart/2005/8/layout/orgChart1"/>
    <dgm:cxn modelId="{72E8B392-E94B-4F85-9E95-CAEAB7675984}" type="presParOf" srcId="{3091023F-AED9-49C9-A27D-859467DD182B}" destId="{98F931BC-ADA7-4C9F-8130-B67E473024AC}" srcOrd="0" destOrd="0" presId="urn:microsoft.com/office/officeart/2005/8/layout/orgChart1"/>
    <dgm:cxn modelId="{18357EA7-8AB7-46C2-AFBD-7D78F9AC5884}" type="presParOf" srcId="{98F931BC-ADA7-4C9F-8130-B67E473024AC}" destId="{D4B850B2-1D31-4173-B472-DDE3279D9EA0}" srcOrd="0" destOrd="0" presId="urn:microsoft.com/office/officeart/2005/8/layout/orgChart1"/>
    <dgm:cxn modelId="{11CF1C5A-58B0-478F-BC79-5906FC6F1313}" type="presParOf" srcId="{D4B850B2-1D31-4173-B472-DDE3279D9EA0}" destId="{906CDE4C-0A5F-463A-9107-CA1AA5E56A56}" srcOrd="0" destOrd="0" presId="urn:microsoft.com/office/officeart/2005/8/layout/orgChart1"/>
    <dgm:cxn modelId="{61906688-DF57-4419-9EBC-B2B0B1EC57D7}" type="presParOf" srcId="{D4B850B2-1D31-4173-B472-DDE3279D9EA0}" destId="{021A4E22-753A-4912-AC0E-32FC97949B95}" srcOrd="1" destOrd="0" presId="urn:microsoft.com/office/officeart/2005/8/layout/orgChart1"/>
    <dgm:cxn modelId="{BF98A667-18BE-434D-BAF3-0F9A46A0C431}" type="presParOf" srcId="{98F931BC-ADA7-4C9F-8130-B67E473024AC}" destId="{B3C92DA0-E7A7-4F34-86C5-019C89121B04}" srcOrd="1" destOrd="0" presId="urn:microsoft.com/office/officeart/2005/8/layout/orgChart1"/>
    <dgm:cxn modelId="{594AFC82-34EE-4841-AF38-14A85036FFC9}" type="presParOf" srcId="{B3C92DA0-E7A7-4F34-86C5-019C89121B04}" destId="{A404CDA0-4C7C-4416-BCF1-F607564A2805}" srcOrd="0" destOrd="0" presId="urn:microsoft.com/office/officeart/2005/8/layout/orgChart1"/>
    <dgm:cxn modelId="{C7D6B8DF-8B0C-47A3-A446-129C531779F0}" type="presParOf" srcId="{B3C92DA0-E7A7-4F34-86C5-019C89121B04}" destId="{BCD1AD4F-CFC7-4A6D-B344-E48FE24DC159}" srcOrd="1" destOrd="0" presId="urn:microsoft.com/office/officeart/2005/8/layout/orgChart1"/>
    <dgm:cxn modelId="{50F00475-7C4B-4D3E-8668-DB3D2B521C1B}" type="presParOf" srcId="{BCD1AD4F-CFC7-4A6D-B344-E48FE24DC159}" destId="{A6394C45-A2AE-461E-A268-A6994F391933}" srcOrd="0" destOrd="0" presId="urn:microsoft.com/office/officeart/2005/8/layout/orgChart1"/>
    <dgm:cxn modelId="{7C99E75F-38DA-4ECA-B786-A607B94A76F8}" type="presParOf" srcId="{A6394C45-A2AE-461E-A268-A6994F391933}" destId="{2EC6CDED-99A3-4B0E-AAF5-6330C061930F}" srcOrd="0" destOrd="0" presId="urn:microsoft.com/office/officeart/2005/8/layout/orgChart1"/>
    <dgm:cxn modelId="{FEE61575-1B6E-4CE6-B0F9-B7DE5FBCDB90}" type="presParOf" srcId="{A6394C45-A2AE-461E-A268-A6994F391933}" destId="{D2676ACC-932E-4E58-972D-736B6F02FF5C}" srcOrd="1" destOrd="0" presId="urn:microsoft.com/office/officeart/2005/8/layout/orgChart1"/>
    <dgm:cxn modelId="{1181DE82-9291-41AF-84A3-CEDCE8A72FA6}" type="presParOf" srcId="{BCD1AD4F-CFC7-4A6D-B344-E48FE24DC159}" destId="{062FDCEF-9F60-4D61-AC5E-CD119E6F3976}" srcOrd="1" destOrd="0" presId="urn:microsoft.com/office/officeart/2005/8/layout/orgChart1"/>
    <dgm:cxn modelId="{66701924-076E-457F-A534-B5D81F7A4B25}" type="presParOf" srcId="{BCD1AD4F-CFC7-4A6D-B344-E48FE24DC159}" destId="{14D77450-76C1-438D-B3D0-33CAB10C5BBB}" srcOrd="2" destOrd="0" presId="urn:microsoft.com/office/officeart/2005/8/layout/orgChart1"/>
    <dgm:cxn modelId="{CB0046B7-50E1-4300-8C72-292E1FBCD22F}" type="presParOf" srcId="{B3C92DA0-E7A7-4F34-86C5-019C89121B04}" destId="{04F9CE41-2A96-4EB4-902D-F9F8D578738C}" srcOrd="2" destOrd="0" presId="urn:microsoft.com/office/officeart/2005/8/layout/orgChart1"/>
    <dgm:cxn modelId="{BB895DAE-6EFB-44B9-B19C-A5F50EFDC357}" type="presParOf" srcId="{B3C92DA0-E7A7-4F34-86C5-019C89121B04}" destId="{9E38144A-E5D1-47A3-988D-45F826D8AE73}" srcOrd="3" destOrd="0" presId="urn:microsoft.com/office/officeart/2005/8/layout/orgChart1"/>
    <dgm:cxn modelId="{B6B0143B-3C4E-4D9A-AFBB-F3E72A450447}" type="presParOf" srcId="{9E38144A-E5D1-47A3-988D-45F826D8AE73}" destId="{2D9BCD96-519F-4EAE-BD30-60D416E894D6}" srcOrd="0" destOrd="0" presId="urn:microsoft.com/office/officeart/2005/8/layout/orgChart1"/>
    <dgm:cxn modelId="{9634AAFD-B373-4155-B0E3-245C596E2DCF}" type="presParOf" srcId="{2D9BCD96-519F-4EAE-BD30-60D416E894D6}" destId="{52AF9E3D-CFFE-458A-933E-584576E80CD6}" srcOrd="0" destOrd="0" presId="urn:microsoft.com/office/officeart/2005/8/layout/orgChart1"/>
    <dgm:cxn modelId="{BC8E076C-C9A0-4470-9550-8E959C621D6D}" type="presParOf" srcId="{2D9BCD96-519F-4EAE-BD30-60D416E894D6}" destId="{96F2599D-6659-4ADC-85A5-751ED98D248D}" srcOrd="1" destOrd="0" presId="urn:microsoft.com/office/officeart/2005/8/layout/orgChart1"/>
    <dgm:cxn modelId="{2DA0EEE4-14D3-4618-8032-EA289BAAD28A}" type="presParOf" srcId="{9E38144A-E5D1-47A3-988D-45F826D8AE73}" destId="{9725D4F9-DC95-4D51-A01E-CBBEF7445850}" srcOrd="1" destOrd="0" presId="urn:microsoft.com/office/officeart/2005/8/layout/orgChart1"/>
    <dgm:cxn modelId="{8909D5A0-4092-4E91-8651-9180EE3F6600}" type="presParOf" srcId="{9E38144A-E5D1-47A3-988D-45F826D8AE73}" destId="{A15B130D-1920-4BD5-BB29-ED3B032235FE}" srcOrd="2" destOrd="0" presId="urn:microsoft.com/office/officeart/2005/8/layout/orgChart1"/>
    <dgm:cxn modelId="{1E7DACE7-63EF-4509-AB1A-508A9A27E720}" type="presParOf" srcId="{B3C92DA0-E7A7-4F34-86C5-019C89121B04}" destId="{6A3F6F51-DFFA-49B6-9DD7-AD80A1DF138F}" srcOrd="4" destOrd="0" presId="urn:microsoft.com/office/officeart/2005/8/layout/orgChart1"/>
    <dgm:cxn modelId="{85113FC8-C82F-445B-9BD8-F141F5C1408C}" type="presParOf" srcId="{B3C92DA0-E7A7-4F34-86C5-019C89121B04}" destId="{06915DEB-11FB-469E-9F5F-CB49853CE10B}" srcOrd="5" destOrd="0" presId="urn:microsoft.com/office/officeart/2005/8/layout/orgChart1"/>
    <dgm:cxn modelId="{D0254183-ED78-45E1-A288-E78DA4D03463}" type="presParOf" srcId="{06915DEB-11FB-469E-9F5F-CB49853CE10B}" destId="{31752A94-49A1-4603-9A73-86BAFE0F62E8}" srcOrd="0" destOrd="0" presId="urn:microsoft.com/office/officeart/2005/8/layout/orgChart1"/>
    <dgm:cxn modelId="{DECF4980-8B87-4E60-8A0A-F71F37C61403}" type="presParOf" srcId="{31752A94-49A1-4603-9A73-86BAFE0F62E8}" destId="{1D467EFC-88E4-4C45-9D4A-78FBEAA58B57}" srcOrd="0" destOrd="0" presId="urn:microsoft.com/office/officeart/2005/8/layout/orgChart1"/>
    <dgm:cxn modelId="{B57C8206-BF57-440F-AD32-43A43F194544}" type="presParOf" srcId="{31752A94-49A1-4603-9A73-86BAFE0F62E8}" destId="{59816668-68B4-4064-BC1B-C4CD43422D28}" srcOrd="1" destOrd="0" presId="urn:microsoft.com/office/officeart/2005/8/layout/orgChart1"/>
    <dgm:cxn modelId="{666C9A34-C011-4D88-BC48-33E0B607F885}" type="presParOf" srcId="{06915DEB-11FB-469E-9F5F-CB49853CE10B}" destId="{D00FAC76-4710-4AF9-96A8-15AD6818DAAA}" srcOrd="1" destOrd="0" presId="urn:microsoft.com/office/officeart/2005/8/layout/orgChart1"/>
    <dgm:cxn modelId="{71D18DC1-CFB4-4068-8541-1A1998DE4E0A}" type="presParOf" srcId="{06915DEB-11FB-469E-9F5F-CB49853CE10B}" destId="{94417BF5-5AA1-4B70-964A-B03D8B89E435}" srcOrd="2" destOrd="0" presId="urn:microsoft.com/office/officeart/2005/8/layout/orgChart1"/>
    <dgm:cxn modelId="{D8ED3865-A211-4D45-9294-A11694DAED1C}" type="presParOf" srcId="{98F931BC-ADA7-4C9F-8130-B67E473024AC}" destId="{B97F9222-6484-4D47-B06B-3FBC546DD98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5FE9A888-B5E3-47D9-9649-321107879724}" type="doc">
      <dgm:prSet loTypeId="urn:microsoft.com/office/officeart/2005/8/layout/orgChart1" loCatId="hierarchy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01B1BA-E8C5-46E7-B0E1-7DB77AC306A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BD345872-156F-4AB1-BBDC-16BDA0129AE1}" type="parTrans" cxnId="{771EA8F3-AD8B-4D4D-9EA6-52EFB0D0A6E1}">
      <dgm:prSet/>
      <dgm:spPr/>
    </dgm:pt>
    <dgm:pt modelId="{56146554-2E6E-4223-8E95-8E13BE7A21E5}" type="sibTrans" cxnId="{771EA8F3-AD8B-4D4D-9EA6-52EFB0D0A6E1}">
      <dgm:prSet/>
      <dgm:spPr/>
    </dgm:pt>
    <dgm:pt modelId="{61A0D4E9-6391-4D48-803E-C35E9DAFAF75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9F417486-E308-48C1-9258-0AD755A20AC6}" type="parTrans" cxnId="{7EDAE615-3109-423A-99B4-3A51C5E799B8}">
      <dgm:prSet/>
      <dgm:spPr/>
    </dgm:pt>
    <dgm:pt modelId="{D9E5BA40-2752-4166-A330-FE75C82D700C}" type="sibTrans" cxnId="{7EDAE615-3109-423A-99B4-3A51C5E799B8}">
      <dgm:prSet/>
      <dgm:spPr/>
    </dgm:pt>
    <dgm:pt modelId="{952F7C16-7FC5-4E78-AC52-A4F63A7A868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3611072-5966-4636-8149-3059D9E010E2}" type="parTrans" cxnId="{EB976C5A-DF67-4715-AEA6-6BF2BCA993A7}">
      <dgm:prSet/>
      <dgm:spPr/>
    </dgm:pt>
    <dgm:pt modelId="{F3E305C9-A5C2-41A7-9F62-7ACA17CA94AA}" type="sibTrans" cxnId="{EB976C5A-DF67-4715-AEA6-6BF2BCA993A7}">
      <dgm:prSet/>
      <dgm:spPr/>
    </dgm:pt>
    <dgm:pt modelId="{108FC76F-F6FC-409D-992E-1A037EDADC54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29CDEEB0-6E91-4209-A5E7-74C4AF31610C}" type="parTrans" cxnId="{27B4924C-2E8F-484A-9EF4-2B36F760EFF4}">
      <dgm:prSet/>
      <dgm:spPr/>
    </dgm:pt>
    <dgm:pt modelId="{1D4A0C0E-6D93-45B0-BD65-CE5F0C6D6EA6}" type="sibTrans" cxnId="{27B4924C-2E8F-484A-9EF4-2B36F760EFF4}">
      <dgm:prSet/>
      <dgm:spPr/>
    </dgm:pt>
    <dgm:pt modelId="{F4406954-4AE0-4165-8F30-9F695DB9737D}" type="pres">
      <dgm:prSet presAssocID="{5FE9A888-B5E3-47D9-9649-32110787972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4A0D7BC-6B55-4201-B5BC-5A92F6BD6B43}" type="pres">
      <dgm:prSet presAssocID="{F401B1BA-E8C5-46E7-B0E1-7DB77AC306AD}" presName="hierRoot1" presStyleCnt="0">
        <dgm:presLayoutVars>
          <dgm:hierBranch val="init"/>
        </dgm:presLayoutVars>
      </dgm:prSet>
      <dgm:spPr/>
    </dgm:pt>
    <dgm:pt modelId="{142CF7B8-C004-4865-9FB4-086CD2F07522}" type="pres">
      <dgm:prSet presAssocID="{F401B1BA-E8C5-46E7-B0E1-7DB77AC306AD}" presName="rootComposite1" presStyleCnt="0"/>
      <dgm:spPr/>
    </dgm:pt>
    <dgm:pt modelId="{ABC36615-477D-42C1-B832-0290C4AAED01}" type="pres">
      <dgm:prSet presAssocID="{F401B1BA-E8C5-46E7-B0E1-7DB77AC306AD}" presName="rootText1" presStyleLbl="node0" presStyleIdx="0" presStyleCnt="1">
        <dgm:presLayoutVars>
          <dgm:chPref val="3"/>
        </dgm:presLayoutVars>
      </dgm:prSet>
      <dgm:spPr/>
    </dgm:pt>
    <dgm:pt modelId="{27EF7C8D-4EAE-4AA7-BBDB-9906CC87C2DE}" type="pres">
      <dgm:prSet presAssocID="{F401B1BA-E8C5-46E7-B0E1-7DB77AC306AD}" presName="rootConnector1" presStyleLbl="node1" presStyleIdx="0" presStyleCnt="0"/>
      <dgm:spPr/>
    </dgm:pt>
    <dgm:pt modelId="{BF3A33FF-1637-4C55-BD2E-19DED938486E}" type="pres">
      <dgm:prSet presAssocID="{F401B1BA-E8C5-46E7-B0E1-7DB77AC306AD}" presName="hierChild2" presStyleCnt="0"/>
      <dgm:spPr/>
    </dgm:pt>
    <dgm:pt modelId="{A4CEC995-C537-46A3-AFD2-223F33D832A8}" type="pres">
      <dgm:prSet presAssocID="{9F417486-E308-48C1-9258-0AD755A20AC6}" presName="Name37" presStyleLbl="parChTrans1D2" presStyleIdx="0" presStyleCnt="3"/>
      <dgm:spPr/>
    </dgm:pt>
    <dgm:pt modelId="{6A01CC25-2CDD-4D38-B78C-30B804D85322}" type="pres">
      <dgm:prSet presAssocID="{61A0D4E9-6391-4D48-803E-C35E9DAFAF75}" presName="hierRoot2" presStyleCnt="0">
        <dgm:presLayoutVars>
          <dgm:hierBranch val="init"/>
        </dgm:presLayoutVars>
      </dgm:prSet>
      <dgm:spPr/>
    </dgm:pt>
    <dgm:pt modelId="{1E110FB0-B15F-402B-A49B-78C0408529ED}" type="pres">
      <dgm:prSet presAssocID="{61A0D4E9-6391-4D48-803E-C35E9DAFAF75}" presName="rootComposite" presStyleCnt="0"/>
      <dgm:spPr/>
    </dgm:pt>
    <dgm:pt modelId="{B0F8056E-E9D7-45D0-A51E-8487A3BB91BD}" type="pres">
      <dgm:prSet presAssocID="{61A0D4E9-6391-4D48-803E-C35E9DAFAF75}" presName="rootText" presStyleLbl="node2" presStyleIdx="0" presStyleCnt="3">
        <dgm:presLayoutVars>
          <dgm:chPref val="3"/>
        </dgm:presLayoutVars>
      </dgm:prSet>
      <dgm:spPr/>
    </dgm:pt>
    <dgm:pt modelId="{6F298763-8692-44C0-B1F6-38AF7A648470}" type="pres">
      <dgm:prSet presAssocID="{61A0D4E9-6391-4D48-803E-C35E9DAFAF75}" presName="rootConnector" presStyleLbl="node2" presStyleIdx="0" presStyleCnt="3"/>
      <dgm:spPr/>
    </dgm:pt>
    <dgm:pt modelId="{02C82340-BA12-4DC7-B783-35A60D94367C}" type="pres">
      <dgm:prSet presAssocID="{61A0D4E9-6391-4D48-803E-C35E9DAFAF75}" presName="hierChild4" presStyleCnt="0"/>
      <dgm:spPr/>
    </dgm:pt>
    <dgm:pt modelId="{5EF05F7A-E75F-4EEF-B54A-47A9D679D6F7}" type="pres">
      <dgm:prSet presAssocID="{61A0D4E9-6391-4D48-803E-C35E9DAFAF75}" presName="hierChild5" presStyleCnt="0"/>
      <dgm:spPr/>
    </dgm:pt>
    <dgm:pt modelId="{71F5230F-0684-4135-8F4A-BAD5B326A10C}" type="pres">
      <dgm:prSet presAssocID="{F3611072-5966-4636-8149-3059D9E010E2}" presName="Name37" presStyleLbl="parChTrans1D2" presStyleIdx="1" presStyleCnt="3"/>
      <dgm:spPr/>
    </dgm:pt>
    <dgm:pt modelId="{24D58815-D1E8-40BE-B3ED-F0761050DCC5}" type="pres">
      <dgm:prSet presAssocID="{952F7C16-7FC5-4E78-AC52-A4F63A7A8680}" presName="hierRoot2" presStyleCnt="0">
        <dgm:presLayoutVars>
          <dgm:hierBranch val="init"/>
        </dgm:presLayoutVars>
      </dgm:prSet>
      <dgm:spPr/>
    </dgm:pt>
    <dgm:pt modelId="{18D377D9-C569-4173-ABEA-44A16AB754C4}" type="pres">
      <dgm:prSet presAssocID="{952F7C16-7FC5-4E78-AC52-A4F63A7A8680}" presName="rootComposite" presStyleCnt="0"/>
      <dgm:spPr/>
    </dgm:pt>
    <dgm:pt modelId="{D2C89BEC-F936-4450-A4EC-63105D28BEC2}" type="pres">
      <dgm:prSet presAssocID="{952F7C16-7FC5-4E78-AC52-A4F63A7A8680}" presName="rootText" presStyleLbl="node2" presStyleIdx="1" presStyleCnt="3">
        <dgm:presLayoutVars>
          <dgm:chPref val="3"/>
        </dgm:presLayoutVars>
      </dgm:prSet>
      <dgm:spPr/>
    </dgm:pt>
    <dgm:pt modelId="{E7F6E036-9AB7-4B68-AAA5-DC0E8EA5DC22}" type="pres">
      <dgm:prSet presAssocID="{952F7C16-7FC5-4E78-AC52-A4F63A7A8680}" presName="rootConnector" presStyleLbl="node2" presStyleIdx="1" presStyleCnt="3"/>
      <dgm:spPr/>
    </dgm:pt>
    <dgm:pt modelId="{7120CFA4-7765-4C3F-9E0F-805D9D0EB5FA}" type="pres">
      <dgm:prSet presAssocID="{952F7C16-7FC5-4E78-AC52-A4F63A7A8680}" presName="hierChild4" presStyleCnt="0"/>
      <dgm:spPr/>
    </dgm:pt>
    <dgm:pt modelId="{F68433F2-8023-4B1D-92B7-A96F7A1B22A9}" type="pres">
      <dgm:prSet presAssocID="{952F7C16-7FC5-4E78-AC52-A4F63A7A8680}" presName="hierChild5" presStyleCnt="0"/>
      <dgm:spPr/>
    </dgm:pt>
    <dgm:pt modelId="{572E6E48-D737-4692-9CF6-A968B3E7866D}" type="pres">
      <dgm:prSet presAssocID="{29CDEEB0-6E91-4209-A5E7-74C4AF31610C}" presName="Name37" presStyleLbl="parChTrans1D2" presStyleIdx="2" presStyleCnt="3"/>
      <dgm:spPr/>
    </dgm:pt>
    <dgm:pt modelId="{02336AC5-48B5-4704-A0EB-5841D6470F02}" type="pres">
      <dgm:prSet presAssocID="{108FC76F-F6FC-409D-992E-1A037EDADC54}" presName="hierRoot2" presStyleCnt="0">
        <dgm:presLayoutVars>
          <dgm:hierBranch val="init"/>
        </dgm:presLayoutVars>
      </dgm:prSet>
      <dgm:spPr/>
    </dgm:pt>
    <dgm:pt modelId="{3935394D-1460-4196-8B5F-F185DDE5E41D}" type="pres">
      <dgm:prSet presAssocID="{108FC76F-F6FC-409D-992E-1A037EDADC54}" presName="rootComposite" presStyleCnt="0"/>
      <dgm:spPr/>
    </dgm:pt>
    <dgm:pt modelId="{B2723F3A-9A59-4F43-9ED1-2C660A836FC3}" type="pres">
      <dgm:prSet presAssocID="{108FC76F-F6FC-409D-992E-1A037EDADC54}" presName="rootText" presStyleLbl="node2" presStyleIdx="2" presStyleCnt="3">
        <dgm:presLayoutVars>
          <dgm:chPref val="3"/>
        </dgm:presLayoutVars>
      </dgm:prSet>
      <dgm:spPr/>
    </dgm:pt>
    <dgm:pt modelId="{8D681786-0C62-43B8-93D1-7CF6073896A3}" type="pres">
      <dgm:prSet presAssocID="{108FC76F-F6FC-409D-992E-1A037EDADC54}" presName="rootConnector" presStyleLbl="node2" presStyleIdx="2" presStyleCnt="3"/>
      <dgm:spPr/>
    </dgm:pt>
    <dgm:pt modelId="{3A7A461B-B61D-42C9-AAA3-E827E7B46C1A}" type="pres">
      <dgm:prSet presAssocID="{108FC76F-F6FC-409D-992E-1A037EDADC54}" presName="hierChild4" presStyleCnt="0"/>
      <dgm:spPr/>
    </dgm:pt>
    <dgm:pt modelId="{00C26277-FC6F-446C-8230-B50C3939A354}" type="pres">
      <dgm:prSet presAssocID="{108FC76F-F6FC-409D-992E-1A037EDADC54}" presName="hierChild5" presStyleCnt="0"/>
      <dgm:spPr/>
    </dgm:pt>
    <dgm:pt modelId="{D34C15AA-A5D2-4F4F-91FF-67805274CDDC}" type="pres">
      <dgm:prSet presAssocID="{F401B1BA-E8C5-46E7-B0E1-7DB77AC306AD}" presName="hierChild3" presStyleCnt="0"/>
      <dgm:spPr/>
    </dgm:pt>
  </dgm:ptLst>
  <dgm:cxnLst>
    <dgm:cxn modelId="{7EDAE615-3109-423A-99B4-3A51C5E799B8}" srcId="{F401B1BA-E8C5-46E7-B0E1-7DB77AC306AD}" destId="{61A0D4E9-6391-4D48-803E-C35E9DAFAF75}" srcOrd="0" destOrd="0" parTransId="{9F417486-E308-48C1-9258-0AD755A20AC6}" sibTransId="{D9E5BA40-2752-4166-A330-FE75C82D700C}"/>
    <dgm:cxn modelId="{905D7423-DF5B-461C-857A-835849F72BE0}" type="presOf" srcId="{952F7C16-7FC5-4E78-AC52-A4F63A7A8680}" destId="{D2C89BEC-F936-4450-A4EC-63105D28BEC2}" srcOrd="0" destOrd="0" presId="urn:microsoft.com/office/officeart/2005/8/layout/orgChart1"/>
    <dgm:cxn modelId="{89630A6C-37E5-4287-A096-9FD0900059E3}" type="presOf" srcId="{5FE9A888-B5E3-47D9-9649-321107879724}" destId="{F4406954-4AE0-4165-8F30-9F695DB9737D}" srcOrd="0" destOrd="0" presId="urn:microsoft.com/office/officeart/2005/8/layout/orgChart1"/>
    <dgm:cxn modelId="{27B4924C-2E8F-484A-9EF4-2B36F760EFF4}" srcId="{F401B1BA-E8C5-46E7-B0E1-7DB77AC306AD}" destId="{108FC76F-F6FC-409D-992E-1A037EDADC54}" srcOrd="2" destOrd="0" parTransId="{29CDEEB0-6E91-4209-A5E7-74C4AF31610C}" sibTransId="{1D4A0C0E-6D93-45B0-BD65-CE5F0C6D6EA6}"/>
    <dgm:cxn modelId="{E22A596E-53E3-4B97-9E72-8123A8AEE1AB}" type="presOf" srcId="{F3611072-5966-4636-8149-3059D9E010E2}" destId="{71F5230F-0684-4135-8F4A-BAD5B326A10C}" srcOrd="0" destOrd="0" presId="urn:microsoft.com/office/officeart/2005/8/layout/orgChart1"/>
    <dgm:cxn modelId="{EB976C5A-DF67-4715-AEA6-6BF2BCA993A7}" srcId="{F401B1BA-E8C5-46E7-B0E1-7DB77AC306AD}" destId="{952F7C16-7FC5-4E78-AC52-A4F63A7A8680}" srcOrd="1" destOrd="0" parTransId="{F3611072-5966-4636-8149-3059D9E010E2}" sibTransId="{F3E305C9-A5C2-41A7-9F62-7ACA17CA94AA}"/>
    <dgm:cxn modelId="{B2334E97-682A-4F99-9728-C3F919DD95B0}" type="presOf" srcId="{108FC76F-F6FC-409D-992E-1A037EDADC54}" destId="{8D681786-0C62-43B8-93D1-7CF6073896A3}" srcOrd="1" destOrd="0" presId="urn:microsoft.com/office/officeart/2005/8/layout/orgChart1"/>
    <dgm:cxn modelId="{291B7B9E-23D6-452F-842F-2471097B6ED2}" type="presOf" srcId="{108FC76F-F6FC-409D-992E-1A037EDADC54}" destId="{B2723F3A-9A59-4F43-9ED1-2C660A836FC3}" srcOrd="0" destOrd="0" presId="urn:microsoft.com/office/officeart/2005/8/layout/orgChart1"/>
    <dgm:cxn modelId="{887E20A6-E42A-4D26-AA65-8C504E49748E}" type="presOf" srcId="{F401B1BA-E8C5-46E7-B0E1-7DB77AC306AD}" destId="{27EF7C8D-4EAE-4AA7-BBDB-9906CC87C2DE}" srcOrd="1" destOrd="0" presId="urn:microsoft.com/office/officeart/2005/8/layout/orgChart1"/>
    <dgm:cxn modelId="{D7692EC4-9028-48E2-841D-11E800BF4BD3}" type="presOf" srcId="{9F417486-E308-48C1-9258-0AD755A20AC6}" destId="{A4CEC995-C537-46A3-AFD2-223F33D832A8}" srcOrd="0" destOrd="0" presId="urn:microsoft.com/office/officeart/2005/8/layout/orgChart1"/>
    <dgm:cxn modelId="{F9CFBFD3-BBD6-40D5-9BF0-29C3671E9F53}" type="presOf" srcId="{61A0D4E9-6391-4D48-803E-C35E9DAFAF75}" destId="{6F298763-8692-44C0-B1F6-38AF7A648470}" srcOrd="1" destOrd="0" presId="urn:microsoft.com/office/officeart/2005/8/layout/orgChart1"/>
    <dgm:cxn modelId="{AF30ABE0-B16A-4F78-AEFF-1AC9083581DC}" type="presOf" srcId="{F401B1BA-E8C5-46E7-B0E1-7DB77AC306AD}" destId="{ABC36615-477D-42C1-B832-0290C4AAED01}" srcOrd="0" destOrd="0" presId="urn:microsoft.com/office/officeart/2005/8/layout/orgChart1"/>
    <dgm:cxn modelId="{88A9B8E8-60AB-4DB5-BD33-6F9EF1CBE3AE}" type="presOf" srcId="{61A0D4E9-6391-4D48-803E-C35E9DAFAF75}" destId="{B0F8056E-E9D7-45D0-A51E-8487A3BB91BD}" srcOrd="0" destOrd="0" presId="urn:microsoft.com/office/officeart/2005/8/layout/orgChart1"/>
    <dgm:cxn modelId="{78F2B6EE-6ED4-4C9C-819C-040847CAE705}" type="presOf" srcId="{29CDEEB0-6E91-4209-A5E7-74C4AF31610C}" destId="{572E6E48-D737-4692-9CF6-A968B3E7866D}" srcOrd="0" destOrd="0" presId="urn:microsoft.com/office/officeart/2005/8/layout/orgChart1"/>
    <dgm:cxn modelId="{771EA8F3-AD8B-4D4D-9EA6-52EFB0D0A6E1}" srcId="{5FE9A888-B5E3-47D9-9649-321107879724}" destId="{F401B1BA-E8C5-46E7-B0E1-7DB77AC306AD}" srcOrd="0" destOrd="0" parTransId="{BD345872-156F-4AB1-BBDC-16BDA0129AE1}" sibTransId="{56146554-2E6E-4223-8E95-8E13BE7A21E5}"/>
    <dgm:cxn modelId="{6924F9FB-A323-4BDB-8124-E6BEF0938BD1}" type="presOf" srcId="{952F7C16-7FC5-4E78-AC52-A4F63A7A8680}" destId="{E7F6E036-9AB7-4B68-AAA5-DC0E8EA5DC22}" srcOrd="1" destOrd="0" presId="urn:microsoft.com/office/officeart/2005/8/layout/orgChart1"/>
    <dgm:cxn modelId="{E50B33DC-6F63-4575-B6A5-8352059D68A6}" type="presParOf" srcId="{F4406954-4AE0-4165-8F30-9F695DB9737D}" destId="{04A0D7BC-6B55-4201-B5BC-5A92F6BD6B43}" srcOrd="0" destOrd="0" presId="urn:microsoft.com/office/officeart/2005/8/layout/orgChart1"/>
    <dgm:cxn modelId="{7CFD86F6-436E-491B-B976-2474D4E16D55}" type="presParOf" srcId="{04A0D7BC-6B55-4201-B5BC-5A92F6BD6B43}" destId="{142CF7B8-C004-4865-9FB4-086CD2F07522}" srcOrd="0" destOrd="0" presId="urn:microsoft.com/office/officeart/2005/8/layout/orgChart1"/>
    <dgm:cxn modelId="{6FE25276-C57C-4E89-9639-0BFD52C8EFFF}" type="presParOf" srcId="{142CF7B8-C004-4865-9FB4-086CD2F07522}" destId="{ABC36615-477D-42C1-B832-0290C4AAED01}" srcOrd="0" destOrd="0" presId="urn:microsoft.com/office/officeart/2005/8/layout/orgChart1"/>
    <dgm:cxn modelId="{6139CE2C-6CA7-4DA5-AF7B-BEC3E0D01233}" type="presParOf" srcId="{142CF7B8-C004-4865-9FB4-086CD2F07522}" destId="{27EF7C8D-4EAE-4AA7-BBDB-9906CC87C2DE}" srcOrd="1" destOrd="0" presId="urn:microsoft.com/office/officeart/2005/8/layout/orgChart1"/>
    <dgm:cxn modelId="{E413506D-51BE-4052-88C1-750E65C2D958}" type="presParOf" srcId="{04A0D7BC-6B55-4201-B5BC-5A92F6BD6B43}" destId="{BF3A33FF-1637-4C55-BD2E-19DED938486E}" srcOrd="1" destOrd="0" presId="urn:microsoft.com/office/officeart/2005/8/layout/orgChart1"/>
    <dgm:cxn modelId="{DBEF0C91-094C-405D-B0F0-FD95571EC8F6}" type="presParOf" srcId="{BF3A33FF-1637-4C55-BD2E-19DED938486E}" destId="{A4CEC995-C537-46A3-AFD2-223F33D832A8}" srcOrd="0" destOrd="0" presId="urn:microsoft.com/office/officeart/2005/8/layout/orgChart1"/>
    <dgm:cxn modelId="{520551E9-174F-4DD0-87B8-39C2BE47241D}" type="presParOf" srcId="{BF3A33FF-1637-4C55-BD2E-19DED938486E}" destId="{6A01CC25-2CDD-4D38-B78C-30B804D85322}" srcOrd="1" destOrd="0" presId="urn:microsoft.com/office/officeart/2005/8/layout/orgChart1"/>
    <dgm:cxn modelId="{E6216D69-97DC-45F0-B604-9B45AD1E1258}" type="presParOf" srcId="{6A01CC25-2CDD-4D38-B78C-30B804D85322}" destId="{1E110FB0-B15F-402B-A49B-78C0408529ED}" srcOrd="0" destOrd="0" presId="urn:microsoft.com/office/officeart/2005/8/layout/orgChart1"/>
    <dgm:cxn modelId="{A07077E5-A8D7-4C11-990F-5F879BF4C780}" type="presParOf" srcId="{1E110FB0-B15F-402B-A49B-78C0408529ED}" destId="{B0F8056E-E9D7-45D0-A51E-8487A3BB91BD}" srcOrd="0" destOrd="0" presId="urn:microsoft.com/office/officeart/2005/8/layout/orgChart1"/>
    <dgm:cxn modelId="{A78EF7DA-C4C5-4E97-ACE4-24952986436A}" type="presParOf" srcId="{1E110FB0-B15F-402B-A49B-78C0408529ED}" destId="{6F298763-8692-44C0-B1F6-38AF7A648470}" srcOrd="1" destOrd="0" presId="urn:microsoft.com/office/officeart/2005/8/layout/orgChart1"/>
    <dgm:cxn modelId="{7C96F688-39F1-48F8-8C3F-7F95754A9461}" type="presParOf" srcId="{6A01CC25-2CDD-4D38-B78C-30B804D85322}" destId="{02C82340-BA12-4DC7-B783-35A60D94367C}" srcOrd="1" destOrd="0" presId="urn:microsoft.com/office/officeart/2005/8/layout/orgChart1"/>
    <dgm:cxn modelId="{087860CC-7BDA-4D68-B342-761B2DE4508C}" type="presParOf" srcId="{6A01CC25-2CDD-4D38-B78C-30B804D85322}" destId="{5EF05F7A-E75F-4EEF-B54A-47A9D679D6F7}" srcOrd="2" destOrd="0" presId="urn:microsoft.com/office/officeart/2005/8/layout/orgChart1"/>
    <dgm:cxn modelId="{AFB9368E-E570-4058-8606-61640D3A09F1}" type="presParOf" srcId="{BF3A33FF-1637-4C55-BD2E-19DED938486E}" destId="{71F5230F-0684-4135-8F4A-BAD5B326A10C}" srcOrd="2" destOrd="0" presId="urn:microsoft.com/office/officeart/2005/8/layout/orgChart1"/>
    <dgm:cxn modelId="{C4F82B06-C4CD-4B7A-8F7B-3EEA22BFF49F}" type="presParOf" srcId="{BF3A33FF-1637-4C55-BD2E-19DED938486E}" destId="{24D58815-D1E8-40BE-B3ED-F0761050DCC5}" srcOrd="3" destOrd="0" presId="urn:microsoft.com/office/officeart/2005/8/layout/orgChart1"/>
    <dgm:cxn modelId="{996B7A12-FA14-4E14-8A82-5DC8A0633930}" type="presParOf" srcId="{24D58815-D1E8-40BE-B3ED-F0761050DCC5}" destId="{18D377D9-C569-4173-ABEA-44A16AB754C4}" srcOrd="0" destOrd="0" presId="urn:microsoft.com/office/officeart/2005/8/layout/orgChart1"/>
    <dgm:cxn modelId="{65687C1F-C02F-49BB-832B-DAD66DCA4C51}" type="presParOf" srcId="{18D377D9-C569-4173-ABEA-44A16AB754C4}" destId="{D2C89BEC-F936-4450-A4EC-63105D28BEC2}" srcOrd="0" destOrd="0" presId="urn:microsoft.com/office/officeart/2005/8/layout/orgChart1"/>
    <dgm:cxn modelId="{BA12FC61-F7DE-41D7-B995-194D0A82517D}" type="presParOf" srcId="{18D377D9-C569-4173-ABEA-44A16AB754C4}" destId="{E7F6E036-9AB7-4B68-AAA5-DC0E8EA5DC22}" srcOrd="1" destOrd="0" presId="urn:microsoft.com/office/officeart/2005/8/layout/orgChart1"/>
    <dgm:cxn modelId="{1AD3F5D8-4A6F-4157-B525-9CFC74A964B1}" type="presParOf" srcId="{24D58815-D1E8-40BE-B3ED-F0761050DCC5}" destId="{7120CFA4-7765-4C3F-9E0F-805D9D0EB5FA}" srcOrd="1" destOrd="0" presId="urn:microsoft.com/office/officeart/2005/8/layout/orgChart1"/>
    <dgm:cxn modelId="{0FA457BA-8C9A-4960-9215-1EF9BF4BF40C}" type="presParOf" srcId="{24D58815-D1E8-40BE-B3ED-F0761050DCC5}" destId="{F68433F2-8023-4B1D-92B7-A96F7A1B22A9}" srcOrd="2" destOrd="0" presId="urn:microsoft.com/office/officeart/2005/8/layout/orgChart1"/>
    <dgm:cxn modelId="{EB410E9A-B8E1-41D6-886C-C0BFB397A6AF}" type="presParOf" srcId="{BF3A33FF-1637-4C55-BD2E-19DED938486E}" destId="{572E6E48-D737-4692-9CF6-A968B3E7866D}" srcOrd="4" destOrd="0" presId="urn:microsoft.com/office/officeart/2005/8/layout/orgChart1"/>
    <dgm:cxn modelId="{5CD449CF-2FE5-42D0-A441-92D659725128}" type="presParOf" srcId="{BF3A33FF-1637-4C55-BD2E-19DED938486E}" destId="{02336AC5-48B5-4704-A0EB-5841D6470F02}" srcOrd="5" destOrd="0" presId="urn:microsoft.com/office/officeart/2005/8/layout/orgChart1"/>
    <dgm:cxn modelId="{A3E865F0-4794-4234-A11E-6B442C8DD4BD}" type="presParOf" srcId="{02336AC5-48B5-4704-A0EB-5841D6470F02}" destId="{3935394D-1460-4196-8B5F-F185DDE5E41D}" srcOrd="0" destOrd="0" presId="urn:microsoft.com/office/officeart/2005/8/layout/orgChart1"/>
    <dgm:cxn modelId="{E4B2BBED-A5EF-48A7-AC4B-959D6B08F8E0}" type="presParOf" srcId="{3935394D-1460-4196-8B5F-F185DDE5E41D}" destId="{B2723F3A-9A59-4F43-9ED1-2C660A836FC3}" srcOrd="0" destOrd="0" presId="urn:microsoft.com/office/officeart/2005/8/layout/orgChart1"/>
    <dgm:cxn modelId="{30B0D903-E6F8-4EF2-8363-3046E0CDF310}" type="presParOf" srcId="{3935394D-1460-4196-8B5F-F185DDE5E41D}" destId="{8D681786-0C62-43B8-93D1-7CF6073896A3}" srcOrd="1" destOrd="0" presId="urn:microsoft.com/office/officeart/2005/8/layout/orgChart1"/>
    <dgm:cxn modelId="{7833EF55-AAF5-4E68-9439-AAC6EB51FB8B}" type="presParOf" srcId="{02336AC5-48B5-4704-A0EB-5841D6470F02}" destId="{3A7A461B-B61D-42C9-AAA3-E827E7B46C1A}" srcOrd="1" destOrd="0" presId="urn:microsoft.com/office/officeart/2005/8/layout/orgChart1"/>
    <dgm:cxn modelId="{11F11714-ADC5-421F-917F-F0B6BD427BB8}" type="presParOf" srcId="{02336AC5-48B5-4704-A0EB-5841D6470F02}" destId="{00C26277-FC6F-446C-8230-B50C3939A354}" srcOrd="2" destOrd="0" presId="urn:microsoft.com/office/officeart/2005/8/layout/orgChart1"/>
    <dgm:cxn modelId="{DDC0B044-3934-42C6-9288-942EED8A9C70}" type="presParOf" srcId="{04A0D7BC-6B55-4201-B5BC-5A92F6BD6B43}" destId="{D34C15AA-A5D2-4F4F-91FF-67805274CDD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36CA3638-3F52-4270-8108-8F19C348FEF2}" type="doc">
      <dgm:prSet loTypeId="urn:microsoft.com/office/officeart/2005/8/layout/orgChart1" loCatId="hierarchy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BC25D1-1092-4432-8551-9D187F150D2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10A28B0-C639-438E-AF56-1DB39B652F3B}" type="parTrans" cxnId="{EC57BD8B-F43A-450A-8FA9-134332B31670}">
      <dgm:prSet/>
      <dgm:spPr/>
    </dgm:pt>
    <dgm:pt modelId="{C68B9973-2737-4147-A2F4-0AA13A252515}" type="sibTrans" cxnId="{EC57BD8B-F43A-450A-8FA9-134332B31670}">
      <dgm:prSet/>
      <dgm:spPr/>
    </dgm:pt>
    <dgm:pt modelId="{4A31C780-DF19-4036-842E-B22156370025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8D25B0F-34C6-4531-B4A4-3FADA8430EB0}" type="parTrans" cxnId="{A492DE8E-59D1-4B49-9F78-04E100613BDC}">
      <dgm:prSet/>
      <dgm:spPr/>
    </dgm:pt>
    <dgm:pt modelId="{8CBFAAF6-7CFA-4032-A7DE-D0D101656ADD}" type="sibTrans" cxnId="{A492DE8E-59D1-4B49-9F78-04E100613BDC}">
      <dgm:prSet/>
      <dgm:spPr/>
    </dgm:pt>
    <dgm:pt modelId="{FDE87F9E-DD2C-4DA5-BB47-79ECC1D5920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8ABB448-674A-43DF-809F-79FBAB80FDA4}" type="parTrans" cxnId="{48A69882-59E8-442C-BAFC-60B7BD13E1A2}">
      <dgm:prSet/>
      <dgm:spPr/>
    </dgm:pt>
    <dgm:pt modelId="{5829AC90-9645-484C-ABCE-17CA8FDB13FA}" type="sibTrans" cxnId="{48A69882-59E8-442C-BAFC-60B7BD13E1A2}">
      <dgm:prSet/>
      <dgm:spPr/>
    </dgm:pt>
    <dgm:pt modelId="{7505A6F8-B08F-4371-BF75-59EA4C4EB694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10E2869A-BE40-45FF-984E-DAB4A8BC32EC}" type="parTrans" cxnId="{4C31D86F-DE5F-42D6-9BC9-86BEC130B025}">
      <dgm:prSet/>
      <dgm:spPr/>
    </dgm:pt>
    <dgm:pt modelId="{08A15346-240A-4D5F-9DC9-BBE72CDB718E}" type="sibTrans" cxnId="{4C31D86F-DE5F-42D6-9BC9-86BEC130B025}">
      <dgm:prSet/>
      <dgm:spPr/>
    </dgm:pt>
    <dgm:pt modelId="{A75CA51F-BC41-40A1-8BD6-7569CC0B6558}" type="pres">
      <dgm:prSet presAssocID="{36CA3638-3F52-4270-8108-8F19C348FEF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B10A04-CBAC-40B9-9CC6-B6B04B6AD375}" type="pres">
      <dgm:prSet presAssocID="{61BC25D1-1092-4432-8551-9D187F150D29}" presName="hierRoot1" presStyleCnt="0">
        <dgm:presLayoutVars>
          <dgm:hierBranch val="init"/>
        </dgm:presLayoutVars>
      </dgm:prSet>
      <dgm:spPr/>
    </dgm:pt>
    <dgm:pt modelId="{25EF2429-7E0F-46E6-9FAB-3C8C69C17E8D}" type="pres">
      <dgm:prSet presAssocID="{61BC25D1-1092-4432-8551-9D187F150D29}" presName="rootComposite1" presStyleCnt="0"/>
      <dgm:spPr/>
    </dgm:pt>
    <dgm:pt modelId="{12612E73-0CA5-4F59-B4C4-8583168277DC}" type="pres">
      <dgm:prSet presAssocID="{61BC25D1-1092-4432-8551-9D187F150D29}" presName="rootText1" presStyleLbl="node0" presStyleIdx="0" presStyleCnt="1">
        <dgm:presLayoutVars>
          <dgm:chPref val="3"/>
        </dgm:presLayoutVars>
      </dgm:prSet>
      <dgm:spPr/>
    </dgm:pt>
    <dgm:pt modelId="{A7D283C7-20E8-4659-ACD1-0FF5702B0DBF}" type="pres">
      <dgm:prSet presAssocID="{61BC25D1-1092-4432-8551-9D187F150D29}" presName="rootConnector1" presStyleLbl="node1" presStyleIdx="0" presStyleCnt="0"/>
      <dgm:spPr/>
    </dgm:pt>
    <dgm:pt modelId="{E962E9AF-46DD-4404-9F7E-6ABBF8BE9E7D}" type="pres">
      <dgm:prSet presAssocID="{61BC25D1-1092-4432-8551-9D187F150D29}" presName="hierChild2" presStyleCnt="0"/>
      <dgm:spPr/>
    </dgm:pt>
    <dgm:pt modelId="{9F82FC56-8377-466C-828C-810BA15EA14B}" type="pres">
      <dgm:prSet presAssocID="{88D25B0F-34C6-4531-B4A4-3FADA8430EB0}" presName="Name37" presStyleLbl="parChTrans1D2" presStyleIdx="0" presStyleCnt="3"/>
      <dgm:spPr/>
    </dgm:pt>
    <dgm:pt modelId="{9E40E221-9565-45E5-8A64-EF69BC92C620}" type="pres">
      <dgm:prSet presAssocID="{4A31C780-DF19-4036-842E-B22156370025}" presName="hierRoot2" presStyleCnt="0">
        <dgm:presLayoutVars>
          <dgm:hierBranch val="init"/>
        </dgm:presLayoutVars>
      </dgm:prSet>
      <dgm:spPr/>
    </dgm:pt>
    <dgm:pt modelId="{2AF80AD0-6D2E-4E3E-B8D3-31853B2C017E}" type="pres">
      <dgm:prSet presAssocID="{4A31C780-DF19-4036-842E-B22156370025}" presName="rootComposite" presStyleCnt="0"/>
      <dgm:spPr/>
    </dgm:pt>
    <dgm:pt modelId="{26F7D107-4CA6-48C0-A039-FD72C8E80C9A}" type="pres">
      <dgm:prSet presAssocID="{4A31C780-DF19-4036-842E-B22156370025}" presName="rootText" presStyleLbl="node2" presStyleIdx="0" presStyleCnt="3">
        <dgm:presLayoutVars>
          <dgm:chPref val="3"/>
        </dgm:presLayoutVars>
      </dgm:prSet>
      <dgm:spPr/>
    </dgm:pt>
    <dgm:pt modelId="{14247C9D-047B-468F-9B60-72C187748096}" type="pres">
      <dgm:prSet presAssocID="{4A31C780-DF19-4036-842E-B22156370025}" presName="rootConnector" presStyleLbl="node2" presStyleIdx="0" presStyleCnt="3"/>
      <dgm:spPr/>
    </dgm:pt>
    <dgm:pt modelId="{2CA1A354-EA7F-42E8-9F88-9F3A0DE2AF92}" type="pres">
      <dgm:prSet presAssocID="{4A31C780-DF19-4036-842E-B22156370025}" presName="hierChild4" presStyleCnt="0"/>
      <dgm:spPr/>
    </dgm:pt>
    <dgm:pt modelId="{2E835388-6582-4367-BBFD-596A71BD9CBF}" type="pres">
      <dgm:prSet presAssocID="{4A31C780-DF19-4036-842E-B22156370025}" presName="hierChild5" presStyleCnt="0"/>
      <dgm:spPr/>
    </dgm:pt>
    <dgm:pt modelId="{D61A99A6-5910-456E-83FC-A8D2C4D50013}" type="pres">
      <dgm:prSet presAssocID="{78ABB448-674A-43DF-809F-79FBAB80FDA4}" presName="Name37" presStyleLbl="parChTrans1D2" presStyleIdx="1" presStyleCnt="3"/>
      <dgm:spPr/>
    </dgm:pt>
    <dgm:pt modelId="{95882808-3E88-498F-8107-89764E96132D}" type="pres">
      <dgm:prSet presAssocID="{FDE87F9E-DD2C-4DA5-BB47-79ECC1D59206}" presName="hierRoot2" presStyleCnt="0">
        <dgm:presLayoutVars>
          <dgm:hierBranch val="init"/>
        </dgm:presLayoutVars>
      </dgm:prSet>
      <dgm:spPr/>
    </dgm:pt>
    <dgm:pt modelId="{AD6486E0-7FAB-4F41-8862-FC8485B0A382}" type="pres">
      <dgm:prSet presAssocID="{FDE87F9E-DD2C-4DA5-BB47-79ECC1D59206}" presName="rootComposite" presStyleCnt="0"/>
      <dgm:spPr/>
    </dgm:pt>
    <dgm:pt modelId="{0D173794-6724-49D0-9A8C-8CD8761EC45C}" type="pres">
      <dgm:prSet presAssocID="{FDE87F9E-DD2C-4DA5-BB47-79ECC1D59206}" presName="rootText" presStyleLbl="node2" presStyleIdx="1" presStyleCnt="3">
        <dgm:presLayoutVars>
          <dgm:chPref val="3"/>
        </dgm:presLayoutVars>
      </dgm:prSet>
      <dgm:spPr/>
    </dgm:pt>
    <dgm:pt modelId="{A956C420-785D-482A-A990-96EFBDD58AE3}" type="pres">
      <dgm:prSet presAssocID="{FDE87F9E-DD2C-4DA5-BB47-79ECC1D59206}" presName="rootConnector" presStyleLbl="node2" presStyleIdx="1" presStyleCnt="3"/>
      <dgm:spPr/>
    </dgm:pt>
    <dgm:pt modelId="{93A19075-8386-480A-BF70-E7747F6E860F}" type="pres">
      <dgm:prSet presAssocID="{FDE87F9E-DD2C-4DA5-BB47-79ECC1D59206}" presName="hierChild4" presStyleCnt="0"/>
      <dgm:spPr/>
    </dgm:pt>
    <dgm:pt modelId="{818F9785-410B-4827-9E7C-C712786C10EE}" type="pres">
      <dgm:prSet presAssocID="{FDE87F9E-DD2C-4DA5-BB47-79ECC1D59206}" presName="hierChild5" presStyleCnt="0"/>
      <dgm:spPr/>
    </dgm:pt>
    <dgm:pt modelId="{BC721191-0B5C-4CB8-821D-DD7083872114}" type="pres">
      <dgm:prSet presAssocID="{10E2869A-BE40-45FF-984E-DAB4A8BC32EC}" presName="Name37" presStyleLbl="parChTrans1D2" presStyleIdx="2" presStyleCnt="3"/>
      <dgm:spPr/>
    </dgm:pt>
    <dgm:pt modelId="{56106B97-2C78-4969-9FC9-D7D197BB1B45}" type="pres">
      <dgm:prSet presAssocID="{7505A6F8-B08F-4371-BF75-59EA4C4EB694}" presName="hierRoot2" presStyleCnt="0">
        <dgm:presLayoutVars>
          <dgm:hierBranch val="init"/>
        </dgm:presLayoutVars>
      </dgm:prSet>
      <dgm:spPr/>
    </dgm:pt>
    <dgm:pt modelId="{09D061D2-0D26-4342-91A0-11F78574A1A3}" type="pres">
      <dgm:prSet presAssocID="{7505A6F8-B08F-4371-BF75-59EA4C4EB694}" presName="rootComposite" presStyleCnt="0"/>
      <dgm:spPr/>
    </dgm:pt>
    <dgm:pt modelId="{13F79D01-4226-40B6-8113-C08BD0803C65}" type="pres">
      <dgm:prSet presAssocID="{7505A6F8-B08F-4371-BF75-59EA4C4EB694}" presName="rootText" presStyleLbl="node2" presStyleIdx="2" presStyleCnt="3">
        <dgm:presLayoutVars>
          <dgm:chPref val="3"/>
        </dgm:presLayoutVars>
      </dgm:prSet>
      <dgm:spPr/>
    </dgm:pt>
    <dgm:pt modelId="{11C43FDF-1202-49DD-B0B5-BAC911FDBB69}" type="pres">
      <dgm:prSet presAssocID="{7505A6F8-B08F-4371-BF75-59EA4C4EB694}" presName="rootConnector" presStyleLbl="node2" presStyleIdx="2" presStyleCnt="3"/>
      <dgm:spPr/>
    </dgm:pt>
    <dgm:pt modelId="{BC9E3EBE-050A-4A81-81C2-D727A3D03EC5}" type="pres">
      <dgm:prSet presAssocID="{7505A6F8-B08F-4371-BF75-59EA4C4EB694}" presName="hierChild4" presStyleCnt="0"/>
      <dgm:spPr/>
    </dgm:pt>
    <dgm:pt modelId="{4CCB6651-3ED6-4315-B9E0-D007EB6AD816}" type="pres">
      <dgm:prSet presAssocID="{7505A6F8-B08F-4371-BF75-59EA4C4EB694}" presName="hierChild5" presStyleCnt="0"/>
      <dgm:spPr/>
    </dgm:pt>
    <dgm:pt modelId="{3729D08B-A63D-459E-A1C1-E74FDD60C91C}" type="pres">
      <dgm:prSet presAssocID="{61BC25D1-1092-4432-8551-9D187F150D29}" presName="hierChild3" presStyleCnt="0"/>
      <dgm:spPr/>
    </dgm:pt>
  </dgm:ptLst>
  <dgm:cxnLst>
    <dgm:cxn modelId="{E8E9C309-1565-4E4D-A114-6846D4CB48A8}" type="presOf" srcId="{FDE87F9E-DD2C-4DA5-BB47-79ECC1D59206}" destId="{0D173794-6724-49D0-9A8C-8CD8761EC45C}" srcOrd="0" destOrd="0" presId="urn:microsoft.com/office/officeart/2005/8/layout/orgChart1"/>
    <dgm:cxn modelId="{C50C7625-C1D2-4362-8EFF-E48976A87002}" type="presOf" srcId="{4A31C780-DF19-4036-842E-B22156370025}" destId="{14247C9D-047B-468F-9B60-72C187748096}" srcOrd="1" destOrd="0" presId="urn:microsoft.com/office/officeart/2005/8/layout/orgChart1"/>
    <dgm:cxn modelId="{73625230-7DA9-4376-A973-12905107531F}" type="presOf" srcId="{78ABB448-674A-43DF-809F-79FBAB80FDA4}" destId="{D61A99A6-5910-456E-83FC-A8D2C4D50013}" srcOrd="0" destOrd="0" presId="urn:microsoft.com/office/officeart/2005/8/layout/orgChart1"/>
    <dgm:cxn modelId="{7259425E-0F06-45A6-9271-F55CDF907350}" type="presOf" srcId="{7505A6F8-B08F-4371-BF75-59EA4C4EB694}" destId="{11C43FDF-1202-49DD-B0B5-BAC911FDBB69}" srcOrd="1" destOrd="0" presId="urn:microsoft.com/office/officeart/2005/8/layout/orgChart1"/>
    <dgm:cxn modelId="{42423344-88E3-47D0-A80E-B1AC10466446}" type="presOf" srcId="{36CA3638-3F52-4270-8108-8F19C348FEF2}" destId="{A75CA51F-BC41-40A1-8BD6-7569CC0B6558}" srcOrd="0" destOrd="0" presId="urn:microsoft.com/office/officeart/2005/8/layout/orgChart1"/>
    <dgm:cxn modelId="{AA683E4D-1E52-4663-8AFA-5DD8BB86F6B9}" type="presOf" srcId="{4A31C780-DF19-4036-842E-B22156370025}" destId="{26F7D107-4CA6-48C0-A039-FD72C8E80C9A}" srcOrd="0" destOrd="0" presId="urn:microsoft.com/office/officeart/2005/8/layout/orgChart1"/>
    <dgm:cxn modelId="{60E3FE4E-19ED-49D0-9B29-112A162E501A}" type="presOf" srcId="{10E2869A-BE40-45FF-984E-DAB4A8BC32EC}" destId="{BC721191-0B5C-4CB8-821D-DD7083872114}" srcOrd="0" destOrd="0" presId="urn:microsoft.com/office/officeart/2005/8/layout/orgChart1"/>
    <dgm:cxn modelId="{4C31D86F-DE5F-42D6-9BC9-86BEC130B025}" srcId="{61BC25D1-1092-4432-8551-9D187F150D29}" destId="{7505A6F8-B08F-4371-BF75-59EA4C4EB694}" srcOrd="2" destOrd="0" parTransId="{10E2869A-BE40-45FF-984E-DAB4A8BC32EC}" sibTransId="{08A15346-240A-4D5F-9DC9-BBE72CDB718E}"/>
    <dgm:cxn modelId="{3C529481-A710-4D21-B92E-DE0CCECE23BC}" type="presOf" srcId="{61BC25D1-1092-4432-8551-9D187F150D29}" destId="{12612E73-0CA5-4F59-B4C4-8583168277DC}" srcOrd="0" destOrd="0" presId="urn:microsoft.com/office/officeart/2005/8/layout/orgChart1"/>
    <dgm:cxn modelId="{48A69882-59E8-442C-BAFC-60B7BD13E1A2}" srcId="{61BC25D1-1092-4432-8551-9D187F150D29}" destId="{FDE87F9E-DD2C-4DA5-BB47-79ECC1D59206}" srcOrd="1" destOrd="0" parTransId="{78ABB448-674A-43DF-809F-79FBAB80FDA4}" sibTransId="{5829AC90-9645-484C-ABCE-17CA8FDB13FA}"/>
    <dgm:cxn modelId="{EC57BD8B-F43A-450A-8FA9-134332B31670}" srcId="{36CA3638-3F52-4270-8108-8F19C348FEF2}" destId="{61BC25D1-1092-4432-8551-9D187F150D29}" srcOrd="0" destOrd="0" parTransId="{E10A28B0-C639-438E-AF56-1DB39B652F3B}" sibTransId="{C68B9973-2737-4147-A2F4-0AA13A252515}"/>
    <dgm:cxn modelId="{A492DE8E-59D1-4B49-9F78-04E100613BDC}" srcId="{61BC25D1-1092-4432-8551-9D187F150D29}" destId="{4A31C780-DF19-4036-842E-B22156370025}" srcOrd="0" destOrd="0" parTransId="{88D25B0F-34C6-4531-B4A4-3FADA8430EB0}" sibTransId="{8CBFAAF6-7CFA-4032-A7DE-D0D101656ADD}"/>
    <dgm:cxn modelId="{7B13139C-0B9A-4F35-A10F-10622BA63A28}" type="presOf" srcId="{7505A6F8-B08F-4371-BF75-59EA4C4EB694}" destId="{13F79D01-4226-40B6-8113-C08BD0803C65}" srcOrd="0" destOrd="0" presId="urn:microsoft.com/office/officeart/2005/8/layout/orgChart1"/>
    <dgm:cxn modelId="{E41458D0-D42F-4B2E-8A2B-6660CB95238A}" type="presOf" srcId="{FDE87F9E-DD2C-4DA5-BB47-79ECC1D59206}" destId="{A956C420-785D-482A-A990-96EFBDD58AE3}" srcOrd="1" destOrd="0" presId="urn:microsoft.com/office/officeart/2005/8/layout/orgChart1"/>
    <dgm:cxn modelId="{0072A1F5-08F2-4F96-964D-6735C55DC78A}" type="presOf" srcId="{88D25B0F-34C6-4531-B4A4-3FADA8430EB0}" destId="{9F82FC56-8377-466C-828C-810BA15EA14B}" srcOrd="0" destOrd="0" presId="urn:microsoft.com/office/officeart/2005/8/layout/orgChart1"/>
    <dgm:cxn modelId="{02BE83FA-1112-453F-8711-D824E30A58B8}" type="presOf" srcId="{61BC25D1-1092-4432-8551-9D187F150D29}" destId="{A7D283C7-20E8-4659-ACD1-0FF5702B0DBF}" srcOrd="1" destOrd="0" presId="urn:microsoft.com/office/officeart/2005/8/layout/orgChart1"/>
    <dgm:cxn modelId="{0D1DFF2E-CBB2-4BE5-84E0-88AAF108CFB5}" type="presParOf" srcId="{A75CA51F-BC41-40A1-8BD6-7569CC0B6558}" destId="{F5B10A04-CBAC-40B9-9CC6-B6B04B6AD375}" srcOrd="0" destOrd="0" presId="urn:microsoft.com/office/officeart/2005/8/layout/orgChart1"/>
    <dgm:cxn modelId="{23551D12-A332-4B45-A0D3-69D177339AC3}" type="presParOf" srcId="{F5B10A04-CBAC-40B9-9CC6-B6B04B6AD375}" destId="{25EF2429-7E0F-46E6-9FAB-3C8C69C17E8D}" srcOrd="0" destOrd="0" presId="urn:microsoft.com/office/officeart/2005/8/layout/orgChart1"/>
    <dgm:cxn modelId="{85266D26-D967-48D4-9A50-CDD0C3238C52}" type="presParOf" srcId="{25EF2429-7E0F-46E6-9FAB-3C8C69C17E8D}" destId="{12612E73-0CA5-4F59-B4C4-8583168277DC}" srcOrd="0" destOrd="0" presId="urn:microsoft.com/office/officeart/2005/8/layout/orgChart1"/>
    <dgm:cxn modelId="{E692F749-41BF-4553-ABBD-2CCD40E6E206}" type="presParOf" srcId="{25EF2429-7E0F-46E6-9FAB-3C8C69C17E8D}" destId="{A7D283C7-20E8-4659-ACD1-0FF5702B0DBF}" srcOrd="1" destOrd="0" presId="urn:microsoft.com/office/officeart/2005/8/layout/orgChart1"/>
    <dgm:cxn modelId="{DC719B47-9DC5-4F16-80F4-02F75C01F906}" type="presParOf" srcId="{F5B10A04-CBAC-40B9-9CC6-B6B04B6AD375}" destId="{E962E9AF-46DD-4404-9F7E-6ABBF8BE9E7D}" srcOrd="1" destOrd="0" presId="urn:microsoft.com/office/officeart/2005/8/layout/orgChart1"/>
    <dgm:cxn modelId="{548796A6-B0EF-4774-9724-9C0278770899}" type="presParOf" srcId="{E962E9AF-46DD-4404-9F7E-6ABBF8BE9E7D}" destId="{9F82FC56-8377-466C-828C-810BA15EA14B}" srcOrd="0" destOrd="0" presId="urn:microsoft.com/office/officeart/2005/8/layout/orgChart1"/>
    <dgm:cxn modelId="{4D633E0B-6D6D-4FE9-B550-6200F4D35366}" type="presParOf" srcId="{E962E9AF-46DD-4404-9F7E-6ABBF8BE9E7D}" destId="{9E40E221-9565-45E5-8A64-EF69BC92C620}" srcOrd="1" destOrd="0" presId="urn:microsoft.com/office/officeart/2005/8/layout/orgChart1"/>
    <dgm:cxn modelId="{69BF9155-4114-477F-94F5-8CDEDF1E6D13}" type="presParOf" srcId="{9E40E221-9565-45E5-8A64-EF69BC92C620}" destId="{2AF80AD0-6D2E-4E3E-B8D3-31853B2C017E}" srcOrd="0" destOrd="0" presId="urn:microsoft.com/office/officeart/2005/8/layout/orgChart1"/>
    <dgm:cxn modelId="{753C0A0F-B238-430C-A586-85246C76D191}" type="presParOf" srcId="{2AF80AD0-6D2E-4E3E-B8D3-31853B2C017E}" destId="{26F7D107-4CA6-48C0-A039-FD72C8E80C9A}" srcOrd="0" destOrd="0" presId="urn:microsoft.com/office/officeart/2005/8/layout/orgChart1"/>
    <dgm:cxn modelId="{ED9D9A75-674C-46EA-A56A-6D0F082F363C}" type="presParOf" srcId="{2AF80AD0-6D2E-4E3E-B8D3-31853B2C017E}" destId="{14247C9D-047B-468F-9B60-72C187748096}" srcOrd="1" destOrd="0" presId="urn:microsoft.com/office/officeart/2005/8/layout/orgChart1"/>
    <dgm:cxn modelId="{89C200EB-54F1-4343-A99A-1B246A64B69A}" type="presParOf" srcId="{9E40E221-9565-45E5-8A64-EF69BC92C620}" destId="{2CA1A354-EA7F-42E8-9F88-9F3A0DE2AF92}" srcOrd="1" destOrd="0" presId="urn:microsoft.com/office/officeart/2005/8/layout/orgChart1"/>
    <dgm:cxn modelId="{1838258C-EB3C-42FD-B0DD-85D9535345B6}" type="presParOf" srcId="{9E40E221-9565-45E5-8A64-EF69BC92C620}" destId="{2E835388-6582-4367-BBFD-596A71BD9CBF}" srcOrd="2" destOrd="0" presId="urn:microsoft.com/office/officeart/2005/8/layout/orgChart1"/>
    <dgm:cxn modelId="{DBEC5845-9FAE-4C3C-B72D-3226546E7B09}" type="presParOf" srcId="{E962E9AF-46DD-4404-9F7E-6ABBF8BE9E7D}" destId="{D61A99A6-5910-456E-83FC-A8D2C4D50013}" srcOrd="2" destOrd="0" presId="urn:microsoft.com/office/officeart/2005/8/layout/orgChart1"/>
    <dgm:cxn modelId="{4C32BFCE-2F75-4EE0-ACB0-8C8EBDCEEBDF}" type="presParOf" srcId="{E962E9AF-46DD-4404-9F7E-6ABBF8BE9E7D}" destId="{95882808-3E88-498F-8107-89764E96132D}" srcOrd="3" destOrd="0" presId="urn:microsoft.com/office/officeart/2005/8/layout/orgChart1"/>
    <dgm:cxn modelId="{D7E5C5B6-CD9F-49A0-8841-4C97445D24C8}" type="presParOf" srcId="{95882808-3E88-498F-8107-89764E96132D}" destId="{AD6486E0-7FAB-4F41-8862-FC8485B0A382}" srcOrd="0" destOrd="0" presId="urn:microsoft.com/office/officeart/2005/8/layout/orgChart1"/>
    <dgm:cxn modelId="{75497251-500A-48E6-AFEA-808FD5DD3747}" type="presParOf" srcId="{AD6486E0-7FAB-4F41-8862-FC8485B0A382}" destId="{0D173794-6724-49D0-9A8C-8CD8761EC45C}" srcOrd="0" destOrd="0" presId="urn:microsoft.com/office/officeart/2005/8/layout/orgChart1"/>
    <dgm:cxn modelId="{2063E753-CB63-4949-8CFD-08F9EB68C615}" type="presParOf" srcId="{AD6486E0-7FAB-4F41-8862-FC8485B0A382}" destId="{A956C420-785D-482A-A990-96EFBDD58AE3}" srcOrd="1" destOrd="0" presId="urn:microsoft.com/office/officeart/2005/8/layout/orgChart1"/>
    <dgm:cxn modelId="{443BC502-C4F3-4675-A884-EB924EE90B2D}" type="presParOf" srcId="{95882808-3E88-498F-8107-89764E96132D}" destId="{93A19075-8386-480A-BF70-E7747F6E860F}" srcOrd="1" destOrd="0" presId="urn:microsoft.com/office/officeart/2005/8/layout/orgChart1"/>
    <dgm:cxn modelId="{FCECC7C1-8DDD-48FE-AB87-8C3CF36007F0}" type="presParOf" srcId="{95882808-3E88-498F-8107-89764E96132D}" destId="{818F9785-410B-4827-9E7C-C712786C10EE}" srcOrd="2" destOrd="0" presId="urn:microsoft.com/office/officeart/2005/8/layout/orgChart1"/>
    <dgm:cxn modelId="{4A6B0462-232E-4B28-A5AC-A9304525ED9C}" type="presParOf" srcId="{E962E9AF-46DD-4404-9F7E-6ABBF8BE9E7D}" destId="{BC721191-0B5C-4CB8-821D-DD7083872114}" srcOrd="4" destOrd="0" presId="urn:microsoft.com/office/officeart/2005/8/layout/orgChart1"/>
    <dgm:cxn modelId="{85A844C7-B014-42DC-92A2-E340C0E4538A}" type="presParOf" srcId="{E962E9AF-46DD-4404-9F7E-6ABBF8BE9E7D}" destId="{56106B97-2C78-4969-9FC9-D7D197BB1B45}" srcOrd="5" destOrd="0" presId="urn:microsoft.com/office/officeart/2005/8/layout/orgChart1"/>
    <dgm:cxn modelId="{55590D11-D6CF-4195-874D-381A3F0166BF}" type="presParOf" srcId="{56106B97-2C78-4969-9FC9-D7D197BB1B45}" destId="{09D061D2-0D26-4342-91A0-11F78574A1A3}" srcOrd="0" destOrd="0" presId="urn:microsoft.com/office/officeart/2005/8/layout/orgChart1"/>
    <dgm:cxn modelId="{2AE11E9D-AC50-46EC-B66E-3FD7072088F5}" type="presParOf" srcId="{09D061D2-0D26-4342-91A0-11F78574A1A3}" destId="{13F79D01-4226-40B6-8113-C08BD0803C65}" srcOrd="0" destOrd="0" presId="urn:microsoft.com/office/officeart/2005/8/layout/orgChart1"/>
    <dgm:cxn modelId="{3B799828-107F-4F1B-80DA-EB39CB4B8BAB}" type="presParOf" srcId="{09D061D2-0D26-4342-91A0-11F78574A1A3}" destId="{11C43FDF-1202-49DD-B0B5-BAC911FDBB69}" srcOrd="1" destOrd="0" presId="urn:microsoft.com/office/officeart/2005/8/layout/orgChart1"/>
    <dgm:cxn modelId="{D52AE33A-ED1F-4184-B40D-285E478C97CC}" type="presParOf" srcId="{56106B97-2C78-4969-9FC9-D7D197BB1B45}" destId="{BC9E3EBE-050A-4A81-81C2-D727A3D03EC5}" srcOrd="1" destOrd="0" presId="urn:microsoft.com/office/officeart/2005/8/layout/orgChart1"/>
    <dgm:cxn modelId="{6A50BA08-C8FF-4BAD-A48F-2673D8E0A6E5}" type="presParOf" srcId="{56106B97-2C78-4969-9FC9-D7D197BB1B45}" destId="{4CCB6651-3ED6-4315-B9E0-D007EB6AD816}" srcOrd="2" destOrd="0" presId="urn:microsoft.com/office/officeart/2005/8/layout/orgChart1"/>
    <dgm:cxn modelId="{FAFA95B0-D80A-4E38-A7AA-343250552792}" type="presParOf" srcId="{F5B10A04-CBAC-40B9-9CC6-B6B04B6AD375}" destId="{3729D08B-A63D-459E-A1C1-E74FDD60C91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7C5F2D3D-1C54-4D8E-B080-C235DC29003D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0BDFB389-7558-456B-ADCA-84784A03207A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9152B62F-D244-412F-A722-608657C80E3B}" type="parTrans" cxnId="{A65E2C75-3509-4392-90CF-B42ADD71C440}">
      <dgm:prSet/>
      <dgm:spPr/>
    </dgm:pt>
    <dgm:pt modelId="{0E9C31AE-D0DC-4FC9-90CA-0657F8DA37AC}" type="sibTrans" cxnId="{A65E2C75-3509-4392-90CF-B42ADD71C440}">
      <dgm:prSet/>
      <dgm:spPr/>
    </dgm:pt>
    <dgm:pt modelId="{D836095F-C68D-4960-B12C-3FFA4EA2EE2A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132E790B-7C86-4B81-8489-3B5DF27C5F0B}" type="parTrans" cxnId="{63F02C49-E6C1-48A4-A666-7102F6FE9DD1}">
      <dgm:prSet/>
      <dgm:spPr/>
    </dgm:pt>
    <dgm:pt modelId="{7D3A1FF0-8D63-46F5-AF39-916C92EAE097}" type="sibTrans" cxnId="{63F02C49-E6C1-48A4-A666-7102F6FE9DD1}">
      <dgm:prSet/>
      <dgm:spPr/>
    </dgm:pt>
    <dgm:pt modelId="{11A7C51C-F9A5-4443-B216-FC6C978B3C7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CC433415-68E3-4AF6-8F2F-ACA5DA8ACA81}" type="parTrans" cxnId="{217BF481-798A-4270-88A3-F970434C74B7}">
      <dgm:prSet/>
      <dgm:spPr/>
    </dgm:pt>
    <dgm:pt modelId="{AC7DB5EC-0F6D-488C-9B3B-BDA562114BF5}" type="sibTrans" cxnId="{217BF481-798A-4270-88A3-F970434C74B7}">
      <dgm:prSet/>
      <dgm:spPr/>
    </dgm:pt>
    <dgm:pt modelId="{17A444F4-9B5C-4B7B-807F-80171786CACD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DAABB730-9EEF-4229-A484-57878D8DF99C}" type="parTrans" cxnId="{ED81E376-9A2F-4AF8-8498-3B0D341FF036}">
      <dgm:prSet/>
      <dgm:spPr/>
    </dgm:pt>
    <dgm:pt modelId="{941F4B49-A455-4124-956B-64F6580931FE}" type="sibTrans" cxnId="{ED81E376-9A2F-4AF8-8498-3B0D341FF036}">
      <dgm:prSet/>
      <dgm:spPr/>
    </dgm:pt>
    <dgm:pt modelId="{1A2126DA-7452-4DA8-AFCF-D44C8DD48901}" type="pres">
      <dgm:prSet presAssocID="{7C5F2D3D-1C54-4D8E-B080-C235DC29003D}" presName="Name0" presStyleCnt="0">
        <dgm:presLayoutVars>
          <dgm:dir/>
          <dgm:animLvl val="lvl"/>
          <dgm:resizeHandles val="exact"/>
        </dgm:presLayoutVars>
      </dgm:prSet>
      <dgm:spPr/>
    </dgm:pt>
    <dgm:pt modelId="{9EF349E9-A93C-4851-AB6D-BB12B1223775}" type="pres">
      <dgm:prSet presAssocID="{0BDFB389-7558-456B-ADCA-84784A03207A}" presName="Name8" presStyleCnt="0"/>
      <dgm:spPr/>
    </dgm:pt>
    <dgm:pt modelId="{092483A6-7D54-4D6D-9775-799188C8A462}" type="pres">
      <dgm:prSet presAssocID="{0BDFB389-7558-456B-ADCA-84784A03207A}" presName="level" presStyleLbl="node1" presStyleIdx="0" presStyleCnt="4">
        <dgm:presLayoutVars>
          <dgm:chMax val="1"/>
          <dgm:bulletEnabled val="1"/>
        </dgm:presLayoutVars>
      </dgm:prSet>
      <dgm:spPr/>
    </dgm:pt>
    <dgm:pt modelId="{10F57A4C-B881-43E3-A01D-A066F10D2136}" type="pres">
      <dgm:prSet presAssocID="{0BDFB389-7558-456B-ADCA-84784A03207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B1D63FF-59E8-414C-85F9-D794F832797A}" type="pres">
      <dgm:prSet presAssocID="{D836095F-C68D-4960-B12C-3FFA4EA2EE2A}" presName="Name8" presStyleCnt="0"/>
      <dgm:spPr/>
    </dgm:pt>
    <dgm:pt modelId="{BFC84D01-75B3-4106-9927-223229226731}" type="pres">
      <dgm:prSet presAssocID="{D836095F-C68D-4960-B12C-3FFA4EA2EE2A}" presName="level" presStyleLbl="node1" presStyleIdx="1" presStyleCnt="4">
        <dgm:presLayoutVars>
          <dgm:chMax val="1"/>
          <dgm:bulletEnabled val="1"/>
        </dgm:presLayoutVars>
      </dgm:prSet>
      <dgm:spPr/>
    </dgm:pt>
    <dgm:pt modelId="{A7C00586-0C43-400E-BF2D-D38D04939EF3}" type="pres">
      <dgm:prSet presAssocID="{D836095F-C68D-4960-B12C-3FFA4EA2EE2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19505CC-DA80-4EC4-8BC8-470B1D7E9EA7}" type="pres">
      <dgm:prSet presAssocID="{11A7C51C-F9A5-4443-B216-FC6C978B3C7F}" presName="Name8" presStyleCnt="0"/>
      <dgm:spPr/>
    </dgm:pt>
    <dgm:pt modelId="{51EA567A-F423-46BA-BBAB-7253B0935F25}" type="pres">
      <dgm:prSet presAssocID="{11A7C51C-F9A5-4443-B216-FC6C978B3C7F}" presName="level" presStyleLbl="node1" presStyleIdx="2" presStyleCnt="4">
        <dgm:presLayoutVars>
          <dgm:chMax val="1"/>
          <dgm:bulletEnabled val="1"/>
        </dgm:presLayoutVars>
      </dgm:prSet>
      <dgm:spPr/>
    </dgm:pt>
    <dgm:pt modelId="{C73208CC-3574-4E11-88A8-FE86FB6C055F}" type="pres">
      <dgm:prSet presAssocID="{11A7C51C-F9A5-4443-B216-FC6C978B3C7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CD2DADB-1B4E-4A22-9CF5-07DABBA818EB}" type="pres">
      <dgm:prSet presAssocID="{17A444F4-9B5C-4B7B-807F-80171786CACD}" presName="Name8" presStyleCnt="0"/>
      <dgm:spPr/>
    </dgm:pt>
    <dgm:pt modelId="{E90DC663-C864-420B-8B8C-6CD9E1C1897E}" type="pres">
      <dgm:prSet presAssocID="{17A444F4-9B5C-4B7B-807F-80171786CACD}" presName="level" presStyleLbl="node1" presStyleIdx="3" presStyleCnt="4">
        <dgm:presLayoutVars>
          <dgm:chMax val="1"/>
          <dgm:bulletEnabled val="1"/>
        </dgm:presLayoutVars>
      </dgm:prSet>
      <dgm:spPr/>
    </dgm:pt>
    <dgm:pt modelId="{DD368AF7-81CC-4481-8296-991FCFF798E2}" type="pres">
      <dgm:prSet presAssocID="{17A444F4-9B5C-4B7B-807F-80171786CAC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8732F0C-BBA9-4625-991B-F3C1573E1363}" type="presOf" srcId="{17A444F4-9B5C-4B7B-807F-80171786CACD}" destId="{DD368AF7-81CC-4481-8296-991FCFF798E2}" srcOrd="1" destOrd="0" presId="urn:microsoft.com/office/officeart/2005/8/layout/pyramid1"/>
    <dgm:cxn modelId="{D12CA712-1E5E-4187-9C22-1171E4DB052E}" type="presOf" srcId="{D836095F-C68D-4960-B12C-3FFA4EA2EE2A}" destId="{A7C00586-0C43-400E-BF2D-D38D04939EF3}" srcOrd="1" destOrd="0" presId="urn:microsoft.com/office/officeart/2005/8/layout/pyramid1"/>
    <dgm:cxn modelId="{B99EE930-F10B-46FA-A696-943116C3E891}" type="presOf" srcId="{17A444F4-9B5C-4B7B-807F-80171786CACD}" destId="{E90DC663-C864-420B-8B8C-6CD9E1C1897E}" srcOrd="0" destOrd="0" presId="urn:microsoft.com/office/officeart/2005/8/layout/pyramid1"/>
    <dgm:cxn modelId="{05C91238-B486-45BE-B0FB-F5DCC7EE4A61}" type="presOf" srcId="{11A7C51C-F9A5-4443-B216-FC6C978B3C7F}" destId="{51EA567A-F423-46BA-BBAB-7253B0935F25}" srcOrd="0" destOrd="0" presId="urn:microsoft.com/office/officeart/2005/8/layout/pyramid1"/>
    <dgm:cxn modelId="{D1A41447-03AB-462F-A6DC-22C68EE74CDE}" type="presOf" srcId="{7C5F2D3D-1C54-4D8E-B080-C235DC29003D}" destId="{1A2126DA-7452-4DA8-AFCF-D44C8DD48901}" srcOrd="0" destOrd="0" presId="urn:microsoft.com/office/officeart/2005/8/layout/pyramid1"/>
    <dgm:cxn modelId="{63F02C49-E6C1-48A4-A666-7102F6FE9DD1}" srcId="{7C5F2D3D-1C54-4D8E-B080-C235DC29003D}" destId="{D836095F-C68D-4960-B12C-3FFA4EA2EE2A}" srcOrd="1" destOrd="0" parTransId="{132E790B-7C86-4B81-8489-3B5DF27C5F0B}" sibTransId="{7D3A1FF0-8D63-46F5-AF39-916C92EAE097}"/>
    <dgm:cxn modelId="{DD1B9D6B-4362-47D4-AA28-37310128967A}" type="presOf" srcId="{D836095F-C68D-4960-B12C-3FFA4EA2EE2A}" destId="{BFC84D01-75B3-4106-9927-223229226731}" srcOrd="0" destOrd="0" presId="urn:microsoft.com/office/officeart/2005/8/layout/pyramid1"/>
    <dgm:cxn modelId="{7B63336F-6486-4EB5-8F21-E4AB88B7E4B5}" type="presOf" srcId="{0BDFB389-7558-456B-ADCA-84784A03207A}" destId="{092483A6-7D54-4D6D-9775-799188C8A462}" srcOrd="0" destOrd="0" presId="urn:microsoft.com/office/officeart/2005/8/layout/pyramid1"/>
    <dgm:cxn modelId="{A65E2C75-3509-4392-90CF-B42ADD71C440}" srcId="{7C5F2D3D-1C54-4D8E-B080-C235DC29003D}" destId="{0BDFB389-7558-456B-ADCA-84784A03207A}" srcOrd="0" destOrd="0" parTransId="{9152B62F-D244-412F-A722-608657C80E3B}" sibTransId="{0E9C31AE-D0DC-4FC9-90CA-0657F8DA37AC}"/>
    <dgm:cxn modelId="{ED81E376-9A2F-4AF8-8498-3B0D341FF036}" srcId="{7C5F2D3D-1C54-4D8E-B080-C235DC29003D}" destId="{17A444F4-9B5C-4B7B-807F-80171786CACD}" srcOrd="3" destOrd="0" parTransId="{DAABB730-9EEF-4229-A484-57878D8DF99C}" sibTransId="{941F4B49-A455-4124-956B-64F6580931FE}"/>
    <dgm:cxn modelId="{217BF481-798A-4270-88A3-F970434C74B7}" srcId="{7C5F2D3D-1C54-4D8E-B080-C235DC29003D}" destId="{11A7C51C-F9A5-4443-B216-FC6C978B3C7F}" srcOrd="2" destOrd="0" parTransId="{CC433415-68E3-4AF6-8F2F-ACA5DA8ACA81}" sibTransId="{AC7DB5EC-0F6D-488C-9B3B-BDA562114BF5}"/>
    <dgm:cxn modelId="{C1ECA598-B1C3-48D1-8414-3544825A579E}" type="presOf" srcId="{0BDFB389-7558-456B-ADCA-84784A03207A}" destId="{10F57A4C-B881-43E3-A01D-A066F10D2136}" srcOrd="1" destOrd="0" presId="urn:microsoft.com/office/officeart/2005/8/layout/pyramid1"/>
    <dgm:cxn modelId="{D4F60DD1-5919-4BA6-8FFE-B49A5EB7C8CE}" type="presOf" srcId="{11A7C51C-F9A5-4443-B216-FC6C978B3C7F}" destId="{C73208CC-3574-4E11-88A8-FE86FB6C055F}" srcOrd="1" destOrd="0" presId="urn:microsoft.com/office/officeart/2005/8/layout/pyramid1"/>
    <dgm:cxn modelId="{2C6F7A62-B433-4679-83CB-5785616DC749}" type="presParOf" srcId="{1A2126DA-7452-4DA8-AFCF-D44C8DD48901}" destId="{9EF349E9-A93C-4851-AB6D-BB12B1223775}" srcOrd="0" destOrd="0" presId="urn:microsoft.com/office/officeart/2005/8/layout/pyramid1"/>
    <dgm:cxn modelId="{F50DAF9C-1974-4043-B690-18C357719D5F}" type="presParOf" srcId="{9EF349E9-A93C-4851-AB6D-BB12B1223775}" destId="{092483A6-7D54-4D6D-9775-799188C8A462}" srcOrd="0" destOrd="0" presId="urn:microsoft.com/office/officeart/2005/8/layout/pyramid1"/>
    <dgm:cxn modelId="{082867C8-1CFE-4FD2-9400-DAEB782ED11E}" type="presParOf" srcId="{9EF349E9-A93C-4851-AB6D-BB12B1223775}" destId="{10F57A4C-B881-43E3-A01D-A066F10D2136}" srcOrd="1" destOrd="0" presId="urn:microsoft.com/office/officeart/2005/8/layout/pyramid1"/>
    <dgm:cxn modelId="{54828354-F827-4AF4-B66F-BCF7A4614582}" type="presParOf" srcId="{1A2126DA-7452-4DA8-AFCF-D44C8DD48901}" destId="{4B1D63FF-59E8-414C-85F9-D794F832797A}" srcOrd="1" destOrd="0" presId="urn:microsoft.com/office/officeart/2005/8/layout/pyramid1"/>
    <dgm:cxn modelId="{866699A9-0A19-46C7-806C-4BA1EB14A4B4}" type="presParOf" srcId="{4B1D63FF-59E8-414C-85F9-D794F832797A}" destId="{BFC84D01-75B3-4106-9927-223229226731}" srcOrd="0" destOrd="0" presId="urn:microsoft.com/office/officeart/2005/8/layout/pyramid1"/>
    <dgm:cxn modelId="{55AA8C38-AE78-44DE-AFCA-EC2675EFEBB4}" type="presParOf" srcId="{4B1D63FF-59E8-414C-85F9-D794F832797A}" destId="{A7C00586-0C43-400E-BF2D-D38D04939EF3}" srcOrd="1" destOrd="0" presId="urn:microsoft.com/office/officeart/2005/8/layout/pyramid1"/>
    <dgm:cxn modelId="{7969CC98-0016-420A-A430-E7C80DD0B528}" type="presParOf" srcId="{1A2126DA-7452-4DA8-AFCF-D44C8DD48901}" destId="{319505CC-DA80-4EC4-8BC8-470B1D7E9EA7}" srcOrd="2" destOrd="0" presId="urn:microsoft.com/office/officeart/2005/8/layout/pyramid1"/>
    <dgm:cxn modelId="{08B4F252-3693-4813-A663-800871D2B3CB}" type="presParOf" srcId="{319505CC-DA80-4EC4-8BC8-470B1D7E9EA7}" destId="{51EA567A-F423-46BA-BBAB-7253B0935F25}" srcOrd="0" destOrd="0" presId="urn:microsoft.com/office/officeart/2005/8/layout/pyramid1"/>
    <dgm:cxn modelId="{65B44BEC-80B5-47E1-A0D3-90194D36579F}" type="presParOf" srcId="{319505CC-DA80-4EC4-8BC8-470B1D7E9EA7}" destId="{C73208CC-3574-4E11-88A8-FE86FB6C055F}" srcOrd="1" destOrd="0" presId="urn:microsoft.com/office/officeart/2005/8/layout/pyramid1"/>
    <dgm:cxn modelId="{0E7D929A-6B28-44FC-8133-432F838B107E}" type="presParOf" srcId="{1A2126DA-7452-4DA8-AFCF-D44C8DD48901}" destId="{DCD2DADB-1B4E-4A22-9CF5-07DABBA818EB}" srcOrd="3" destOrd="0" presId="urn:microsoft.com/office/officeart/2005/8/layout/pyramid1"/>
    <dgm:cxn modelId="{C2E6E815-2A4B-49C9-8360-0A6DFA9FA437}" type="presParOf" srcId="{DCD2DADB-1B4E-4A22-9CF5-07DABBA818EB}" destId="{E90DC663-C864-420B-8B8C-6CD9E1C1897E}" srcOrd="0" destOrd="0" presId="urn:microsoft.com/office/officeart/2005/8/layout/pyramid1"/>
    <dgm:cxn modelId="{BEACF678-980D-4EEA-8F59-EF71F34C4781}" type="presParOf" srcId="{DCD2DADB-1B4E-4A22-9CF5-07DABBA818EB}" destId="{DD368AF7-81CC-4481-8296-991FCFF798E2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B136E9CA-6FE9-475A-94C4-6D0622584CF8}" type="doc">
      <dgm:prSet loTypeId="urn:microsoft.com/office/officeart/2005/8/layout/pyramid1" loCatId="pyramid" qsTypeId="urn:microsoft.com/office/officeart/2005/8/quickstyle/simple2" qsCatId="simple" csTypeId="urn:microsoft.com/office/officeart/2005/8/colors/accent1_2" csCatId="accent1" phldr="1"/>
      <dgm:spPr/>
    </dgm:pt>
    <dgm:pt modelId="{10BABF7D-2AF3-4D5A-890B-61BD636B61C5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E9C9DC3-AF88-4154-96E1-9747B2832D43}" type="parTrans" cxnId="{7BE63FFE-7DD8-4511-AE22-BEE35D320758}">
      <dgm:prSet/>
      <dgm:spPr/>
    </dgm:pt>
    <dgm:pt modelId="{AA551EA9-EC61-49CB-8CD1-235A8D0274A2}" type="sibTrans" cxnId="{7BE63FFE-7DD8-4511-AE22-BEE35D320758}">
      <dgm:prSet/>
      <dgm:spPr/>
    </dgm:pt>
    <dgm:pt modelId="{3A006E18-337B-4753-BC47-D0FFD8B83D65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D987FA2-767D-402E-A4BB-20FE6D0D6863}" type="parTrans" cxnId="{A4D10744-185A-4E34-826A-FD5356D4BB45}">
      <dgm:prSet/>
      <dgm:spPr/>
    </dgm:pt>
    <dgm:pt modelId="{7FCA7D8A-BBFA-464C-B9F3-485F616A0110}" type="sibTrans" cxnId="{A4D10744-185A-4E34-826A-FD5356D4BB45}">
      <dgm:prSet/>
      <dgm:spPr/>
    </dgm:pt>
    <dgm:pt modelId="{828A10B4-BCB3-40F9-AE1F-DF0DBBC06C3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DC005E4-E7B4-4C63-A85A-E5D4C2E7A7AD}" type="parTrans" cxnId="{7BD3E1AA-DCA9-4D85-B811-D617751A575A}">
      <dgm:prSet/>
      <dgm:spPr/>
    </dgm:pt>
    <dgm:pt modelId="{3DA16EF3-44A8-4EE4-8F52-AD48C16261B8}" type="sibTrans" cxnId="{7BD3E1AA-DCA9-4D85-B811-D617751A575A}">
      <dgm:prSet/>
      <dgm:spPr/>
    </dgm:pt>
    <dgm:pt modelId="{A66D89F2-33C5-4092-9435-27395C665B3E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A7BA5D1-6328-4D0F-9635-908DA1CF229A}" type="parTrans" cxnId="{C866A38A-A429-4F1E-BA7F-202CC15D0156}">
      <dgm:prSet/>
      <dgm:spPr/>
    </dgm:pt>
    <dgm:pt modelId="{0B243FFF-7536-429B-9BAB-039660A79002}" type="sibTrans" cxnId="{C866A38A-A429-4F1E-BA7F-202CC15D0156}">
      <dgm:prSet/>
      <dgm:spPr/>
    </dgm:pt>
    <dgm:pt modelId="{35A99AAE-6E6B-46DA-B1C1-189CA32F74B8}" type="pres">
      <dgm:prSet presAssocID="{B136E9CA-6FE9-475A-94C4-6D0622584CF8}" presName="Name0" presStyleCnt="0">
        <dgm:presLayoutVars>
          <dgm:dir/>
          <dgm:animLvl val="lvl"/>
          <dgm:resizeHandles val="exact"/>
        </dgm:presLayoutVars>
      </dgm:prSet>
      <dgm:spPr/>
    </dgm:pt>
    <dgm:pt modelId="{00E01B95-E7D3-4406-8816-38F1133549D8}" type="pres">
      <dgm:prSet presAssocID="{10BABF7D-2AF3-4D5A-890B-61BD636B61C5}" presName="Name8" presStyleCnt="0"/>
      <dgm:spPr/>
    </dgm:pt>
    <dgm:pt modelId="{C8861AF2-8371-4D17-8536-5163CABD2D10}" type="pres">
      <dgm:prSet presAssocID="{10BABF7D-2AF3-4D5A-890B-61BD636B61C5}" presName="level" presStyleLbl="node1" presStyleIdx="0" presStyleCnt="4">
        <dgm:presLayoutVars>
          <dgm:chMax val="1"/>
          <dgm:bulletEnabled val="1"/>
        </dgm:presLayoutVars>
      </dgm:prSet>
      <dgm:spPr/>
    </dgm:pt>
    <dgm:pt modelId="{A4223E78-4AB1-4219-83CA-86BC48D45D54}" type="pres">
      <dgm:prSet presAssocID="{10BABF7D-2AF3-4D5A-890B-61BD636B61C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6D3B80B-6EF1-427D-9FDC-4BF122C8DFF9}" type="pres">
      <dgm:prSet presAssocID="{3A006E18-337B-4753-BC47-D0FFD8B83D65}" presName="Name8" presStyleCnt="0"/>
      <dgm:spPr/>
    </dgm:pt>
    <dgm:pt modelId="{31EA6DDC-229D-4175-A5C8-06EADB5CFA4F}" type="pres">
      <dgm:prSet presAssocID="{3A006E18-337B-4753-BC47-D0FFD8B83D65}" presName="level" presStyleLbl="node1" presStyleIdx="1" presStyleCnt="4">
        <dgm:presLayoutVars>
          <dgm:chMax val="1"/>
          <dgm:bulletEnabled val="1"/>
        </dgm:presLayoutVars>
      </dgm:prSet>
      <dgm:spPr/>
    </dgm:pt>
    <dgm:pt modelId="{7B9E5F3D-A34E-4914-85FC-B6F3721CABA0}" type="pres">
      <dgm:prSet presAssocID="{3A006E18-337B-4753-BC47-D0FFD8B83D6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288A643-2777-4BB3-A733-A620CDCED20C}" type="pres">
      <dgm:prSet presAssocID="{828A10B4-BCB3-40F9-AE1F-DF0DBBC06C34}" presName="Name8" presStyleCnt="0"/>
      <dgm:spPr/>
    </dgm:pt>
    <dgm:pt modelId="{7980369E-3482-4B81-BE76-59E6698C712F}" type="pres">
      <dgm:prSet presAssocID="{828A10B4-BCB3-40F9-AE1F-DF0DBBC06C34}" presName="level" presStyleLbl="node1" presStyleIdx="2" presStyleCnt="4">
        <dgm:presLayoutVars>
          <dgm:chMax val="1"/>
          <dgm:bulletEnabled val="1"/>
        </dgm:presLayoutVars>
      </dgm:prSet>
      <dgm:spPr/>
    </dgm:pt>
    <dgm:pt modelId="{62A533AC-4DE9-40A3-A518-EF4FC3F27AF1}" type="pres">
      <dgm:prSet presAssocID="{828A10B4-BCB3-40F9-AE1F-DF0DBBC06C3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C4F7361-6AD8-4487-AA32-2F083104BDEF}" type="pres">
      <dgm:prSet presAssocID="{A66D89F2-33C5-4092-9435-27395C665B3E}" presName="Name8" presStyleCnt="0"/>
      <dgm:spPr/>
    </dgm:pt>
    <dgm:pt modelId="{4AC845A0-CA46-4C68-B4C5-95D9A3CFB4A2}" type="pres">
      <dgm:prSet presAssocID="{A66D89F2-33C5-4092-9435-27395C665B3E}" presName="level" presStyleLbl="node1" presStyleIdx="3" presStyleCnt="4">
        <dgm:presLayoutVars>
          <dgm:chMax val="1"/>
          <dgm:bulletEnabled val="1"/>
        </dgm:presLayoutVars>
      </dgm:prSet>
      <dgm:spPr/>
    </dgm:pt>
    <dgm:pt modelId="{84CE90FE-0473-451B-A034-08993D858047}" type="pres">
      <dgm:prSet presAssocID="{A66D89F2-33C5-4092-9435-27395C665B3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AE3702D-DFC1-477C-AD71-E630DE699E28}" type="presOf" srcId="{828A10B4-BCB3-40F9-AE1F-DF0DBBC06C34}" destId="{7980369E-3482-4B81-BE76-59E6698C712F}" srcOrd="0" destOrd="0" presId="urn:microsoft.com/office/officeart/2005/8/layout/pyramid1"/>
    <dgm:cxn modelId="{A4D10744-185A-4E34-826A-FD5356D4BB45}" srcId="{B136E9CA-6FE9-475A-94C4-6D0622584CF8}" destId="{3A006E18-337B-4753-BC47-D0FFD8B83D65}" srcOrd="1" destOrd="0" parTransId="{BD987FA2-767D-402E-A4BB-20FE6D0D6863}" sibTransId="{7FCA7D8A-BBFA-464C-B9F3-485F616A0110}"/>
    <dgm:cxn modelId="{17711367-10A6-460C-B48C-4D029EFCD89A}" type="presOf" srcId="{3A006E18-337B-4753-BC47-D0FFD8B83D65}" destId="{7B9E5F3D-A34E-4914-85FC-B6F3721CABA0}" srcOrd="1" destOrd="0" presId="urn:microsoft.com/office/officeart/2005/8/layout/pyramid1"/>
    <dgm:cxn modelId="{C866A38A-A429-4F1E-BA7F-202CC15D0156}" srcId="{B136E9CA-6FE9-475A-94C4-6D0622584CF8}" destId="{A66D89F2-33C5-4092-9435-27395C665B3E}" srcOrd="3" destOrd="0" parTransId="{4A7BA5D1-6328-4D0F-9635-908DA1CF229A}" sibTransId="{0B243FFF-7536-429B-9BAB-039660A79002}"/>
    <dgm:cxn modelId="{0F57AB8A-5BAB-4886-BE96-1134DBE44488}" type="presOf" srcId="{B136E9CA-6FE9-475A-94C4-6D0622584CF8}" destId="{35A99AAE-6E6B-46DA-B1C1-189CA32F74B8}" srcOrd="0" destOrd="0" presId="urn:microsoft.com/office/officeart/2005/8/layout/pyramid1"/>
    <dgm:cxn modelId="{B4B0F595-35FC-408B-A648-DE8BE7CE528F}" type="presOf" srcId="{A66D89F2-33C5-4092-9435-27395C665B3E}" destId="{4AC845A0-CA46-4C68-B4C5-95D9A3CFB4A2}" srcOrd="0" destOrd="0" presId="urn:microsoft.com/office/officeart/2005/8/layout/pyramid1"/>
    <dgm:cxn modelId="{FE87359E-2C72-4B2C-89AA-277C1701D8D9}" type="presOf" srcId="{828A10B4-BCB3-40F9-AE1F-DF0DBBC06C34}" destId="{62A533AC-4DE9-40A3-A518-EF4FC3F27AF1}" srcOrd="1" destOrd="0" presId="urn:microsoft.com/office/officeart/2005/8/layout/pyramid1"/>
    <dgm:cxn modelId="{7BD3E1AA-DCA9-4D85-B811-D617751A575A}" srcId="{B136E9CA-6FE9-475A-94C4-6D0622584CF8}" destId="{828A10B4-BCB3-40F9-AE1F-DF0DBBC06C34}" srcOrd="2" destOrd="0" parTransId="{FDC005E4-E7B4-4C63-A85A-E5D4C2E7A7AD}" sibTransId="{3DA16EF3-44A8-4EE4-8F52-AD48C16261B8}"/>
    <dgm:cxn modelId="{381560C2-0433-457C-B892-10B7A83E9E28}" type="presOf" srcId="{10BABF7D-2AF3-4D5A-890B-61BD636B61C5}" destId="{A4223E78-4AB1-4219-83CA-86BC48D45D54}" srcOrd="1" destOrd="0" presId="urn:microsoft.com/office/officeart/2005/8/layout/pyramid1"/>
    <dgm:cxn modelId="{9B98A4C2-EB99-4C14-A517-05C396F433FC}" type="presOf" srcId="{10BABF7D-2AF3-4D5A-890B-61BD636B61C5}" destId="{C8861AF2-8371-4D17-8536-5163CABD2D10}" srcOrd="0" destOrd="0" presId="urn:microsoft.com/office/officeart/2005/8/layout/pyramid1"/>
    <dgm:cxn modelId="{491D88D3-4F5D-43E2-9B3F-3560BE096569}" type="presOf" srcId="{3A006E18-337B-4753-BC47-D0FFD8B83D65}" destId="{31EA6DDC-229D-4175-A5C8-06EADB5CFA4F}" srcOrd="0" destOrd="0" presId="urn:microsoft.com/office/officeart/2005/8/layout/pyramid1"/>
    <dgm:cxn modelId="{5ED3C9E2-4E3B-428E-939E-7087258D2CB7}" type="presOf" srcId="{A66D89F2-33C5-4092-9435-27395C665B3E}" destId="{84CE90FE-0473-451B-A034-08993D858047}" srcOrd="1" destOrd="0" presId="urn:microsoft.com/office/officeart/2005/8/layout/pyramid1"/>
    <dgm:cxn modelId="{7BE63FFE-7DD8-4511-AE22-BEE35D320758}" srcId="{B136E9CA-6FE9-475A-94C4-6D0622584CF8}" destId="{10BABF7D-2AF3-4D5A-890B-61BD636B61C5}" srcOrd="0" destOrd="0" parTransId="{4E9C9DC3-AF88-4154-96E1-9747B2832D43}" sibTransId="{AA551EA9-EC61-49CB-8CD1-235A8D0274A2}"/>
    <dgm:cxn modelId="{17068E19-2D62-4124-ACBB-4975F8F7CD98}" type="presParOf" srcId="{35A99AAE-6E6B-46DA-B1C1-189CA32F74B8}" destId="{00E01B95-E7D3-4406-8816-38F1133549D8}" srcOrd="0" destOrd="0" presId="urn:microsoft.com/office/officeart/2005/8/layout/pyramid1"/>
    <dgm:cxn modelId="{23F1F8C7-A8D7-4B99-8481-FF50B4122F42}" type="presParOf" srcId="{00E01B95-E7D3-4406-8816-38F1133549D8}" destId="{C8861AF2-8371-4D17-8536-5163CABD2D10}" srcOrd="0" destOrd="0" presId="urn:microsoft.com/office/officeart/2005/8/layout/pyramid1"/>
    <dgm:cxn modelId="{EF36F94E-3DB5-41B2-B2EC-867960F38743}" type="presParOf" srcId="{00E01B95-E7D3-4406-8816-38F1133549D8}" destId="{A4223E78-4AB1-4219-83CA-86BC48D45D54}" srcOrd="1" destOrd="0" presId="urn:microsoft.com/office/officeart/2005/8/layout/pyramid1"/>
    <dgm:cxn modelId="{AC54B8D2-DBA1-49BD-A96E-FC330D287077}" type="presParOf" srcId="{35A99AAE-6E6B-46DA-B1C1-189CA32F74B8}" destId="{E6D3B80B-6EF1-427D-9FDC-4BF122C8DFF9}" srcOrd="1" destOrd="0" presId="urn:microsoft.com/office/officeart/2005/8/layout/pyramid1"/>
    <dgm:cxn modelId="{A11D1BFE-2AC9-4532-8798-12C3ACB690C6}" type="presParOf" srcId="{E6D3B80B-6EF1-427D-9FDC-4BF122C8DFF9}" destId="{31EA6DDC-229D-4175-A5C8-06EADB5CFA4F}" srcOrd="0" destOrd="0" presId="urn:microsoft.com/office/officeart/2005/8/layout/pyramid1"/>
    <dgm:cxn modelId="{0D6741D5-18E1-4DFA-8D0C-22B858BEB4CB}" type="presParOf" srcId="{E6D3B80B-6EF1-427D-9FDC-4BF122C8DFF9}" destId="{7B9E5F3D-A34E-4914-85FC-B6F3721CABA0}" srcOrd="1" destOrd="0" presId="urn:microsoft.com/office/officeart/2005/8/layout/pyramid1"/>
    <dgm:cxn modelId="{DAFB56FD-E370-4EEB-8002-EC54EB091275}" type="presParOf" srcId="{35A99AAE-6E6B-46DA-B1C1-189CA32F74B8}" destId="{E288A643-2777-4BB3-A733-A620CDCED20C}" srcOrd="2" destOrd="0" presId="urn:microsoft.com/office/officeart/2005/8/layout/pyramid1"/>
    <dgm:cxn modelId="{5FC230A6-9A64-400E-9015-1C6E3EF5E080}" type="presParOf" srcId="{E288A643-2777-4BB3-A733-A620CDCED20C}" destId="{7980369E-3482-4B81-BE76-59E6698C712F}" srcOrd="0" destOrd="0" presId="urn:microsoft.com/office/officeart/2005/8/layout/pyramid1"/>
    <dgm:cxn modelId="{0239254E-2930-4292-9860-3B699054939C}" type="presParOf" srcId="{E288A643-2777-4BB3-A733-A620CDCED20C}" destId="{62A533AC-4DE9-40A3-A518-EF4FC3F27AF1}" srcOrd="1" destOrd="0" presId="urn:microsoft.com/office/officeart/2005/8/layout/pyramid1"/>
    <dgm:cxn modelId="{ED18BBDF-7DC3-4853-96C1-FC9F0C4B64E8}" type="presParOf" srcId="{35A99AAE-6E6B-46DA-B1C1-189CA32F74B8}" destId="{1C4F7361-6AD8-4487-AA32-2F083104BDEF}" srcOrd="3" destOrd="0" presId="urn:microsoft.com/office/officeart/2005/8/layout/pyramid1"/>
    <dgm:cxn modelId="{D1E75801-81B5-4D35-9BD0-EECF4BC0FEA9}" type="presParOf" srcId="{1C4F7361-6AD8-4487-AA32-2F083104BDEF}" destId="{4AC845A0-CA46-4C68-B4C5-95D9A3CFB4A2}" srcOrd="0" destOrd="0" presId="urn:microsoft.com/office/officeart/2005/8/layout/pyramid1"/>
    <dgm:cxn modelId="{C6643E98-C756-4BAA-BFED-8F2BF25E8E56}" type="presParOf" srcId="{1C4F7361-6AD8-4487-AA32-2F083104BDEF}" destId="{84CE90FE-0473-451B-A034-08993D858047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DF5B2E72-29A0-406C-A22F-FBD7C20AB146}" type="doc">
      <dgm:prSet loTypeId="urn:microsoft.com/office/officeart/2005/8/layout/pyramid1" loCatId="pyramid" qsTypeId="urn:microsoft.com/office/officeart/2005/8/quickstyle/simple3" qsCatId="simple" csTypeId="urn:microsoft.com/office/officeart/2005/8/colors/accent1_2" csCatId="accent1" phldr="1"/>
      <dgm:spPr/>
    </dgm:pt>
    <dgm:pt modelId="{D66B33DF-0DF6-4622-B869-5C64A18EE73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C5C9C87-1A0C-4780-84A8-01C36F744D83}" type="parTrans" cxnId="{471C76A3-4395-47D3-940C-0B6D76BF1D8E}">
      <dgm:prSet/>
      <dgm:spPr/>
    </dgm:pt>
    <dgm:pt modelId="{1B5BF558-D2FD-4414-98EB-B295CC68075A}" type="sibTrans" cxnId="{471C76A3-4395-47D3-940C-0B6D76BF1D8E}">
      <dgm:prSet/>
      <dgm:spPr/>
    </dgm:pt>
    <dgm:pt modelId="{DAD99538-07A1-4B29-A2F8-997ABCAD813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20E1F420-9E7C-44B9-9EA3-348F27B0E306}" type="parTrans" cxnId="{198A4B5A-9458-4075-9B59-214BD94C2CBE}">
      <dgm:prSet/>
      <dgm:spPr/>
    </dgm:pt>
    <dgm:pt modelId="{C075CC37-243C-461C-80EB-190F57432469}" type="sibTrans" cxnId="{198A4B5A-9458-4075-9B59-214BD94C2CBE}">
      <dgm:prSet/>
      <dgm:spPr/>
    </dgm:pt>
    <dgm:pt modelId="{044DF6BB-E04B-4F8C-B2E1-0D5B50E879B2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857C9F7-D829-4B17-BF9E-CBE9AA65C149}" type="parTrans" cxnId="{AB6E96A5-EBCE-40F3-952D-D1D95E2CDC3A}">
      <dgm:prSet/>
      <dgm:spPr/>
    </dgm:pt>
    <dgm:pt modelId="{A7348809-58AD-42C5-BC64-61876175C028}" type="sibTrans" cxnId="{AB6E96A5-EBCE-40F3-952D-D1D95E2CDC3A}">
      <dgm:prSet/>
      <dgm:spPr/>
    </dgm:pt>
    <dgm:pt modelId="{FC978856-31C4-4E56-AC7F-37DBAB279D4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888061A-4741-43CF-B9A3-E732F7CA33C6}" type="parTrans" cxnId="{EDF6E5C3-DCF0-49E4-9181-3C4FCAE22119}">
      <dgm:prSet/>
      <dgm:spPr/>
    </dgm:pt>
    <dgm:pt modelId="{B7E74F13-5607-4F37-B54C-09EF4C3342D5}" type="sibTrans" cxnId="{EDF6E5C3-DCF0-49E4-9181-3C4FCAE22119}">
      <dgm:prSet/>
      <dgm:spPr/>
    </dgm:pt>
    <dgm:pt modelId="{144F1216-6561-41B2-BD96-B5D36E34CE88}" type="pres">
      <dgm:prSet presAssocID="{DF5B2E72-29A0-406C-A22F-FBD7C20AB146}" presName="Name0" presStyleCnt="0">
        <dgm:presLayoutVars>
          <dgm:dir/>
          <dgm:animLvl val="lvl"/>
          <dgm:resizeHandles val="exact"/>
        </dgm:presLayoutVars>
      </dgm:prSet>
      <dgm:spPr/>
    </dgm:pt>
    <dgm:pt modelId="{A5564C45-9760-4F90-9BDA-CF504EBC32F5}" type="pres">
      <dgm:prSet presAssocID="{D66B33DF-0DF6-4622-B869-5C64A18EE737}" presName="Name8" presStyleCnt="0"/>
      <dgm:spPr/>
    </dgm:pt>
    <dgm:pt modelId="{34D09F96-6A11-4973-A9C0-AF284A6C1BC9}" type="pres">
      <dgm:prSet presAssocID="{D66B33DF-0DF6-4622-B869-5C64A18EE737}" presName="level" presStyleLbl="node1" presStyleIdx="0" presStyleCnt="4">
        <dgm:presLayoutVars>
          <dgm:chMax val="1"/>
          <dgm:bulletEnabled val="1"/>
        </dgm:presLayoutVars>
      </dgm:prSet>
      <dgm:spPr/>
    </dgm:pt>
    <dgm:pt modelId="{DEC47A37-C8F0-4DE6-9C87-A2FB6FDFF961}" type="pres">
      <dgm:prSet presAssocID="{D66B33DF-0DF6-4622-B869-5C64A18EE73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20F430A-E7B8-42C3-9B00-57D93307961E}" type="pres">
      <dgm:prSet presAssocID="{DAD99538-07A1-4B29-A2F8-997ABCAD813E}" presName="Name8" presStyleCnt="0"/>
      <dgm:spPr/>
    </dgm:pt>
    <dgm:pt modelId="{41CBB6CE-0517-4635-B63E-2BDC1425D6E7}" type="pres">
      <dgm:prSet presAssocID="{DAD99538-07A1-4B29-A2F8-997ABCAD813E}" presName="level" presStyleLbl="node1" presStyleIdx="1" presStyleCnt="4">
        <dgm:presLayoutVars>
          <dgm:chMax val="1"/>
          <dgm:bulletEnabled val="1"/>
        </dgm:presLayoutVars>
      </dgm:prSet>
      <dgm:spPr/>
    </dgm:pt>
    <dgm:pt modelId="{87CDFFD7-3A9D-48D6-9451-F1BED793A6DF}" type="pres">
      <dgm:prSet presAssocID="{DAD99538-07A1-4B29-A2F8-997ABCAD813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EB37392-F774-472A-96D5-72DA27641813}" type="pres">
      <dgm:prSet presAssocID="{044DF6BB-E04B-4F8C-B2E1-0D5B50E879B2}" presName="Name8" presStyleCnt="0"/>
      <dgm:spPr/>
    </dgm:pt>
    <dgm:pt modelId="{1C4A830F-FE2A-4F6B-915B-2050EF2F59BA}" type="pres">
      <dgm:prSet presAssocID="{044DF6BB-E04B-4F8C-B2E1-0D5B50E879B2}" presName="level" presStyleLbl="node1" presStyleIdx="2" presStyleCnt="4">
        <dgm:presLayoutVars>
          <dgm:chMax val="1"/>
          <dgm:bulletEnabled val="1"/>
        </dgm:presLayoutVars>
      </dgm:prSet>
      <dgm:spPr/>
    </dgm:pt>
    <dgm:pt modelId="{750F4665-9077-43D4-9F10-663B4101ADA2}" type="pres">
      <dgm:prSet presAssocID="{044DF6BB-E04B-4F8C-B2E1-0D5B50E879B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54E4E51-9533-47BA-A22C-1025930448A7}" type="pres">
      <dgm:prSet presAssocID="{FC978856-31C4-4E56-AC7F-37DBAB279D47}" presName="Name8" presStyleCnt="0"/>
      <dgm:spPr/>
    </dgm:pt>
    <dgm:pt modelId="{015A4DB9-7F38-460E-9E97-D16700A2EEF2}" type="pres">
      <dgm:prSet presAssocID="{FC978856-31C4-4E56-AC7F-37DBAB279D47}" presName="level" presStyleLbl="node1" presStyleIdx="3" presStyleCnt="4">
        <dgm:presLayoutVars>
          <dgm:chMax val="1"/>
          <dgm:bulletEnabled val="1"/>
        </dgm:presLayoutVars>
      </dgm:prSet>
      <dgm:spPr/>
    </dgm:pt>
    <dgm:pt modelId="{30AC691E-3C29-4DF0-B251-38844328D400}" type="pres">
      <dgm:prSet presAssocID="{FC978856-31C4-4E56-AC7F-37DBAB279D47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3A86E429-2C82-4D73-B03A-F09ED51C1C22}" type="presOf" srcId="{DAD99538-07A1-4B29-A2F8-997ABCAD813E}" destId="{41CBB6CE-0517-4635-B63E-2BDC1425D6E7}" srcOrd="0" destOrd="0" presId="urn:microsoft.com/office/officeart/2005/8/layout/pyramid1"/>
    <dgm:cxn modelId="{1AEA642C-3431-471C-B497-1E10B9356E1B}" type="presOf" srcId="{044DF6BB-E04B-4F8C-B2E1-0D5B50E879B2}" destId="{1C4A830F-FE2A-4F6B-915B-2050EF2F59BA}" srcOrd="0" destOrd="0" presId="urn:microsoft.com/office/officeart/2005/8/layout/pyramid1"/>
    <dgm:cxn modelId="{198A4B5A-9458-4075-9B59-214BD94C2CBE}" srcId="{DF5B2E72-29A0-406C-A22F-FBD7C20AB146}" destId="{DAD99538-07A1-4B29-A2F8-997ABCAD813E}" srcOrd="1" destOrd="0" parTransId="{20E1F420-9E7C-44B9-9EA3-348F27B0E306}" sibTransId="{C075CC37-243C-461C-80EB-190F57432469}"/>
    <dgm:cxn modelId="{471C76A3-4395-47D3-940C-0B6D76BF1D8E}" srcId="{DF5B2E72-29A0-406C-A22F-FBD7C20AB146}" destId="{D66B33DF-0DF6-4622-B869-5C64A18EE737}" srcOrd="0" destOrd="0" parTransId="{4C5C9C87-1A0C-4780-84A8-01C36F744D83}" sibTransId="{1B5BF558-D2FD-4414-98EB-B295CC68075A}"/>
    <dgm:cxn modelId="{AB6E96A5-EBCE-40F3-952D-D1D95E2CDC3A}" srcId="{DF5B2E72-29A0-406C-A22F-FBD7C20AB146}" destId="{044DF6BB-E04B-4F8C-B2E1-0D5B50E879B2}" srcOrd="2" destOrd="0" parTransId="{B857C9F7-D829-4B17-BF9E-CBE9AA65C149}" sibTransId="{A7348809-58AD-42C5-BC64-61876175C028}"/>
    <dgm:cxn modelId="{06BCCAA6-E8EA-4D96-B716-372AF3572B4E}" type="presOf" srcId="{D66B33DF-0DF6-4622-B869-5C64A18EE737}" destId="{34D09F96-6A11-4973-A9C0-AF284A6C1BC9}" srcOrd="0" destOrd="0" presId="urn:microsoft.com/office/officeart/2005/8/layout/pyramid1"/>
    <dgm:cxn modelId="{379636B8-2ACD-42DA-8D7C-5699EC086037}" type="presOf" srcId="{DAD99538-07A1-4B29-A2F8-997ABCAD813E}" destId="{87CDFFD7-3A9D-48D6-9451-F1BED793A6DF}" srcOrd="1" destOrd="0" presId="urn:microsoft.com/office/officeart/2005/8/layout/pyramid1"/>
    <dgm:cxn modelId="{EDF6E5C3-DCF0-49E4-9181-3C4FCAE22119}" srcId="{DF5B2E72-29A0-406C-A22F-FBD7C20AB146}" destId="{FC978856-31C4-4E56-AC7F-37DBAB279D47}" srcOrd="3" destOrd="0" parTransId="{4888061A-4741-43CF-B9A3-E732F7CA33C6}" sibTransId="{B7E74F13-5607-4F37-B54C-09EF4C3342D5}"/>
    <dgm:cxn modelId="{BB4F9AC4-5B9A-4F5F-811B-E30727D92D29}" type="presOf" srcId="{044DF6BB-E04B-4F8C-B2E1-0D5B50E879B2}" destId="{750F4665-9077-43D4-9F10-663B4101ADA2}" srcOrd="1" destOrd="0" presId="urn:microsoft.com/office/officeart/2005/8/layout/pyramid1"/>
    <dgm:cxn modelId="{975174C5-B054-4161-9077-D5E79E307B7F}" type="presOf" srcId="{FC978856-31C4-4E56-AC7F-37DBAB279D47}" destId="{015A4DB9-7F38-460E-9E97-D16700A2EEF2}" srcOrd="0" destOrd="0" presId="urn:microsoft.com/office/officeart/2005/8/layout/pyramid1"/>
    <dgm:cxn modelId="{BE8EC7C9-F15D-4E93-ADA3-2A67CA74DD73}" type="presOf" srcId="{DF5B2E72-29A0-406C-A22F-FBD7C20AB146}" destId="{144F1216-6561-41B2-BD96-B5D36E34CE88}" srcOrd="0" destOrd="0" presId="urn:microsoft.com/office/officeart/2005/8/layout/pyramid1"/>
    <dgm:cxn modelId="{AAF3CBEC-7886-4D09-A298-44C99DBD7359}" type="presOf" srcId="{D66B33DF-0DF6-4622-B869-5C64A18EE737}" destId="{DEC47A37-C8F0-4DE6-9C87-A2FB6FDFF961}" srcOrd="1" destOrd="0" presId="urn:microsoft.com/office/officeart/2005/8/layout/pyramid1"/>
    <dgm:cxn modelId="{3592EAFB-5A6D-4F2D-920E-5ACA45FBF41D}" type="presOf" srcId="{FC978856-31C4-4E56-AC7F-37DBAB279D47}" destId="{30AC691E-3C29-4DF0-B251-38844328D400}" srcOrd="1" destOrd="0" presId="urn:microsoft.com/office/officeart/2005/8/layout/pyramid1"/>
    <dgm:cxn modelId="{86EB4A79-A59B-4A7A-94B1-DE6325D58077}" type="presParOf" srcId="{144F1216-6561-41B2-BD96-B5D36E34CE88}" destId="{A5564C45-9760-4F90-9BDA-CF504EBC32F5}" srcOrd="0" destOrd="0" presId="urn:microsoft.com/office/officeart/2005/8/layout/pyramid1"/>
    <dgm:cxn modelId="{16F49BB1-20BD-4B3B-991A-B4EC5CA09674}" type="presParOf" srcId="{A5564C45-9760-4F90-9BDA-CF504EBC32F5}" destId="{34D09F96-6A11-4973-A9C0-AF284A6C1BC9}" srcOrd="0" destOrd="0" presId="urn:microsoft.com/office/officeart/2005/8/layout/pyramid1"/>
    <dgm:cxn modelId="{CB9C8B85-B69A-4305-B90F-AF97E4EBCF16}" type="presParOf" srcId="{A5564C45-9760-4F90-9BDA-CF504EBC32F5}" destId="{DEC47A37-C8F0-4DE6-9C87-A2FB6FDFF961}" srcOrd="1" destOrd="0" presId="urn:microsoft.com/office/officeart/2005/8/layout/pyramid1"/>
    <dgm:cxn modelId="{87EE9E88-1A4E-4059-B7FF-8E484C6F7270}" type="presParOf" srcId="{144F1216-6561-41B2-BD96-B5D36E34CE88}" destId="{D20F430A-E7B8-42C3-9B00-57D93307961E}" srcOrd="1" destOrd="0" presId="urn:microsoft.com/office/officeart/2005/8/layout/pyramid1"/>
    <dgm:cxn modelId="{431CAC19-FE4F-4DF4-B115-460A4A1EDA18}" type="presParOf" srcId="{D20F430A-E7B8-42C3-9B00-57D93307961E}" destId="{41CBB6CE-0517-4635-B63E-2BDC1425D6E7}" srcOrd="0" destOrd="0" presId="urn:microsoft.com/office/officeart/2005/8/layout/pyramid1"/>
    <dgm:cxn modelId="{9648DA62-F617-469E-BFAB-CC19F310BE49}" type="presParOf" srcId="{D20F430A-E7B8-42C3-9B00-57D93307961E}" destId="{87CDFFD7-3A9D-48D6-9451-F1BED793A6DF}" srcOrd="1" destOrd="0" presId="urn:microsoft.com/office/officeart/2005/8/layout/pyramid1"/>
    <dgm:cxn modelId="{1642E0F5-3E12-476A-90C4-E20BDC8542D3}" type="presParOf" srcId="{144F1216-6561-41B2-BD96-B5D36E34CE88}" destId="{7EB37392-F774-472A-96D5-72DA27641813}" srcOrd="2" destOrd="0" presId="urn:microsoft.com/office/officeart/2005/8/layout/pyramid1"/>
    <dgm:cxn modelId="{8C950DD5-0868-42A2-A943-6C966D9B4AE6}" type="presParOf" srcId="{7EB37392-F774-472A-96D5-72DA27641813}" destId="{1C4A830F-FE2A-4F6B-915B-2050EF2F59BA}" srcOrd="0" destOrd="0" presId="urn:microsoft.com/office/officeart/2005/8/layout/pyramid1"/>
    <dgm:cxn modelId="{FB70BF7B-DEBF-4A34-9B15-7E1A1E33B536}" type="presParOf" srcId="{7EB37392-F774-472A-96D5-72DA27641813}" destId="{750F4665-9077-43D4-9F10-663B4101ADA2}" srcOrd="1" destOrd="0" presId="urn:microsoft.com/office/officeart/2005/8/layout/pyramid1"/>
    <dgm:cxn modelId="{34F57C14-48CB-4D39-9DE4-9EBD9668DDC0}" type="presParOf" srcId="{144F1216-6561-41B2-BD96-B5D36E34CE88}" destId="{C54E4E51-9533-47BA-A22C-1025930448A7}" srcOrd="3" destOrd="0" presId="urn:microsoft.com/office/officeart/2005/8/layout/pyramid1"/>
    <dgm:cxn modelId="{0EBAEB64-6858-4CD7-8FAA-058B85941049}" type="presParOf" srcId="{C54E4E51-9533-47BA-A22C-1025930448A7}" destId="{015A4DB9-7F38-460E-9E97-D16700A2EEF2}" srcOrd="0" destOrd="0" presId="urn:microsoft.com/office/officeart/2005/8/layout/pyramid1"/>
    <dgm:cxn modelId="{10D14A19-810F-44BF-AD20-DDFE96217ECF}" type="presParOf" srcId="{C54E4E51-9533-47BA-A22C-1025930448A7}" destId="{30AC691E-3C29-4DF0-B251-38844328D40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52AF72FD-9E08-48AC-8FDD-D0AD12D7F45F}" type="doc">
      <dgm:prSet loTypeId="urn:microsoft.com/office/officeart/2005/8/layout/pyramid1" loCatId="pyramid" qsTypeId="urn:microsoft.com/office/officeart/2005/8/quickstyle/simple4" qsCatId="simple" csTypeId="urn:microsoft.com/office/officeart/2005/8/colors/accent1_2" csCatId="accent1" phldr="1"/>
      <dgm:spPr/>
    </dgm:pt>
    <dgm:pt modelId="{276F81DA-23C7-491D-8EC1-68602F02704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9F152766-E565-4470-875C-CA5F616F8CE1}" type="parTrans" cxnId="{75428F9D-52EE-49D1-B419-8AFD2CC9B5CB}">
      <dgm:prSet/>
      <dgm:spPr/>
    </dgm:pt>
    <dgm:pt modelId="{15EC35D9-8142-48F0-A8BF-C9FF269F8BC4}" type="sibTrans" cxnId="{75428F9D-52EE-49D1-B419-8AFD2CC9B5CB}">
      <dgm:prSet/>
      <dgm:spPr/>
    </dgm:pt>
    <dgm:pt modelId="{298C102A-75EE-48D7-A26B-3F1E91025502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0B67588-A812-4135-A051-9A5B4F205A62}" type="parTrans" cxnId="{3A860C01-52C6-4A11-9F10-95A7713AD38D}">
      <dgm:prSet/>
      <dgm:spPr/>
    </dgm:pt>
    <dgm:pt modelId="{761B4DF5-C04D-4C76-B073-BD5019FCD33C}" type="sibTrans" cxnId="{3A860C01-52C6-4A11-9F10-95A7713AD38D}">
      <dgm:prSet/>
      <dgm:spPr/>
    </dgm:pt>
    <dgm:pt modelId="{445B5D9A-C608-48A1-A3E2-D0363E84AFC1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0F21633-D10C-4F5D-A841-ECBDFCCE6ECA}" type="parTrans" cxnId="{667F993C-234E-404A-97A5-6DDB22736EFE}">
      <dgm:prSet/>
      <dgm:spPr/>
    </dgm:pt>
    <dgm:pt modelId="{3CF802CD-7B17-4BBB-A89C-3CAEAEEF73B8}" type="sibTrans" cxnId="{667F993C-234E-404A-97A5-6DDB22736EFE}">
      <dgm:prSet/>
      <dgm:spPr/>
    </dgm:pt>
    <dgm:pt modelId="{587DC380-B496-424D-ACAA-5485CCA944EC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52F6F4C8-717F-476C-972D-F995F73A27AA}" type="parTrans" cxnId="{4C593F83-F2EA-4313-A77B-BCCCDD52C18E}">
      <dgm:prSet/>
      <dgm:spPr/>
    </dgm:pt>
    <dgm:pt modelId="{682D5E8F-85BA-451B-9A9C-EF495F7144A5}" type="sibTrans" cxnId="{4C593F83-F2EA-4313-A77B-BCCCDD52C18E}">
      <dgm:prSet/>
      <dgm:spPr/>
    </dgm:pt>
    <dgm:pt modelId="{DA80EDAD-A933-4095-B445-34B3439B2ACA}" type="pres">
      <dgm:prSet presAssocID="{52AF72FD-9E08-48AC-8FDD-D0AD12D7F45F}" presName="Name0" presStyleCnt="0">
        <dgm:presLayoutVars>
          <dgm:dir/>
          <dgm:animLvl val="lvl"/>
          <dgm:resizeHandles val="exact"/>
        </dgm:presLayoutVars>
      </dgm:prSet>
      <dgm:spPr/>
    </dgm:pt>
    <dgm:pt modelId="{86F81328-A755-414F-8D82-CC675DCD031A}" type="pres">
      <dgm:prSet presAssocID="{276F81DA-23C7-491D-8EC1-68602F027047}" presName="Name8" presStyleCnt="0"/>
      <dgm:spPr/>
    </dgm:pt>
    <dgm:pt modelId="{DD56C0F8-DDFE-4BDD-8503-320B3C51E588}" type="pres">
      <dgm:prSet presAssocID="{276F81DA-23C7-491D-8EC1-68602F027047}" presName="level" presStyleLbl="node1" presStyleIdx="0" presStyleCnt="4">
        <dgm:presLayoutVars>
          <dgm:chMax val="1"/>
          <dgm:bulletEnabled val="1"/>
        </dgm:presLayoutVars>
      </dgm:prSet>
      <dgm:spPr/>
    </dgm:pt>
    <dgm:pt modelId="{4619C9FD-02E8-4E93-912B-36AB1C3E6B3C}" type="pres">
      <dgm:prSet presAssocID="{276F81DA-23C7-491D-8EC1-68602F02704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572E440-A057-453B-9B74-BC55B860099D}" type="pres">
      <dgm:prSet presAssocID="{298C102A-75EE-48D7-A26B-3F1E91025502}" presName="Name8" presStyleCnt="0"/>
      <dgm:spPr/>
    </dgm:pt>
    <dgm:pt modelId="{26D412BC-C398-42C4-8F06-C824A53F2472}" type="pres">
      <dgm:prSet presAssocID="{298C102A-75EE-48D7-A26B-3F1E91025502}" presName="level" presStyleLbl="node1" presStyleIdx="1" presStyleCnt="4">
        <dgm:presLayoutVars>
          <dgm:chMax val="1"/>
          <dgm:bulletEnabled val="1"/>
        </dgm:presLayoutVars>
      </dgm:prSet>
      <dgm:spPr/>
    </dgm:pt>
    <dgm:pt modelId="{118A1CB8-9AE3-4DC5-9C4A-8533492C8C4A}" type="pres">
      <dgm:prSet presAssocID="{298C102A-75EE-48D7-A26B-3F1E9102550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B10D258-4F28-4105-90AB-E285086AFCA4}" type="pres">
      <dgm:prSet presAssocID="{445B5D9A-C608-48A1-A3E2-D0363E84AFC1}" presName="Name8" presStyleCnt="0"/>
      <dgm:spPr/>
    </dgm:pt>
    <dgm:pt modelId="{C1F520F6-8726-40F2-9CB3-4E2887B23839}" type="pres">
      <dgm:prSet presAssocID="{445B5D9A-C608-48A1-A3E2-D0363E84AFC1}" presName="level" presStyleLbl="node1" presStyleIdx="2" presStyleCnt="4">
        <dgm:presLayoutVars>
          <dgm:chMax val="1"/>
          <dgm:bulletEnabled val="1"/>
        </dgm:presLayoutVars>
      </dgm:prSet>
      <dgm:spPr/>
    </dgm:pt>
    <dgm:pt modelId="{526EAE74-AB0B-444D-819B-BCE93AF51BF0}" type="pres">
      <dgm:prSet presAssocID="{445B5D9A-C608-48A1-A3E2-D0363E84AFC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3CA7E70-1F67-489F-8BF7-C4DFD27F6DAE}" type="pres">
      <dgm:prSet presAssocID="{587DC380-B496-424D-ACAA-5485CCA944EC}" presName="Name8" presStyleCnt="0"/>
      <dgm:spPr/>
    </dgm:pt>
    <dgm:pt modelId="{15C58605-75D2-47F1-BD52-DA58ECC91936}" type="pres">
      <dgm:prSet presAssocID="{587DC380-B496-424D-ACAA-5485CCA944EC}" presName="level" presStyleLbl="node1" presStyleIdx="3" presStyleCnt="4">
        <dgm:presLayoutVars>
          <dgm:chMax val="1"/>
          <dgm:bulletEnabled val="1"/>
        </dgm:presLayoutVars>
      </dgm:prSet>
      <dgm:spPr/>
    </dgm:pt>
    <dgm:pt modelId="{AE3D295B-1BF8-4671-8309-81D1B71A4B1D}" type="pres">
      <dgm:prSet presAssocID="{587DC380-B496-424D-ACAA-5485CCA944E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3A860C01-52C6-4A11-9F10-95A7713AD38D}" srcId="{52AF72FD-9E08-48AC-8FDD-D0AD12D7F45F}" destId="{298C102A-75EE-48D7-A26B-3F1E91025502}" srcOrd="1" destOrd="0" parTransId="{C0B67588-A812-4135-A051-9A5B4F205A62}" sibTransId="{761B4DF5-C04D-4C76-B073-BD5019FCD33C}"/>
    <dgm:cxn modelId="{E8E8CD18-C6E7-44CF-A1E6-82F9F42434D4}" type="presOf" srcId="{276F81DA-23C7-491D-8EC1-68602F027047}" destId="{4619C9FD-02E8-4E93-912B-36AB1C3E6B3C}" srcOrd="1" destOrd="0" presId="urn:microsoft.com/office/officeart/2005/8/layout/pyramid1"/>
    <dgm:cxn modelId="{667F993C-234E-404A-97A5-6DDB22736EFE}" srcId="{52AF72FD-9E08-48AC-8FDD-D0AD12D7F45F}" destId="{445B5D9A-C608-48A1-A3E2-D0363E84AFC1}" srcOrd="2" destOrd="0" parTransId="{70F21633-D10C-4F5D-A841-ECBDFCCE6ECA}" sibTransId="{3CF802CD-7B17-4BBB-A89C-3CAEAEEF73B8}"/>
    <dgm:cxn modelId="{F2407267-2139-4E68-B01E-F3E182B34E10}" type="presOf" srcId="{298C102A-75EE-48D7-A26B-3F1E91025502}" destId="{26D412BC-C398-42C4-8F06-C824A53F2472}" srcOrd="0" destOrd="0" presId="urn:microsoft.com/office/officeart/2005/8/layout/pyramid1"/>
    <dgm:cxn modelId="{98469D6C-8A50-435A-9658-642A9872F2A7}" type="presOf" srcId="{298C102A-75EE-48D7-A26B-3F1E91025502}" destId="{118A1CB8-9AE3-4DC5-9C4A-8533492C8C4A}" srcOrd="1" destOrd="0" presId="urn:microsoft.com/office/officeart/2005/8/layout/pyramid1"/>
    <dgm:cxn modelId="{D802A576-2905-4F2B-B051-607F6F6D5C31}" type="presOf" srcId="{445B5D9A-C608-48A1-A3E2-D0363E84AFC1}" destId="{526EAE74-AB0B-444D-819B-BCE93AF51BF0}" srcOrd="1" destOrd="0" presId="urn:microsoft.com/office/officeart/2005/8/layout/pyramid1"/>
    <dgm:cxn modelId="{D5F1A877-679A-40C5-AAD6-BCB2EA695036}" type="presOf" srcId="{276F81DA-23C7-491D-8EC1-68602F027047}" destId="{DD56C0F8-DDFE-4BDD-8503-320B3C51E588}" srcOrd="0" destOrd="0" presId="urn:microsoft.com/office/officeart/2005/8/layout/pyramid1"/>
    <dgm:cxn modelId="{4C593F83-F2EA-4313-A77B-BCCCDD52C18E}" srcId="{52AF72FD-9E08-48AC-8FDD-D0AD12D7F45F}" destId="{587DC380-B496-424D-ACAA-5485CCA944EC}" srcOrd="3" destOrd="0" parTransId="{52F6F4C8-717F-476C-972D-F995F73A27AA}" sibTransId="{682D5E8F-85BA-451B-9A9C-EF495F7144A5}"/>
    <dgm:cxn modelId="{75428F9D-52EE-49D1-B419-8AFD2CC9B5CB}" srcId="{52AF72FD-9E08-48AC-8FDD-D0AD12D7F45F}" destId="{276F81DA-23C7-491D-8EC1-68602F027047}" srcOrd="0" destOrd="0" parTransId="{9F152766-E565-4470-875C-CA5F616F8CE1}" sibTransId="{15EC35D9-8142-48F0-A8BF-C9FF269F8BC4}"/>
    <dgm:cxn modelId="{E4CE279F-485D-4D96-A276-50A87824DFFE}" type="presOf" srcId="{587DC380-B496-424D-ACAA-5485CCA944EC}" destId="{AE3D295B-1BF8-4671-8309-81D1B71A4B1D}" srcOrd="1" destOrd="0" presId="urn:microsoft.com/office/officeart/2005/8/layout/pyramid1"/>
    <dgm:cxn modelId="{920B56AD-FB38-4986-AAFA-9F5ADB491DB8}" type="presOf" srcId="{587DC380-B496-424D-ACAA-5485CCA944EC}" destId="{15C58605-75D2-47F1-BD52-DA58ECC91936}" srcOrd="0" destOrd="0" presId="urn:microsoft.com/office/officeart/2005/8/layout/pyramid1"/>
    <dgm:cxn modelId="{F73CF2C1-B8E3-4224-A784-2E2575D13A2B}" type="presOf" srcId="{445B5D9A-C608-48A1-A3E2-D0363E84AFC1}" destId="{C1F520F6-8726-40F2-9CB3-4E2887B23839}" srcOrd="0" destOrd="0" presId="urn:microsoft.com/office/officeart/2005/8/layout/pyramid1"/>
    <dgm:cxn modelId="{ABF4ABF0-2F4C-43D6-99E7-17D9D110E945}" type="presOf" srcId="{52AF72FD-9E08-48AC-8FDD-D0AD12D7F45F}" destId="{DA80EDAD-A933-4095-B445-34B3439B2ACA}" srcOrd="0" destOrd="0" presId="urn:microsoft.com/office/officeart/2005/8/layout/pyramid1"/>
    <dgm:cxn modelId="{BFF87A25-FEB9-4764-8317-2193D16F71DC}" type="presParOf" srcId="{DA80EDAD-A933-4095-B445-34B3439B2ACA}" destId="{86F81328-A755-414F-8D82-CC675DCD031A}" srcOrd="0" destOrd="0" presId="urn:microsoft.com/office/officeart/2005/8/layout/pyramid1"/>
    <dgm:cxn modelId="{2EE2BBB9-1915-4342-BD30-18877512387C}" type="presParOf" srcId="{86F81328-A755-414F-8D82-CC675DCD031A}" destId="{DD56C0F8-DDFE-4BDD-8503-320B3C51E588}" srcOrd="0" destOrd="0" presId="urn:microsoft.com/office/officeart/2005/8/layout/pyramid1"/>
    <dgm:cxn modelId="{85FDC7B1-5414-4A37-A4A7-9E9744D4D52C}" type="presParOf" srcId="{86F81328-A755-414F-8D82-CC675DCD031A}" destId="{4619C9FD-02E8-4E93-912B-36AB1C3E6B3C}" srcOrd="1" destOrd="0" presId="urn:microsoft.com/office/officeart/2005/8/layout/pyramid1"/>
    <dgm:cxn modelId="{2DFE5739-BFBE-4EB1-90D0-07A0F2E97D47}" type="presParOf" srcId="{DA80EDAD-A933-4095-B445-34B3439B2ACA}" destId="{E572E440-A057-453B-9B74-BC55B860099D}" srcOrd="1" destOrd="0" presId="urn:microsoft.com/office/officeart/2005/8/layout/pyramid1"/>
    <dgm:cxn modelId="{E848B2C0-938F-4E61-AD5C-320D047903E6}" type="presParOf" srcId="{E572E440-A057-453B-9B74-BC55B860099D}" destId="{26D412BC-C398-42C4-8F06-C824A53F2472}" srcOrd="0" destOrd="0" presId="urn:microsoft.com/office/officeart/2005/8/layout/pyramid1"/>
    <dgm:cxn modelId="{C91F0945-2166-4360-AF32-13F9B0B236EC}" type="presParOf" srcId="{E572E440-A057-453B-9B74-BC55B860099D}" destId="{118A1CB8-9AE3-4DC5-9C4A-8533492C8C4A}" srcOrd="1" destOrd="0" presId="urn:microsoft.com/office/officeart/2005/8/layout/pyramid1"/>
    <dgm:cxn modelId="{6476D242-3917-4447-B0CA-10F7BE552719}" type="presParOf" srcId="{DA80EDAD-A933-4095-B445-34B3439B2ACA}" destId="{3B10D258-4F28-4105-90AB-E285086AFCA4}" srcOrd="2" destOrd="0" presId="urn:microsoft.com/office/officeart/2005/8/layout/pyramid1"/>
    <dgm:cxn modelId="{64722A09-D599-4B39-9656-43F1AB056726}" type="presParOf" srcId="{3B10D258-4F28-4105-90AB-E285086AFCA4}" destId="{C1F520F6-8726-40F2-9CB3-4E2887B23839}" srcOrd="0" destOrd="0" presId="urn:microsoft.com/office/officeart/2005/8/layout/pyramid1"/>
    <dgm:cxn modelId="{6B2BF189-0B42-475C-A70B-0ADA5813790E}" type="presParOf" srcId="{3B10D258-4F28-4105-90AB-E285086AFCA4}" destId="{526EAE74-AB0B-444D-819B-BCE93AF51BF0}" srcOrd="1" destOrd="0" presId="urn:microsoft.com/office/officeart/2005/8/layout/pyramid1"/>
    <dgm:cxn modelId="{8401D76F-26D2-4986-81D4-A27ADBC75A43}" type="presParOf" srcId="{DA80EDAD-A933-4095-B445-34B3439B2ACA}" destId="{B3CA7E70-1F67-489F-8BF7-C4DFD27F6DAE}" srcOrd="3" destOrd="0" presId="urn:microsoft.com/office/officeart/2005/8/layout/pyramid1"/>
    <dgm:cxn modelId="{3F77C8FD-5EBC-4FF4-9BEE-CD5A676BA8F2}" type="presParOf" srcId="{B3CA7E70-1F67-489F-8BF7-C4DFD27F6DAE}" destId="{15C58605-75D2-47F1-BD52-DA58ECC91936}" srcOrd="0" destOrd="0" presId="urn:microsoft.com/office/officeart/2005/8/layout/pyramid1"/>
    <dgm:cxn modelId="{14DB8F10-6C9E-4089-ADB3-E9607D49A62A}" type="presParOf" srcId="{B3CA7E70-1F67-489F-8BF7-C4DFD27F6DAE}" destId="{AE3D295B-1BF8-4671-8309-81D1B71A4B1D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FE005C24-EF53-4485-AF30-4A5443AB6A50}" type="doc">
      <dgm:prSet loTypeId="urn:microsoft.com/office/officeart/2005/8/layout/pyramid1" loCatId="pyramid" qsTypeId="urn:microsoft.com/office/officeart/2005/8/quickstyle/simple5" qsCatId="simple" csTypeId="urn:microsoft.com/office/officeart/2005/8/colors/accent1_2" csCatId="accent1" phldr="1"/>
      <dgm:spPr/>
    </dgm:pt>
    <dgm:pt modelId="{27036A52-C6C8-4CFE-BF42-6FB8CBE75BDC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5C199D6-2E20-4402-9A65-2A62032E3DD2}" type="parTrans" cxnId="{08488C5E-BCB1-4777-881B-EBE21858C3F6}">
      <dgm:prSet/>
      <dgm:spPr/>
    </dgm:pt>
    <dgm:pt modelId="{D739FA43-7381-4094-932F-38D0F068323B}" type="sibTrans" cxnId="{08488C5E-BCB1-4777-881B-EBE21858C3F6}">
      <dgm:prSet/>
      <dgm:spPr/>
    </dgm:pt>
    <dgm:pt modelId="{42CA8B2C-3933-499E-B071-17747C5ED4A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06AF781-A7F8-4B5B-A37F-F2DC60AD34F7}" type="parTrans" cxnId="{8EE1CD61-A764-4E04-9B0B-C3E6B1EDB60B}">
      <dgm:prSet/>
      <dgm:spPr/>
    </dgm:pt>
    <dgm:pt modelId="{D912A074-D76A-4AED-8F85-5DFF1011938A}" type="sibTrans" cxnId="{8EE1CD61-A764-4E04-9B0B-C3E6B1EDB60B}">
      <dgm:prSet/>
      <dgm:spPr/>
    </dgm:pt>
    <dgm:pt modelId="{F0ADDDF7-F235-4492-A7E7-955AB308BE7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B069FDB-CF9E-4CA0-BAFE-45CF94E00733}" type="parTrans" cxnId="{8078A2B8-51A0-42F2-ADE7-7757DF0C27D0}">
      <dgm:prSet/>
      <dgm:spPr/>
    </dgm:pt>
    <dgm:pt modelId="{66DF9CFF-AE65-404B-92E1-BE7F2262A4DB}" type="sibTrans" cxnId="{8078A2B8-51A0-42F2-ADE7-7757DF0C27D0}">
      <dgm:prSet/>
      <dgm:spPr/>
    </dgm:pt>
    <dgm:pt modelId="{7D54DCBF-D3F1-4274-A244-98E2DA4D7F9F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73D5D8C1-3529-40E7-BCEB-D14876376D74}" type="parTrans" cxnId="{3094C6EB-BA69-49B0-8AFC-77B10F454805}">
      <dgm:prSet/>
      <dgm:spPr/>
    </dgm:pt>
    <dgm:pt modelId="{D1730FE2-EB89-4ABF-884E-1CE3D63B5367}" type="sibTrans" cxnId="{3094C6EB-BA69-49B0-8AFC-77B10F454805}">
      <dgm:prSet/>
      <dgm:spPr/>
    </dgm:pt>
    <dgm:pt modelId="{7F9CE188-DEE9-4966-96BC-13653AE7C112}" type="pres">
      <dgm:prSet presAssocID="{FE005C24-EF53-4485-AF30-4A5443AB6A50}" presName="Name0" presStyleCnt="0">
        <dgm:presLayoutVars>
          <dgm:dir/>
          <dgm:animLvl val="lvl"/>
          <dgm:resizeHandles val="exact"/>
        </dgm:presLayoutVars>
      </dgm:prSet>
      <dgm:spPr/>
    </dgm:pt>
    <dgm:pt modelId="{DE09BC6A-8DA6-42C2-B0D4-4835E27A0484}" type="pres">
      <dgm:prSet presAssocID="{27036A52-C6C8-4CFE-BF42-6FB8CBE75BDC}" presName="Name8" presStyleCnt="0"/>
      <dgm:spPr/>
    </dgm:pt>
    <dgm:pt modelId="{DA4C5E07-6998-44A2-94CC-D4BD968FD3C4}" type="pres">
      <dgm:prSet presAssocID="{27036A52-C6C8-4CFE-BF42-6FB8CBE75BDC}" presName="level" presStyleLbl="node1" presStyleIdx="0" presStyleCnt="4">
        <dgm:presLayoutVars>
          <dgm:chMax val="1"/>
          <dgm:bulletEnabled val="1"/>
        </dgm:presLayoutVars>
      </dgm:prSet>
      <dgm:spPr/>
    </dgm:pt>
    <dgm:pt modelId="{7CE118B0-2650-4EB4-AAB8-4A68470525B7}" type="pres">
      <dgm:prSet presAssocID="{27036A52-C6C8-4CFE-BF42-6FB8CBE75BD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16FD04-D0FA-4E21-AED7-F3384FD48F6A}" type="pres">
      <dgm:prSet presAssocID="{42CA8B2C-3933-499E-B071-17747C5ED4A1}" presName="Name8" presStyleCnt="0"/>
      <dgm:spPr/>
    </dgm:pt>
    <dgm:pt modelId="{3A1BA226-EFBF-465A-9C5F-ECB9CF50D519}" type="pres">
      <dgm:prSet presAssocID="{42CA8B2C-3933-499E-B071-17747C5ED4A1}" presName="level" presStyleLbl="node1" presStyleIdx="1" presStyleCnt="4">
        <dgm:presLayoutVars>
          <dgm:chMax val="1"/>
          <dgm:bulletEnabled val="1"/>
        </dgm:presLayoutVars>
      </dgm:prSet>
      <dgm:spPr/>
    </dgm:pt>
    <dgm:pt modelId="{1005335E-FFB0-4096-AA4F-21E0E3FB76C6}" type="pres">
      <dgm:prSet presAssocID="{42CA8B2C-3933-499E-B071-17747C5ED4A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D6F948F-6259-486B-9F92-AB47A928A11C}" type="pres">
      <dgm:prSet presAssocID="{F0ADDDF7-F235-4492-A7E7-955AB308BE7B}" presName="Name8" presStyleCnt="0"/>
      <dgm:spPr/>
    </dgm:pt>
    <dgm:pt modelId="{D8FE03AE-F50E-4472-847D-FCACD1389B13}" type="pres">
      <dgm:prSet presAssocID="{F0ADDDF7-F235-4492-A7E7-955AB308BE7B}" presName="level" presStyleLbl="node1" presStyleIdx="2" presStyleCnt="4">
        <dgm:presLayoutVars>
          <dgm:chMax val="1"/>
          <dgm:bulletEnabled val="1"/>
        </dgm:presLayoutVars>
      </dgm:prSet>
      <dgm:spPr/>
    </dgm:pt>
    <dgm:pt modelId="{8B24929C-B784-41DF-ACE4-FE5AE65FB97E}" type="pres">
      <dgm:prSet presAssocID="{F0ADDDF7-F235-4492-A7E7-955AB308BE7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5D307AC-F2DD-443B-BB69-689FA51DA618}" type="pres">
      <dgm:prSet presAssocID="{7D54DCBF-D3F1-4274-A244-98E2DA4D7F9F}" presName="Name8" presStyleCnt="0"/>
      <dgm:spPr/>
    </dgm:pt>
    <dgm:pt modelId="{F5C9243A-8360-4477-BB19-7B34FBD14E3C}" type="pres">
      <dgm:prSet presAssocID="{7D54DCBF-D3F1-4274-A244-98E2DA4D7F9F}" presName="level" presStyleLbl="node1" presStyleIdx="3" presStyleCnt="4">
        <dgm:presLayoutVars>
          <dgm:chMax val="1"/>
          <dgm:bulletEnabled val="1"/>
        </dgm:presLayoutVars>
      </dgm:prSet>
      <dgm:spPr/>
    </dgm:pt>
    <dgm:pt modelId="{CBD1EFA2-9AD6-4B38-9DDF-B4E6C082B6FD}" type="pres">
      <dgm:prSet presAssocID="{7D54DCBF-D3F1-4274-A244-98E2DA4D7F9F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08488C5E-BCB1-4777-881B-EBE21858C3F6}" srcId="{FE005C24-EF53-4485-AF30-4A5443AB6A50}" destId="{27036A52-C6C8-4CFE-BF42-6FB8CBE75BDC}" srcOrd="0" destOrd="0" parTransId="{85C199D6-2E20-4402-9A65-2A62032E3DD2}" sibTransId="{D739FA43-7381-4094-932F-38D0F068323B}"/>
    <dgm:cxn modelId="{8EE1CD61-A764-4E04-9B0B-C3E6B1EDB60B}" srcId="{FE005C24-EF53-4485-AF30-4A5443AB6A50}" destId="{42CA8B2C-3933-499E-B071-17747C5ED4A1}" srcOrd="1" destOrd="0" parTransId="{706AF781-A7F8-4B5B-A37F-F2DC60AD34F7}" sibTransId="{D912A074-D76A-4AED-8F85-5DFF1011938A}"/>
    <dgm:cxn modelId="{E94EB942-A49A-4D59-BF04-C9657BE76077}" type="presOf" srcId="{27036A52-C6C8-4CFE-BF42-6FB8CBE75BDC}" destId="{DA4C5E07-6998-44A2-94CC-D4BD968FD3C4}" srcOrd="0" destOrd="0" presId="urn:microsoft.com/office/officeart/2005/8/layout/pyramid1"/>
    <dgm:cxn modelId="{8C0C8875-EE72-4733-9E7B-93F39596BE4B}" type="presOf" srcId="{F0ADDDF7-F235-4492-A7E7-955AB308BE7B}" destId="{8B24929C-B784-41DF-ACE4-FE5AE65FB97E}" srcOrd="1" destOrd="0" presId="urn:microsoft.com/office/officeart/2005/8/layout/pyramid1"/>
    <dgm:cxn modelId="{70CA2E57-2395-4C3C-B487-F95B06AFD88C}" type="presOf" srcId="{27036A52-C6C8-4CFE-BF42-6FB8CBE75BDC}" destId="{7CE118B0-2650-4EB4-AAB8-4A68470525B7}" srcOrd="1" destOrd="0" presId="urn:microsoft.com/office/officeart/2005/8/layout/pyramid1"/>
    <dgm:cxn modelId="{66CE479E-C495-4703-8C6C-07A3C1E53F5F}" type="presOf" srcId="{42CA8B2C-3933-499E-B071-17747C5ED4A1}" destId="{3A1BA226-EFBF-465A-9C5F-ECB9CF50D519}" srcOrd="0" destOrd="0" presId="urn:microsoft.com/office/officeart/2005/8/layout/pyramid1"/>
    <dgm:cxn modelId="{85F0CBB0-F100-4E7B-BEAE-BC9A289873A7}" type="presOf" srcId="{7D54DCBF-D3F1-4274-A244-98E2DA4D7F9F}" destId="{CBD1EFA2-9AD6-4B38-9DDF-B4E6C082B6FD}" srcOrd="1" destOrd="0" presId="urn:microsoft.com/office/officeart/2005/8/layout/pyramid1"/>
    <dgm:cxn modelId="{8078A2B8-51A0-42F2-ADE7-7757DF0C27D0}" srcId="{FE005C24-EF53-4485-AF30-4A5443AB6A50}" destId="{F0ADDDF7-F235-4492-A7E7-955AB308BE7B}" srcOrd="2" destOrd="0" parTransId="{2B069FDB-CF9E-4CA0-BAFE-45CF94E00733}" sibTransId="{66DF9CFF-AE65-404B-92E1-BE7F2262A4DB}"/>
    <dgm:cxn modelId="{2759E1CE-E2CD-470A-B821-DB197FBAC8EE}" type="presOf" srcId="{7D54DCBF-D3F1-4274-A244-98E2DA4D7F9F}" destId="{F5C9243A-8360-4477-BB19-7B34FBD14E3C}" srcOrd="0" destOrd="0" presId="urn:microsoft.com/office/officeart/2005/8/layout/pyramid1"/>
    <dgm:cxn modelId="{9345CFD3-A800-4D90-A76A-E9B08E2F9833}" type="presOf" srcId="{42CA8B2C-3933-499E-B071-17747C5ED4A1}" destId="{1005335E-FFB0-4096-AA4F-21E0E3FB76C6}" srcOrd="1" destOrd="0" presId="urn:microsoft.com/office/officeart/2005/8/layout/pyramid1"/>
    <dgm:cxn modelId="{C8C196D7-2AAE-476B-A1FB-5C2BE20C0FD9}" type="presOf" srcId="{FE005C24-EF53-4485-AF30-4A5443AB6A50}" destId="{7F9CE188-DEE9-4966-96BC-13653AE7C112}" srcOrd="0" destOrd="0" presId="urn:microsoft.com/office/officeart/2005/8/layout/pyramid1"/>
    <dgm:cxn modelId="{1C07CBD8-9F60-444C-A731-C5E37E426DC4}" type="presOf" srcId="{F0ADDDF7-F235-4492-A7E7-955AB308BE7B}" destId="{D8FE03AE-F50E-4472-847D-FCACD1389B13}" srcOrd="0" destOrd="0" presId="urn:microsoft.com/office/officeart/2005/8/layout/pyramid1"/>
    <dgm:cxn modelId="{3094C6EB-BA69-49B0-8AFC-77B10F454805}" srcId="{FE005C24-EF53-4485-AF30-4A5443AB6A50}" destId="{7D54DCBF-D3F1-4274-A244-98E2DA4D7F9F}" srcOrd="3" destOrd="0" parTransId="{73D5D8C1-3529-40E7-BCEB-D14876376D74}" sibTransId="{D1730FE2-EB89-4ABF-884E-1CE3D63B5367}"/>
    <dgm:cxn modelId="{704F1D38-411C-4589-81F1-9EF76F9CC5CD}" type="presParOf" srcId="{7F9CE188-DEE9-4966-96BC-13653AE7C112}" destId="{DE09BC6A-8DA6-42C2-B0D4-4835E27A0484}" srcOrd="0" destOrd="0" presId="urn:microsoft.com/office/officeart/2005/8/layout/pyramid1"/>
    <dgm:cxn modelId="{FA5986A6-ABBA-4DE8-8B40-2172CAFFF975}" type="presParOf" srcId="{DE09BC6A-8DA6-42C2-B0D4-4835E27A0484}" destId="{DA4C5E07-6998-44A2-94CC-D4BD968FD3C4}" srcOrd="0" destOrd="0" presId="urn:microsoft.com/office/officeart/2005/8/layout/pyramid1"/>
    <dgm:cxn modelId="{86BC447B-9685-48DB-98C9-33741871037B}" type="presParOf" srcId="{DE09BC6A-8DA6-42C2-B0D4-4835E27A0484}" destId="{7CE118B0-2650-4EB4-AAB8-4A68470525B7}" srcOrd="1" destOrd="0" presId="urn:microsoft.com/office/officeart/2005/8/layout/pyramid1"/>
    <dgm:cxn modelId="{4B00D382-DEB5-4C24-BC67-204C84E32E4E}" type="presParOf" srcId="{7F9CE188-DEE9-4966-96BC-13653AE7C112}" destId="{3716FD04-D0FA-4E21-AED7-F3384FD48F6A}" srcOrd="1" destOrd="0" presId="urn:microsoft.com/office/officeart/2005/8/layout/pyramid1"/>
    <dgm:cxn modelId="{06D12304-E58B-4147-B561-8C4C2F26BDE4}" type="presParOf" srcId="{3716FD04-D0FA-4E21-AED7-F3384FD48F6A}" destId="{3A1BA226-EFBF-465A-9C5F-ECB9CF50D519}" srcOrd="0" destOrd="0" presId="urn:microsoft.com/office/officeart/2005/8/layout/pyramid1"/>
    <dgm:cxn modelId="{F1B5CBAA-F1F1-45CA-B256-6DE9F29E499C}" type="presParOf" srcId="{3716FD04-D0FA-4E21-AED7-F3384FD48F6A}" destId="{1005335E-FFB0-4096-AA4F-21E0E3FB76C6}" srcOrd="1" destOrd="0" presId="urn:microsoft.com/office/officeart/2005/8/layout/pyramid1"/>
    <dgm:cxn modelId="{654FF749-BCA4-4F6B-AC30-1AA120526ABA}" type="presParOf" srcId="{7F9CE188-DEE9-4966-96BC-13653AE7C112}" destId="{4D6F948F-6259-486B-9F92-AB47A928A11C}" srcOrd="2" destOrd="0" presId="urn:microsoft.com/office/officeart/2005/8/layout/pyramid1"/>
    <dgm:cxn modelId="{5D7C6F81-B365-459F-A831-B98C8CBCBCEE}" type="presParOf" srcId="{4D6F948F-6259-486B-9F92-AB47A928A11C}" destId="{D8FE03AE-F50E-4472-847D-FCACD1389B13}" srcOrd="0" destOrd="0" presId="urn:microsoft.com/office/officeart/2005/8/layout/pyramid1"/>
    <dgm:cxn modelId="{586C284C-EDA7-4F10-BAA2-3D594A726618}" type="presParOf" srcId="{4D6F948F-6259-486B-9F92-AB47A928A11C}" destId="{8B24929C-B784-41DF-ACE4-FE5AE65FB97E}" srcOrd="1" destOrd="0" presId="urn:microsoft.com/office/officeart/2005/8/layout/pyramid1"/>
    <dgm:cxn modelId="{DFD0413C-9F83-4124-920F-F7A8B2D602D1}" type="presParOf" srcId="{7F9CE188-DEE9-4966-96BC-13653AE7C112}" destId="{75D307AC-F2DD-443B-BB69-689FA51DA618}" srcOrd="3" destOrd="0" presId="urn:microsoft.com/office/officeart/2005/8/layout/pyramid1"/>
    <dgm:cxn modelId="{507B5B0C-916B-44DC-9CF0-A723CC7E289C}" type="presParOf" srcId="{75D307AC-F2DD-443B-BB69-689FA51DA618}" destId="{F5C9243A-8360-4477-BB19-7B34FBD14E3C}" srcOrd="0" destOrd="0" presId="urn:microsoft.com/office/officeart/2005/8/layout/pyramid1"/>
    <dgm:cxn modelId="{208C0CFD-C588-4C94-9426-D07806A318E3}" type="presParOf" srcId="{75D307AC-F2DD-443B-BB69-689FA51DA618}" destId="{CBD1EFA2-9AD6-4B38-9DDF-B4E6C082B6FD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07E68A04-0DD0-4B6C-B07D-0A6DFEAC44D7}" type="doc">
      <dgm:prSet loTypeId="urn:microsoft.com/office/officeart/2005/8/layout/pyramid1" loCatId="pyramid" qsTypeId="urn:microsoft.com/office/officeart/2005/8/quickstyle/3d1" qsCatId="3D" csTypeId="urn:microsoft.com/office/officeart/2005/8/colors/accent1_2" csCatId="accent1" phldr="1"/>
      <dgm:spPr/>
    </dgm:pt>
    <dgm:pt modelId="{7082DC61-2A81-4C4C-B850-63E2F3279B6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01B4F1A8-D0C7-4269-BC9A-1D5606613DB4}" type="parTrans" cxnId="{B1DB536C-8E54-4FCE-BFBF-7906311CEFF9}">
      <dgm:prSet/>
      <dgm:spPr/>
    </dgm:pt>
    <dgm:pt modelId="{E6391066-53A7-443F-B15F-20F26ABA553B}" type="sibTrans" cxnId="{B1DB536C-8E54-4FCE-BFBF-7906311CEFF9}">
      <dgm:prSet/>
      <dgm:spPr/>
    </dgm:pt>
    <dgm:pt modelId="{6F488E4A-84C1-4B2C-8524-81A4B1DC2C3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10455FF-8CD7-4D3F-8BF5-C7E0A4CA9F61}" type="parTrans" cxnId="{B875887D-4E8F-4A97-AD6C-46014BEBABA4}">
      <dgm:prSet/>
      <dgm:spPr/>
    </dgm:pt>
    <dgm:pt modelId="{A14B2019-9F5C-45DA-A680-C8D662A1522C}" type="sibTrans" cxnId="{B875887D-4E8F-4A97-AD6C-46014BEBABA4}">
      <dgm:prSet/>
      <dgm:spPr/>
    </dgm:pt>
    <dgm:pt modelId="{0BB06436-CDB6-4C3D-A2F8-F21D3C64417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3AD3DB59-FFBB-4476-A5F6-19197B7C17AA}" type="parTrans" cxnId="{33452B4C-29AA-4047-AEB0-54C0E8E200F5}">
      <dgm:prSet/>
      <dgm:spPr/>
    </dgm:pt>
    <dgm:pt modelId="{DF9BB3E7-1838-442C-8B5F-1D26CB18E75E}" type="sibTrans" cxnId="{33452B4C-29AA-4047-AEB0-54C0E8E200F5}">
      <dgm:prSet/>
      <dgm:spPr/>
    </dgm:pt>
    <dgm:pt modelId="{939C4D88-17B1-4934-AC83-730F7683198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DB0D4FF-7EDD-41AC-ADF5-B6249C24B62C}" type="parTrans" cxnId="{1EE7E9BD-C90D-413E-89F1-CFB0CD6DA4D1}">
      <dgm:prSet/>
      <dgm:spPr/>
    </dgm:pt>
    <dgm:pt modelId="{208BBCBE-A718-4E4A-A384-21D5FB4C776C}" type="sibTrans" cxnId="{1EE7E9BD-C90D-413E-89F1-CFB0CD6DA4D1}">
      <dgm:prSet/>
      <dgm:spPr/>
    </dgm:pt>
    <dgm:pt modelId="{C1E0928A-9337-4ED7-AFD3-6CBCE7A5D90B}" type="pres">
      <dgm:prSet presAssocID="{07E68A04-0DD0-4B6C-B07D-0A6DFEAC44D7}" presName="Name0" presStyleCnt="0">
        <dgm:presLayoutVars>
          <dgm:dir/>
          <dgm:animLvl val="lvl"/>
          <dgm:resizeHandles val="exact"/>
        </dgm:presLayoutVars>
      </dgm:prSet>
      <dgm:spPr/>
    </dgm:pt>
    <dgm:pt modelId="{A62B4716-F955-4AAD-BF3F-50F6B53A3B99}" type="pres">
      <dgm:prSet presAssocID="{7082DC61-2A81-4C4C-B850-63E2F3279B69}" presName="Name8" presStyleCnt="0"/>
      <dgm:spPr/>
    </dgm:pt>
    <dgm:pt modelId="{04E83E82-41D0-43A9-BF2B-45496747C606}" type="pres">
      <dgm:prSet presAssocID="{7082DC61-2A81-4C4C-B850-63E2F3279B69}" presName="level" presStyleLbl="node1" presStyleIdx="0" presStyleCnt="4">
        <dgm:presLayoutVars>
          <dgm:chMax val="1"/>
          <dgm:bulletEnabled val="1"/>
        </dgm:presLayoutVars>
      </dgm:prSet>
      <dgm:spPr/>
    </dgm:pt>
    <dgm:pt modelId="{FA7E64C9-568A-4886-ADC4-620A8F694C60}" type="pres">
      <dgm:prSet presAssocID="{7082DC61-2A81-4C4C-B850-63E2F3279B6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E1BEBCF-D89F-478F-84B2-D717B25C31C5}" type="pres">
      <dgm:prSet presAssocID="{6F488E4A-84C1-4B2C-8524-81A4B1DC2C31}" presName="Name8" presStyleCnt="0"/>
      <dgm:spPr/>
    </dgm:pt>
    <dgm:pt modelId="{732EEE93-F2A5-41A2-B37B-AA587FF91ED1}" type="pres">
      <dgm:prSet presAssocID="{6F488E4A-84C1-4B2C-8524-81A4B1DC2C31}" presName="level" presStyleLbl="node1" presStyleIdx="1" presStyleCnt="4">
        <dgm:presLayoutVars>
          <dgm:chMax val="1"/>
          <dgm:bulletEnabled val="1"/>
        </dgm:presLayoutVars>
      </dgm:prSet>
      <dgm:spPr/>
    </dgm:pt>
    <dgm:pt modelId="{6127D83F-F9BA-4FF5-842D-2E0FA16DDEDD}" type="pres">
      <dgm:prSet presAssocID="{6F488E4A-84C1-4B2C-8524-81A4B1DC2C3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3FD8228-0FF5-4CF4-9373-9C6FE2C58AF8}" type="pres">
      <dgm:prSet presAssocID="{0BB06436-CDB6-4C3D-A2F8-F21D3C644174}" presName="Name8" presStyleCnt="0"/>
      <dgm:spPr/>
    </dgm:pt>
    <dgm:pt modelId="{C3C7D27C-E27B-4F0A-B298-F773D9B46BB2}" type="pres">
      <dgm:prSet presAssocID="{0BB06436-CDB6-4C3D-A2F8-F21D3C644174}" presName="level" presStyleLbl="node1" presStyleIdx="2" presStyleCnt="4">
        <dgm:presLayoutVars>
          <dgm:chMax val="1"/>
          <dgm:bulletEnabled val="1"/>
        </dgm:presLayoutVars>
      </dgm:prSet>
      <dgm:spPr/>
    </dgm:pt>
    <dgm:pt modelId="{5B4884F4-B43D-4EE9-B5A4-0BB75EF8D71C}" type="pres">
      <dgm:prSet presAssocID="{0BB06436-CDB6-4C3D-A2F8-F21D3C64417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72E3B99-AE18-4B59-B475-BFE751287361}" type="pres">
      <dgm:prSet presAssocID="{939C4D88-17B1-4934-AC83-730F76831987}" presName="Name8" presStyleCnt="0"/>
      <dgm:spPr/>
    </dgm:pt>
    <dgm:pt modelId="{A882012A-3E88-4057-A2DF-DD7CEB5256E2}" type="pres">
      <dgm:prSet presAssocID="{939C4D88-17B1-4934-AC83-730F76831987}" presName="level" presStyleLbl="node1" presStyleIdx="3" presStyleCnt="4">
        <dgm:presLayoutVars>
          <dgm:chMax val="1"/>
          <dgm:bulletEnabled val="1"/>
        </dgm:presLayoutVars>
      </dgm:prSet>
      <dgm:spPr/>
    </dgm:pt>
    <dgm:pt modelId="{93F73F04-4C70-42E0-8F6A-C23CD13A949C}" type="pres">
      <dgm:prSet presAssocID="{939C4D88-17B1-4934-AC83-730F76831987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3FC4632-D490-4F45-945C-539C02B11069}" type="presOf" srcId="{0BB06436-CDB6-4C3D-A2F8-F21D3C644174}" destId="{5B4884F4-B43D-4EE9-B5A4-0BB75EF8D71C}" srcOrd="1" destOrd="0" presId="urn:microsoft.com/office/officeart/2005/8/layout/pyramid1"/>
    <dgm:cxn modelId="{00E89534-647F-44AD-8FEB-4C8102889250}" type="presOf" srcId="{6F488E4A-84C1-4B2C-8524-81A4B1DC2C31}" destId="{732EEE93-F2A5-41A2-B37B-AA587FF91ED1}" srcOrd="0" destOrd="0" presId="urn:microsoft.com/office/officeart/2005/8/layout/pyramid1"/>
    <dgm:cxn modelId="{42C10342-DC1E-484C-B3C1-719B66122B1A}" type="presOf" srcId="{0BB06436-CDB6-4C3D-A2F8-F21D3C644174}" destId="{C3C7D27C-E27B-4F0A-B298-F773D9B46BB2}" srcOrd="0" destOrd="0" presId="urn:microsoft.com/office/officeart/2005/8/layout/pyramid1"/>
    <dgm:cxn modelId="{33452B4C-29AA-4047-AEB0-54C0E8E200F5}" srcId="{07E68A04-0DD0-4B6C-B07D-0A6DFEAC44D7}" destId="{0BB06436-CDB6-4C3D-A2F8-F21D3C644174}" srcOrd="2" destOrd="0" parTransId="{3AD3DB59-FFBB-4476-A5F6-19197B7C17AA}" sibTransId="{DF9BB3E7-1838-442C-8B5F-1D26CB18E75E}"/>
    <dgm:cxn modelId="{B1DB536C-8E54-4FCE-BFBF-7906311CEFF9}" srcId="{07E68A04-0DD0-4B6C-B07D-0A6DFEAC44D7}" destId="{7082DC61-2A81-4C4C-B850-63E2F3279B69}" srcOrd="0" destOrd="0" parTransId="{01B4F1A8-D0C7-4269-BC9A-1D5606613DB4}" sibTransId="{E6391066-53A7-443F-B15F-20F26ABA553B}"/>
    <dgm:cxn modelId="{95D7C66F-08D0-42D5-995B-AE054A7DA6D4}" type="presOf" srcId="{6F488E4A-84C1-4B2C-8524-81A4B1DC2C31}" destId="{6127D83F-F9BA-4FF5-842D-2E0FA16DDEDD}" srcOrd="1" destOrd="0" presId="urn:microsoft.com/office/officeart/2005/8/layout/pyramid1"/>
    <dgm:cxn modelId="{B875887D-4E8F-4A97-AD6C-46014BEBABA4}" srcId="{07E68A04-0DD0-4B6C-B07D-0A6DFEAC44D7}" destId="{6F488E4A-84C1-4B2C-8524-81A4B1DC2C31}" srcOrd="1" destOrd="0" parTransId="{810455FF-8CD7-4D3F-8BF5-C7E0A4CA9F61}" sibTransId="{A14B2019-9F5C-45DA-A680-C8D662A1522C}"/>
    <dgm:cxn modelId="{55C7C7A9-0444-4904-A90D-5E999A7D8FB8}" type="presOf" srcId="{07E68A04-0DD0-4B6C-B07D-0A6DFEAC44D7}" destId="{C1E0928A-9337-4ED7-AFD3-6CBCE7A5D90B}" srcOrd="0" destOrd="0" presId="urn:microsoft.com/office/officeart/2005/8/layout/pyramid1"/>
    <dgm:cxn modelId="{BCC1CEAE-6434-4624-9DD9-58A37BBE4D9B}" type="presOf" srcId="{7082DC61-2A81-4C4C-B850-63E2F3279B69}" destId="{FA7E64C9-568A-4886-ADC4-620A8F694C60}" srcOrd="1" destOrd="0" presId="urn:microsoft.com/office/officeart/2005/8/layout/pyramid1"/>
    <dgm:cxn modelId="{1EE7E9BD-C90D-413E-89F1-CFB0CD6DA4D1}" srcId="{07E68A04-0DD0-4B6C-B07D-0A6DFEAC44D7}" destId="{939C4D88-17B1-4934-AC83-730F76831987}" srcOrd="3" destOrd="0" parTransId="{4DB0D4FF-7EDD-41AC-ADF5-B6249C24B62C}" sibTransId="{208BBCBE-A718-4E4A-A384-21D5FB4C776C}"/>
    <dgm:cxn modelId="{4AB7F3D2-53B9-4F3B-AFDB-B1762D0C088B}" type="presOf" srcId="{7082DC61-2A81-4C4C-B850-63E2F3279B69}" destId="{04E83E82-41D0-43A9-BF2B-45496747C606}" srcOrd="0" destOrd="0" presId="urn:microsoft.com/office/officeart/2005/8/layout/pyramid1"/>
    <dgm:cxn modelId="{9DAB9EF3-94A1-47C9-A3B0-757487EA16D7}" type="presOf" srcId="{939C4D88-17B1-4934-AC83-730F76831987}" destId="{A882012A-3E88-4057-A2DF-DD7CEB5256E2}" srcOrd="0" destOrd="0" presId="urn:microsoft.com/office/officeart/2005/8/layout/pyramid1"/>
    <dgm:cxn modelId="{E02C4BF9-7385-40F4-A2B9-35BD4F55F42F}" type="presOf" srcId="{939C4D88-17B1-4934-AC83-730F76831987}" destId="{93F73F04-4C70-42E0-8F6A-C23CD13A949C}" srcOrd="1" destOrd="0" presId="urn:microsoft.com/office/officeart/2005/8/layout/pyramid1"/>
    <dgm:cxn modelId="{45125C5C-541C-459C-BF8F-E08FD8DEA644}" type="presParOf" srcId="{C1E0928A-9337-4ED7-AFD3-6CBCE7A5D90B}" destId="{A62B4716-F955-4AAD-BF3F-50F6B53A3B99}" srcOrd="0" destOrd="0" presId="urn:microsoft.com/office/officeart/2005/8/layout/pyramid1"/>
    <dgm:cxn modelId="{D9337B8F-0EC2-4D2A-9314-16099D9712F6}" type="presParOf" srcId="{A62B4716-F955-4AAD-BF3F-50F6B53A3B99}" destId="{04E83E82-41D0-43A9-BF2B-45496747C606}" srcOrd="0" destOrd="0" presId="urn:microsoft.com/office/officeart/2005/8/layout/pyramid1"/>
    <dgm:cxn modelId="{902B8672-92F9-40FB-BA60-022E8907228B}" type="presParOf" srcId="{A62B4716-F955-4AAD-BF3F-50F6B53A3B99}" destId="{FA7E64C9-568A-4886-ADC4-620A8F694C60}" srcOrd="1" destOrd="0" presId="urn:microsoft.com/office/officeart/2005/8/layout/pyramid1"/>
    <dgm:cxn modelId="{43D0CF74-3440-4166-9489-2B70023BF95C}" type="presParOf" srcId="{C1E0928A-9337-4ED7-AFD3-6CBCE7A5D90B}" destId="{CE1BEBCF-D89F-478F-84B2-D717B25C31C5}" srcOrd="1" destOrd="0" presId="urn:microsoft.com/office/officeart/2005/8/layout/pyramid1"/>
    <dgm:cxn modelId="{3A895CD8-382C-468C-8E04-9FF44AF216E2}" type="presParOf" srcId="{CE1BEBCF-D89F-478F-84B2-D717B25C31C5}" destId="{732EEE93-F2A5-41A2-B37B-AA587FF91ED1}" srcOrd="0" destOrd="0" presId="urn:microsoft.com/office/officeart/2005/8/layout/pyramid1"/>
    <dgm:cxn modelId="{063A1C0D-0078-4AD1-BDEE-F390D074A07E}" type="presParOf" srcId="{CE1BEBCF-D89F-478F-84B2-D717B25C31C5}" destId="{6127D83F-F9BA-4FF5-842D-2E0FA16DDEDD}" srcOrd="1" destOrd="0" presId="urn:microsoft.com/office/officeart/2005/8/layout/pyramid1"/>
    <dgm:cxn modelId="{B61D5423-04E1-4958-A74D-CC3B54018545}" type="presParOf" srcId="{C1E0928A-9337-4ED7-AFD3-6CBCE7A5D90B}" destId="{03FD8228-0FF5-4CF4-9373-9C6FE2C58AF8}" srcOrd="2" destOrd="0" presId="urn:microsoft.com/office/officeart/2005/8/layout/pyramid1"/>
    <dgm:cxn modelId="{B2D5D807-8E8D-452E-8FFD-9919E5C772BB}" type="presParOf" srcId="{03FD8228-0FF5-4CF4-9373-9C6FE2C58AF8}" destId="{C3C7D27C-E27B-4F0A-B298-F773D9B46BB2}" srcOrd="0" destOrd="0" presId="urn:microsoft.com/office/officeart/2005/8/layout/pyramid1"/>
    <dgm:cxn modelId="{BE4FD414-7E77-4BB3-827A-76E61B3061C2}" type="presParOf" srcId="{03FD8228-0FF5-4CF4-9373-9C6FE2C58AF8}" destId="{5B4884F4-B43D-4EE9-B5A4-0BB75EF8D71C}" srcOrd="1" destOrd="0" presId="urn:microsoft.com/office/officeart/2005/8/layout/pyramid1"/>
    <dgm:cxn modelId="{3374CCEA-D996-405B-A651-9A7BF997A948}" type="presParOf" srcId="{C1E0928A-9337-4ED7-AFD3-6CBCE7A5D90B}" destId="{072E3B99-AE18-4B59-B475-BFE751287361}" srcOrd="3" destOrd="0" presId="urn:microsoft.com/office/officeart/2005/8/layout/pyramid1"/>
    <dgm:cxn modelId="{A5823F64-87E6-414F-B1CC-E8BE8924B268}" type="presParOf" srcId="{072E3B99-AE18-4B59-B475-BFE751287361}" destId="{A882012A-3E88-4057-A2DF-DD7CEB5256E2}" srcOrd="0" destOrd="0" presId="urn:microsoft.com/office/officeart/2005/8/layout/pyramid1"/>
    <dgm:cxn modelId="{13D56002-4AD5-473B-A0B0-CEFB587F7D95}" type="presParOf" srcId="{072E3B99-AE18-4B59-B475-BFE751287361}" destId="{93F73F04-4C70-42E0-8F6A-C23CD13A949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3C850384-09FC-4633-9CE3-D56F674B60BF}" type="doc">
      <dgm:prSet loTypeId="urn:microsoft.com/office/officeart/2005/8/layout/pyramid1" loCatId="pyramid" qsTypeId="urn:microsoft.com/office/officeart/2005/8/quickstyle/3d2" qsCatId="3D" csTypeId="urn:microsoft.com/office/officeart/2005/8/colors/accent1_2" csCatId="accent1" phldr="1"/>
      <dgm:spPr/>
    </dgm:pt>
    <dgm:pt modelId="{1A6B822C-1E9A-49D3-BB89-CACF28A32364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D203991-3303-4A52-9221-0B542ED120FC}" type="parTrans" cxnId="{3C390A7D-1670-47D2-9EE1-742A44274372}">
      <dgm:prSet/>
      <dgm:spPr/>
    </dgm:pt>
    <dgm:pt modelId="{34D2F015-9B16-43D8-9266-6659285C2A3D}" type="sibTrans" cxnId="{3C390A7D-1670-47D2-9EE1-742A44274372}">
      <dgm:prSet/>
      <dgm:spPr/>
    </dgm:pt>
    <dgm:pt modelId="{A490250B-D629-4BB7-B0FB-07F1627973B3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47D1F997-E594-4002-8E97-5F3EC1FC0952}" type="parTrans" cxnId="{E0B2C0F5-FFD3-4D13-9BDA-2D4C5AA5B3C2}">
      <dgm:prSet/>
      <dgm:spPr/>
    </dgm:pt>
    <dgm:pt modelId="{F459E10B-A3E6-4D4F-AA10-296231F0CE3C}" type="sibTrans" cxnId="{E0B2C0F5-FFD3-4D13-9BDA-2D4C5AA5B3C2}">
      <dgm:prSet/>
      <dgm:spPr/>
    </dgm:pt>
    <dgm:pt modelId="{F505032F-0CD6-4311-816C-EA3524B9AE8E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35DB6A05-80E4-4275-A93C-A9BED3BDFA30}" type="parTrans" cxnId="{79D5CC88-3951-4521-8794-9E10A88CAD03}">
      <dgm:prSet/>
      <dgm:spPr/>
    </dgm:pt>
    <dgm:pt modelId="{E441365D-A34C-4FE3-9963-0A801137B2F7}" type="sibTrans" cxnId="{79D5CC88-3951-4521-8794-9E10A88CAD03}">
      <dgm:prSet/>
      <dgm:spPr/>
    </dgm:pt>
    <dgm:pt modelId="{C6C34EA0-3429-4F31-8831-7536D367069D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CBE3EC7D-DB5E-4D48-A136-EBEBCD312398}" type="parTrans" cxnId="{000CA965-7B6A-4F15-8A97-E08068794BFE}">
      <dgm:prSet/>
      <dgm:spPr/>
    </dgm:pt>
    <dgm:pt modelId="{194A98A9-F5E2-483B-AD84-E2F6B7CF5C31}" type="sibTrans" cxnId="{000CA965-7B6A-4F15-8A97-E08068794BFE}">
      <dgm:prSet/>
      <dgm:spPr/>
    </dgm:pt>
    <dgm:pt modelId="{E19C718F-C67A-4C76-B4E7-B6BE42A7983F}" type="pres">
      <dgm:prSet presAssocID="{3C850384-09FC-4633-9CE3-D56F674B60BF}" presName="Name0" presStyleCnt="0">
        <dgm:presLayoutVars>
          <dgm:dir/>
          <dgm:animLvl val="lvl"/>
          <dgm:resizeHandles val="exact"/>
        </dgm:presLayoutVars>
      </dgm:prSet>
      <dgm:spPr/>
    </dgm:pt>
    <dgm:pt modelId="{3BA94785-690D-4406-9670-24CDD3ED912D}" type="pres">
      <dgm:prSet presAssocID="{1A6B822C-1E9A-49D3-BB89-CACF28A32364}" presName="Name8" presStyleCnt="0"/>
      <dgm:spPr/>
    </dgm:pt>
    <dgm:pt modelId="{038A5922-091B-4B96-918A-F21A958C313B}" type="pres">
      <dgm:prSet presAssocID="{1A6B822C-1E9A-49D3-BB89-CACF28A32364}" presName="level" presStyleLbl="node1" presStyleIdx="0" presStyleCnt="4">
        <dgm:presLayoutVars>
          <dgm:chMax val="1"/>
          <dgm:bulletEnabled val="1"/>
        </dgm:presLayoutVars>
      </dgm:prSet>
      <dgm:spPr/>
    </dgm:pt>
    <dgm:pt modelId="{33D78F68-F405-4B09-9B78-B238D8B28633}" type="pres">
      <dgm:prSet presAssocID="{1A6B822C-1E9A-49D3-BB89-CACF28A3236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0790CC8-E5C8-4A22-AD1F-E4DCCA2E3052}" type="pres">
      <dgm:prSet presAssocID="{A490250B-D629-4BB7-B0FB-07F1627973B3}" presName="Name8" presStyleCnt="0"/>
      <dgm:spPr/>
    </dgm:pt>
    <dgm:pt modelId="{564C9879-008A-46FA-A9A3-40E0C05906CB}" type="pres">
      <dgm:prSet presAssocID="{A490250B-D629-4BB7-B0FB-07F1627973B3}" presName="level" presStyleLbl="node1" presStyleIdx="1" presStyleCnt="4">
        <dgm:presLayoutVars>
          <dgm:chMax val="1"/>
          <dgm:bulletEnabled val="1"/>
        </dgm:presLayoutVars>
      </dgm:prSet>
      <dgm:spPr/>
    </dgm:pt>
    <dgm:pt modelId="{27280911-6930-4F4D-8399-A5BCA3B7E227}" type="pres">
      <dgm:prSet presAssocID="{A490250B-D629-4BB7-B0FB-07F1627973B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581CD56-D655-461B-83F1-6D0108C74B73}" type="pres">
      <dgm:prSet presAssocID="{F505032F-0CD6-4311-816C-EA3524B9AE8E}" presName="Name8" presStyleCnt="0"/>
      <dgm:spPr/>
    </dgm:pt>
    <dgm:pt modelId="{102F1AA7-9D5F-45A9-AECC-4C092C650EC8}" type="pres">
      <dgm:prSet presAssocID="{F505032F-0CD6-4311-816C-EA3524B9AE8E}" presName="level" presStyleLbl="node1" presStyleIdx="2" presStyleCnt="4">
        <dgm:presLayoutVars>
          <dgm:chMax val="1"/>
          <dgm:bulletEnabled val="1"/>
        </dgm:presLayoutVars>
      </dgm:prSet>
      <dgm:spPr/>
    </dgm:pt>
    <dgm:pt modelId="{CE43B430-F85B-4347-8B43-CF9CE1C0C363}" type="pres">
      <dgm:prSet presAssocID="{F505032F-0CD6-4311-816C-EA3524B9AE8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AB18787-CEF0-4BFC-BFDD-B81BA7098D1F}" type="pres">
      <dgm:prSet presAssocID="{C6C34EA0-3429-4F31-8831-7536D367069D}" presName="Name8" presStyleCnt="0"/>
      <dgm:spPr/>
    </dgm:pt>
    <dgm:pt modelId="{2E6C5B71-D80B-458E-8FEA-3ABB0A3DFD87}" type="pres">
      <dgm:prSet presAssocID="{C6C34EA0-3429-4F31-8831-7536D367069D}" presName="level" presStyleLbl="node1" presStyleIdx="3" presStyleCnt="4">
        <dgm:presLayoutVars>
          <dgm:chMax val="1"/>
          <dgm:bulletEnabled val="1"/>
        </dgm:presLayoutVars>
      </dgm:prSet>
      <dgm:spPr/>
    </dgm:pt>
    <dgm:pt modelId="{6FB3E8C8-E0A0-4F9C-BEFF-28495915D71F}" type="pres">
      <dgm:prSet presAssocID="{C6C34EA0-3429-4F31-8831-7536D367069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B041A230-2A30-47FA-AC28-30F6B4BFE265}" type="presOf" srcId="{1A6B822C-1E9A-49D3-BB89-CACF28A32364}" destId="{038A5922-091B-4B96-918A-F21A958C313B}" srcOrd="0" destOrd="0" presId="urn:microsoft.com/office/officeart/2005/8/layout/pyramid1"/>
    <dgm:cxn modelId="{CE1F9F31-316D-436D-A214-D51871C24233}" type="presOf" srcId="{C6C34EA0-3429-4F31-8831-7536D367069D}" destId="{6FB3E8C8-E0A0-4F9C-BEFF-28495915D71F}" srcOrd="1" destOrd="0" presId="urn:microsoft.com/office/officeart/2005/8/layout/pyramid1"/>
    <dgm:cxn modelId="{BA36F837-3487-45A4-A373-C5F46E730BB9}" type="presOf" srcId="{A490250B-D629-4BB7-B0FB-07F1627973B3}" destId="{27280911-6930-4F4D-8399-A5BCA3B7E227}" srcOrd="1" destOrd="0" presId="urn:microsoft.com/office/officeart/2005/8/layout/pyramid1"/>
    <dgm:cxn modelId="{EFD5B45D-7147-49A3-88BE-A7924194575C}" type="presOf" srcId="{F505032F-0CD6-4311-816C-EA3524B9AE8E}" destId="{CE43B430-F85B-4347-8B43-CF9CE1C0C363}" srcOrd="1" destOrd="0" presId="urn:microsoft.com/office/officeart/2005/8/layout/pyramid1"/>
    <dgm:cxn modelId="{000CA965-7B6A-4F15-8A97-E08068794BFE}" srcId="{3C850384-09FC-4633-9CE3-D56F674B60BF}" destId="{C6C34EA0-3429-4F31-8831-7536D367069D}" srcOrd="3" destOrd="0" parTransId="{CBE3EC7D-DB5E-4D48-A136-EBEBCD312398}" sibTransId="{194A98A9-F5E2-483B-AD84-E2F6B7CF5C31}"/>
    <dgm:cxn modelId="{F5773367-C2EC-4DE0-9F58-6C4C6CB53525}" type="presOf" srcId="{A490250B-D629-4BB7-B0FB-07F1627973B3}" destId="{564C9879-008A-46FA-A9A3-40E0C05906CB}" srcOrd="0" destOrd="0" presId="urn:microsoft.com/office/officeart/2005/8/layout/pyramid1"/>
    <dgm:cxn modelId="{3C390A7D-1670-47D2-9EE1-742A44274372}" srcId="{3C850384-09FC-4633-9CE3-D56F674B60BF}" destId="{1A6B822C-1E9A-49D3-BB89-CACF28A32364}" srcOrd="0" destOrd="0" parTransId="{4D203991-3303-4A52-9221-0B542ED120FC}" sibTransId="{34D2F015-9B16-43D8-9266-6659285C2A3D}"/>
    <dgm:cxn modelId="{8546627E-E419-4F4D-9626-22FAA33CB5D7}" type="presOf" srcId="{F505032F-0CD6-4311-816C-EA3524B9AE8E}" destId="{102F1AA7-9D5F-45A9-AECC-4C092C650EC8}" srcOrd="0" destOrd="0" presId="urn:microsoft.com/office/officeart/2005/8/layout/pyramid1"/>
    <dgm:cxn modelId="{79D5CC88-3951-4521-8794-9E10A88CAD03}" srcId="{3C850384-09FC-4633-9CE3-D56F674B60BF}" destId="{F505032F-0CD6-4311-816C-EA3524B9AE8E}" srcOrd="2" destOrd="0" parTransId="{35DB6A05-80E4-4275-A93C-A9BED3BDFA30}" sibTransId="{E441365D-A34C-4FE3-9963-0A801137B2F7}"/>
    <dgm:cxn modelId="{741CCC9F-CC2C-410D-9104-A32AE9858113}" type="presOf" srcId="{C6C34EA0-3429-4F31-8831-7536D367069D}" destId="{2E6C5B71-D80B-458E-8FEA-3ABB0A3DFD87}" srcOrd="0" destOrd="0" presId="urn:microsoft.com/office/officeart/2005/8/layout/pyramid1"/>
    <dgm:cxn modelId="{A874A6A5-9BB8-4974-B198-296995400EA0}" type="presOf" srcId="{1A6B822C-1E9A-49D3-BB89-CACF28A32364}" destId="{33D78F68-F405-4B09-9B78-B238D8B28633}" srcOrd="1" destOrd="0" presId="urn:microsoft.com/office/officeart/2005/8/layout/pyramid1"/>
    <dgm:cxn modelId="{E0B2C0F5-FFD3-4D13-9BDA-2D4C5AA5B3C2}" srcId="{3C850384-09FC-4633-9CE3-D56F674B60BF}" destId="{A490250B-D629-4BB7-B0FB-07F1627973B3}" srcOrd="1" destOrd="0" parTransId="{47D1F997-E594-4002-8E97-5F3EC1FC0952}" sibTransId="{F459E10B-A3E6-4D4F-AA10-296231F0CE3C}"/>
    <dgm:cxn modelId="{0D1306FF-D74E-4D0C-A5FA-874211FC9FB7}" type="presOf" srcId="{3C850384-09FC-4633-9CE3-D56F674B60BF}" destId="{E19C718F-C67A-4C76-B4E7-B6BE42A7983F}" srcOrd="0" destOrd="0" presId="urn:microsoft.com/office/officeart/2005/8/layout/pyramid1"/>
    <dgm:cxn modelId="{4C7AC274-0A82-455D-ABC5-2CD8459C49C2}" type="presParOf" srcId="{E19C718F-C67A-4C76-B4E7-B6BE42A7983F}" destId="{3BA94785-690D-4406-9670-24CDD3ED912D}" srcOrd="0" destOrd="0" presId="urn:microsoft.com/office/officeart/2005/8/layout/pyramid1"/>
    <dgm:cxn modelId="{8FEA52A7-E8EC-4A2A-AB91-F59BDFB003BD}" type="presParOf" srcId="{3BA94785-690D-4406-9670-24CDD3ED912D}" destId="{038A5922-091B-4B96-918A-F21A958C313B}" srcOrd="0" destOrd="0" presId="urn:microsoft.com/office/officeart/2005/8/layout/pyramid1"/>
    <dgm:cxn modelId="{790CFBDE-6A38-4991-99DF-074732554FD5}" type="presParOf" srcId="{3BA94785-690D-4406-9670-24CDD3ED912D}" destId="{33D78F68-F405-4B09-9B78-B238D8B28633}" srcOrd="1" destOrd="0" presId="urn:microsoft.com/office/officeart/2005/8/layout/pyramid1"/>
    <dgm:cxn modelId="{D89DC488-3E5B-457B-B8D8-CA4D1304C6D2}" type="presParOf" srcId="{E19C718F-C67A-4C76-B4E7-B6BE42A7983F}" destId="{D0790CC8-E5C8-4A22-AD1F-E4DCCA2E3052}" srcOrd="1" destOrd="0" presId="urn:microsoft.com/office/officeart/2005/8/layout/pyramid1"/>
    <dgm:cxn modelId="{108C46F5-841B-486C-B9EB-E383AC32C49A}" type="presParOf" srcId="{D0790CC8-E5C8-4A22-AD1F-E4DCCA2E3052}" destId="{564C9879-008A-46FA-A9A3-40E0C05906CB}" srcOrd="0" destOrd="0" presId="urn:microsoft.com/office/officeart/2005/8/layout/pyramid1"/>
    <dgm:cxn modelId="{34236564-5137-4075-B83D-9AFC5593D506}" type="presParOf" srcId="{D0790CC8-E5C8-4A22-AD1F-E4DCCA2E3052}" destId="{27280911-6930-4F4D-8399-A5BCA3B7E227}" srcOrd="1" destOrd="0" presId="urn:microsoft.com/office/officeart/2005/8/layout/pyramid1"/>
    <dgm:cxn modelId="{13E1E319-D4D9-471F-897F-995772A27238}" type="presParOf" srcId="{E19C718F-C67A-4C76-B4E7-B6BE42A7983F}" destId="{9581CD56-D655-461B-83F1-6D0108C74B73}" srcOrd="2" destOrd="0" presId="urn:microsoft.com/office/officeart/2005/8/layout/pyramid1"/>
    <dgm:cxn modelId="{10A81173-3AE6-4ECF-B1F0-112A911DFAA6}" type="presParOf" srcId="{9581CD56-D655-461B-83F1-6D0108C74B73}" destId="{102F1AA7-9D5F-45A9-AECC-4C092C650EC8}" srcOrd="0" destOrd="0" presId="urn:microsoft.com/office/officeart/2005/8/layout/pyramid1"/>
    <dgm:cxn modelId="{B6B15072-FAD9-49EF-A5B1-00DF8A377902}" type="presParOf" srcId="{9581CD56-D655-461B-83F1-6D0108C74B73}" destId="{CE43B430-F85B-4347-8B43-CF9CE1C0C363}" srcOrd="1" destOrd="0" presId="urn:microsoft.com/office/officeart/2005/8/layout/pyramid1"/>
    <dgm:cxn modelId="{DC4FD965-CA24-4CDE-B64F-52A9E06E6D68}" type="presParOf" srcId="{E19C718F-C67A-4C76-B4E7-B6BE42A7983F}" destId="{2AB18787-CEF0-4BFC-BFDD-B81BA7098D1F}" srcOrd="3" destOrd="0" presId="urn:microsoft.com/office/officeart/2005/8/layout/pyramid1"/>
    <dgm:cxn modelId="{28881D76-4E42-4409-B38A-920DD0385564}" type="presParOf" srcId="{2AB18787-CEF0-4BFC-BFDD-B81BA7098D1F}" destId="{2E6C5B71-D80B-458E-8FEA-3ABB0A3DFD87}" srcOrd="0" destOrd="0" presId="urn:microsoft.com/office/officeart/2005/8/layout/pyramid1"/>
    <dgm:cxn modelId="{73CA4BE3-9A68-4C9D-9037-15685B24FA99}" type="presParOf" srcId="{2AB18787-CEF0-4BFC-BFDD-B81BA7098D1F}" destId="{6FB3E8C8-E0A0-4F9C-BEFF-28495915D71F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692F7AAF-5950-4950-BE71-FF11D427FA48}" type="doc">
      <dgm:prSet loTypeId="urn:microsoft.com/office/officeart/2005/8/layout/pyramid1" loCatId="pyramid" qsTypeId="urn:microsoft.com/office/officeart/2005/8/quickstyle/3d3" qsCatId="3D" csTypeId="urn:microsoft.com/office/officeart/2005/8/colors/accent1_2" csCatId="accent1" phldr="1"/>
      <dgm:spPr/>
    </dgm:pt>
    <dgm:pt modelId="{D7A00A76-0B7D-4D66-8AE2-CC117A2EB4CB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06415CC-17F1-4168-A8DD-C9DEC616E87A}" type="parTrans" cxnId="{FA028AC6-E7E4-4254-A195-BE58FD164304}">
      <dgm:prSet/>
      <dgm:spPr/>
    </dgm:pt>
    <dgm:pt modelId="{560575D4-6FC7-4FFA-9327-7BBA4051902A}" type="sibTrans" cxnId="{FA028AC6-E7E4-4254-A195-BE58FD164304}">
      <dgm:prSet/>
      <dgm:spPr/>
    </dgm:pt>
    <dgm:pt modelId="{EB9FFA68-19C9-493D-BA9F-1907FA1AC8D8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9C24E0A0-0FE8-4CBA-9556-981AE140122C}" type="parTrans" cxnId="{ECADB904-A3EE-4F52-909B-5C46E7085E81}">
      <dgm:prSet/>
      <dgm:spPr/>
    </dgm:pt>
    <dgm:pt modelId="{55C293E9-CF58-44C8-B028-3F6EB8304456}" type="sibTrans" cxnId="{ECADB904-A3EE-4F52-909B-5C46E7085E81}">
      <dgm:prSet/>
      <dgm:spPr/>
    </dgm:pt>
    <dgm:pt modelId="{6F94A28F-EA04-47D5-A365-3FBA6541F111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6CC6189E-0636-4E54-849A-44A26AED7202}" type="parTrans" cxnId="{36E6AD66-8308-4CA4-A456-E95757D9555E}">
      <dgm:prSet/>
      <dgm:spPr/>
    </dgm:pt>
    <dgm:pt modelId="{C23CB052-68BE-43FE-9AC2-2B1B90ACAFCD}" type="sibTrans" cxnId="{36E6AD66-8308-4CA4-A456-E95757D9555E}">
      <dgm:prSet/>
      <dgm:spPr/>
    </dgm:pt>
    <dgm:pt modelId="{C12B32E6-E018-4545-A424-FFE3CFB96452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A7B3EE9C-3FD1-4CE2-B65B-15ADDD0DB313}" type="parTrans" cxnId="{7156495D-BEB9-4EED-88FE-B821B399FC7A}">
      <dgm:prSet/>
      <dgm:spPr/>
    </dgm:pt>
    <dgm:pt modelId="{CE1D50FE-03D8-4F6F-A030-DE69F41FBB9F}" type="sibTrans" cxnId="{7156495D-BEB9-4EED-88FE-B821B399FC7A}">
      <dgm:prSet/>
      <dgm:spPr/>
    </dgm:pt>
    <dgm:pt modelId="{5D2BF972-BD68-41EF-A39B-5AF0953D0D5A}" type="pres">
      <dgm:prSet presAssocID="{692F7AAF-5950-4950-BE71-FF11D427FA48}" presName="Name0" presStyleCnt="0">
        <dgm:presLayoutVars>
          <dgm:dir/>
          <dgm:animLvl val="lvl"/>
          <dgm:resizeHandles val="exact"/>
        </dgm:presLayoutVars>
      </dgm:prSet>
      <dgm:spPr/>
    </dgm:pt>
    <dgm:pt modelId="{651C8A41-0E7B-470C-8BDA-652BAAAF8CC3}" type="pres">
      <dgm:prSet presAssocID="{D7A00A76-0B7D-4D66-8AE2-CC117A2EB4CB}" presName="Name8" presStyleCnt="0"/>
      <dgm:spPr/>
    </dgm:pt>
    <dgm:pt modelId="{22AEE6A0-4408-470A-AFB0-42FCE298A3EB}" type="pres">
      <dgm:prSet presAssocID="{D7A00A76-0B7D-4D66-8AE2-CC117A2EB4CB}" presName="level" presStyleLbl="node1" presStyleIdx="0" presStyleCnt="4">
        <dgm:presLayoutVars>
          <dgm:chMax val="1"/>
          <dgm:bulletEnabled val="1"/>
        </dgm:presLayoutVars>
      </dgm:prSet>
      <dgm:spPr/>
    </dgm:pt>
    <dgm:pt modelId="{2657A2C4-D6DD-4DE7-85B0-030F629DE1CE}" type="pres">
      <dgm:prSet presAssocID="{D7A00A76-0B7D-4D66-8AE2-CC117A2EB4C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E40DC8A-D30A-4BA7-975D-9EEB3524F784}" type="pres">
      <dgm:prSet presAssocID="{EB9FFA68-19C9-493D-BA9F-1907FA1AC8D8}" presName="Name8" presStyleCnt="0"/>
      <dgm:spPr/>
    </dgm:pt>
    <dgm:pt modelId="{FD349757-8FD4-44EE-9134-7AF49D7CF67C}" type="pres">
      <dgm:prSet presAssocID="{EB9FFA68-19C9-493D-BA9F-1907FA1AC8D8}" presName="level" presStyleLbl="node1" presStyleIdx="1" presStyleCnt="4">
        <dgm:presLayoutVars>
          <dgm:chMax val="1"/>
          <dgm:bulletEnabled val="1"/>
        </dgm:presLayoutVars>
      </dgm:prSet>
      <dgm:spPr/>
    </dgm:pt>
    <dgm:pt modelId="{0C862914-2265-41A2-B5B7-A9C82D986752}" type="pres">
      <dgm:prSet presAssocID="{EB9FFA68-19C9-493D-BA9F-1907FA1AC8D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A1D59AB-5A49-4405-9B87-467B38DA0C6D}" type="pres">
      <dgm:prSet presAssocID="{6F94A28F-EA04-47D5-A365-3FBA6541F111}" presName="Name8" presStyleCnt="0"/>
      <dgm:spPr/>
    </dgm:pt>
    <dgm:pt modelId="{B6160837-78DC-4D87-8EA5-3F0C3535500C}" type="pres">
      <dgm:prSet presAssocID="{6F94A28F-EA04-47D5-A365-3FBA6541F111}" presName="level" presStyleLbl="node1" presStyleIdx="2" presStyleCnt="4">
        <dgm:presLayoutVars>
          <dgm:chMax val="1"/>
          <dgm:bulletEnabled val="1"/>
        </dgm:presLayoutVars>
      </dgm:prSet>
      <dgm:spPr/>
    </dgm:pt>
    <dgm:pt modelId="{EF4B769C-8AAC-480C-A28B-7D66144971E7}" type="pres">
      <dgm:prSet presAssocID="{6F94A28F-EA04-47D5-A365-3FBA6541F11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7F4FDEB-7580-45F3-9B67-6E78C305357D}" type="pres">
      <dgm:prSet presAssocID="{C12B32E6-E018-4545-A424-FFE3CFB96452}" presName="Name8" presStyleCnt="0"/>
      <dgm:spPr/>
    </dgm:pt>
    <dgm:pt modelId="{6A04D65A-028D-4FAB-8E64-83136EF8F372}" type="pres">
      <dgm:prSet presAssocID="{C12B32E6-E018-4545-A424-FFE3CFB96452}" presName="level" presStyleLbl="node1" presStyleIdx="3" presStyleCnt="4">
        <dgm:presLayoutVars>
          <dgm:chMax val="1"/>
          <dgm:bulletEnabled val="1"/>
        </dgm:presLayoutVars>
      </dgm:prSet>
      <dgm:spPr/>
    </dgm:pt>
    <dgm:pt modelId="{14976E53-D410-4525-AE23-956DA6E7C55C}" type="pres">
      <dgm:prSet presAssocID="{C12B32E6-E018-4545-A424-FFE3CFB96452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790AA401-D0A7-449B-876A-FDD54E6D4E1D}" type="presOf" srcId="{D7A00A76-0B7D-4D66-8AE2-CC117A2EB4CB}" destId="{2657A2C4-D6DD-4DE7-85B0-030F629DE1CE}" srcOrd="1" destOrd="0" presId="urn:microsoft.com/office/officeart/2005/8/layout/pyramid1"/>
    <dgm:cxn modelId="{ECADB904-A3EE-4F52-909B-5C46E7085E81}" srcId="{692F7AAF-5950-4950-BE71-FF11D427FA48}" destId="{EB9FFA68-19C9-493D-BA9F-1907FA1AC8D8}" srcOrd="1" destOrd="0" parTransId="{9C24E0A0-0FE8-4CBA-9556-981AE140122C}" sibTransId="{55C293E9-CF58-44C8-B028-3F6EB8304456}"/>
    <dgm:cxn modelId="{6F707A26-B4C1-4A86-A550-6F1507276A4A}" type="presOf" srcId="{6F94A28F-EA04-47D5-A365-3FBA6541F111}" destId="{EF4B769C-8AAC-480C-A28B-7D66144971E7}" srcOrd="1" destOrd="0" presId="urn:microsoft.com/office/officeart/2005/8/layout/pyramid1"/>
    <dgm:cxn modelId="{2FF5E52E-76B7-4DAB-A2F2-34AE0906430A}" type="presOf" srcId="{D7A00A76-0B7D-4D66-8AE2-CC117A2EB4CB}" destId="{22AEE6A0-4408-470A-AFB0-42FCE298A3EB}" srcOrd="0" destOrd="0" presId="urn:microsoft.com/office/officeart/2005/8/layout/pyramid1"/>
    <dgm:cxn modelId="{5F660B3A-FD9A-4018-97F3-68376699C41E}" type="presOf" srcId="{C12B32E6-E018-4545-A424-FFE3CFB96452}" destId="{14976E53-D410-4525-AE23-956DA6E7C55C}" srcOrd="1" destOrd="0" presId="urn:microsoft.com/office/officeart/2005/8/layout/pyramid1"/>
    <dgm:cxn modelId="{7156495D-BEB9-4EED-88FE-B821B399FC7A}" srcId="{692F7AAF-5950-4950-BE71-FF11D427FA48}" destId="{C12B32E6-E018-4545-A424-FFE3CFB96452}" srcOrd="3" destOrd="0" parTransId="{A7B3EE9C-3FD1-4CE2-B65B-15ADDD0DB313}" sibTransId="{CE1D50FE-03D8-4F6F-A030-DE69F41FBB9F}"/>
    <dgm:cxn modelId="{36E6AD66-8308-4CA4-A456-E95757D9555E}" srcId="{692F7AAF-5950-4950-BE71-FF11D427FA48}" destId="{6F94A28F-EA04-47D5-A365-3FBA6541F111}" srcOrd="2" destOrd="0" parTransId="{6CC6189E-0636-4E54-849A-44A26AED7202}" sibTransId="{C23CB052-68BE-43FE-9AC2-2B1B90ACAFCD}"/>
    <dgm:cxn modelId="{82BB526E-8A4E-43E8-8DD2-E3EA3B44633A}" type="presOf" srcId="{C12B32E6-E018-4545-A424-FFE3CFB96452}" destId="{6A04D65A-028D-4FAB-8E64-83136EF8F372}" srcOrd="0" destOrd="0" presId="urn:microsoft.com/office/officeart/2005/8/layout/pyramid1"/>
    <dgm:cxn modelId="{1B309DAD-E43F-4F55-A820-F2ACD03E21F7}" type="presOf" srcId="{EB9FFA68-19C9-493D-BA9F-1907FA1AC8D8}" destId="{FD349757-8FD4-44EE-9134-7AF49D7CF67C}" srcOrd="0" destOrd="0" presId="urn:microsoft.com/office/officeart/2005/8/layout/pyramid1"/>
    <dgm:cxn modelId="{FA028AC6-E7E4-4254-A195-BE58FD164304}" srcId="{692F7AAF-5950-4950-BE71-FF11D427FA48}" destId="{D7A00A76-0B7D-4D66-8AE2-CC117A2EB4CB}" srcOrd="0" destOrd="0" parTransId="{306415CC-17F1-4168-A8DD-C9DEC616E87A}" sibTransId="{560575D4-6FC7-4FFA-9327-7BBA4051902A}"/>
    <dgm:cxn modelId="{49ED64C8-ABBE-4515-A560-96B8069394E5}" type="presOf" srcId="{EB9FFA68-19C9-493D-BA9F-1907FA1AC8D8}" destId="{0C862914-2265-41A2-B5B7-A9C82D986752}" srcOrd="1" destOrd="0" presId="urn:microsoft.com/office/officeart/2005/8/layout/pyramid1"/>
    <dgm:cxn modelId="{A88633D3-3270-4827-B1A2-07114B49F1F1}" type="presOf" srcId="{6F94A28F-EA04-47D5-A365-3FBA6541F111}" destId="{B6160837-78DC-4D87-8EA5-3F0C3535500C}" srcOrd="0" destOrd="0" presId="urn:microsoft.com/office/officeart/2005/8/layout/pyramid1"/>
    <dgm:cxn modelId="{C3FF04F7-3AB5-4075-9589-C1A129E93405}" type="presOf" srcId="{692F7AAF-5950-4950-BE71-FF11D427FA48}" destId="{5D2BF972-BD68-41EF-A39B-5AF0953D0D5A}" srcOrd="0" destOrd="0" presId="urn:microsoft.com/office/officeart/2005/8/layout/pyramid1"/>
    <dgm:cxn modelId="{D9EB592A-89D8-4266-B86A-D7CE19C0DBB4}" type="presParOf" srcId="{5D2BF972-BD68-41EF-A39B-5AF0953D0D5A}" destId="{651C8A41-0E7B-470C-8BDA-652BAAAF8CC3}" srcOrd="0" destOrd="0" presId="urn:microsoft.com/office/officeart/2005/8/layout/pyramid1"/>
    <dgm:cxn modelId="{353ADD6C-A20A-439E-A669-E62EA7D8A453}" type="presParOf" srcId="{651C8A41-0E7B-470C-8BDA-652BAAAF8CC3}" destId="{22AEE6A0-4408-470A-AFB0-42FCE298A3EB}" srcOrd="0" destOrd="0" presId="urn:microsoft.com/office/officeart/2005/8/layout/pyramid1"/>
    <dgm:cxn modelId="{58850E05-BE47-4DC6-8922-D77122D13737}" type="presParOf" srcId="{651C8A41-0E7B-470C-8BDA-652BAAAF8CC3}" destId="{2657A2C4-D6DD-4DE7-85B0-030F629DE1CE}" srcOrd="1" destOrd="0" presId="urn:microsoft.com/office/officeart/2005/8/layout/pyramid1"/>
    <dgm:cxn modelId="{C4EEDE39-133C-40C5-B13C-24A658391C91}" type="presParOf" srcId="{5D2BF972-BD68-41EF-A39B-5AF0953D0D5A}" destId="{6E40DC8A-D30A-4BA7-975D-9EEB3524F784}" srcOrd="1" destOrd="0" presId="urn:microsoft.com/office/officeart/2005/8/layout/pyramid1"/>
    <dgm:cxn modelId="{F649D177-5F4C-4007-B5A1-FE8A193CDDD2}" type="presParOf" srcId="{6E40DC8A-D30A-4BA7-975D-9EEB3524F784}" destId="{FD349757-8FD4-44EE-9134-7AF49D7CF67C}" srcOrd="0" destOrd="0" presId="urn:microsoft.com/office/officeart/2005/8/layout/pyramid1"/>
    <dgm:cxn modelId="{576709B4-A1C2-4F8F-AB1D-C9C4B90F2B29}" type="presParOf" srcId="{6E40DC8A-D30A-4BA7-975D-9EEB3524F784}" destId="{0C862914-2265-41A2-B5B7-A9C82D986752}" srcOrd="1" destOrd="0" presId="urn:microsoft.com/office/officeart/2005/8/layout/pyramid1"/>
    <dgm:cxn modelId="{161359F2-14FF-4C44-AA37-D910C794D87C}" type="presParOf" srcId="{5D2BF972-BD68-41EF-A39B-5AF0953D0D5A}" destId="{8A1D59AB-5A49-4405-9B87-467B38DA0C6D}" srcOrd="2" destOrd="0" presId="urn:microsoft.com/office/officeart/2005/8/layout/pyramid1"/>
    <dgm:cxn modelId="{5F9B9E9E-B867-4416-AB4B-8B0A189D7C37}" type="presParOf" srcId="{8A1D59AB-5A49-4405-9B87-467B38DA0C6D}" destId="{B6160837-78DC-4D87-8EA5-3F0C3535500C}" srcOrd="0" destOrd="0" presId="urn:microsoft.com/office/officeart/2005/8/layout/pyramid1"/>
    <dgm:cxn modelId="{DA448824-E9F0-4D68-840A-D62A872737A5}" type="presParOf" srcId="{8A1D59AB-5A49-4405-9B87-467B38DA0C6D}" destId="{EF4B769C-8AAC-480C-A28B-7D66144971E7}" srcOrd="1" destOrd="0" presId="urn:microsoft.com/office/officeart/2005/8/layout/pyramid1"/>
    <dgm:cxn modelId="{F8774085-2825-4EDF-AF0F-4B5C6E577EDA}" type="presParOf" srcId="{5D2BF972-BD68-41EF-A39B-5AF0953D0D5A}" destId="{97F4FDEB-7580-45F3-9B67-6E78C305357D}" srcOrd="3" destOrd="0" presId="urn:microsoft.com/office/officeart/2005/8/layout/pyramid1"/>
    <dgm:cxn modelId="{340D0391-3A47-41E4-B575-AF8D95684F6C}" type="presParOf" srcId="{97F4FDEB-7580-45F3-9B67-6E78C305357D}" destId="{6A04D65A-028D-4FAB-8E64-83136EF8F372}" srcOrd="0" destOrd="0" presId="urn:microsoft.com/office/officeart/2005/8/layout/pyramid1"/>
    <dgm:cxn modelId="{FD9553F8-DA8F-49CE-ACFC-7AFC1F06E36B}" type="presParOf" srcId="{97F4FDEB-7580-45F3-9B67-6E78C305357D}" destId="{14976E53-D410-4525-AE23-956DA6E7C55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EEFCB371-2C08-4A52-98C4-737B3EE8AE46}" type="doc">
      <dgm:prSet loTypeId="urn:microsoft.com/office/officeart/2005/8/layout/pyramid1" loCatId="pyramid" qsTypeId="urn:microsoft.com/office/officeart/2005/8/quickstyle/3d4" qsCatId="3D" csTypeId="urn:microsoft.com/office/officeart/2005/8/colors/accent1_2" csCatId="accent1" phldr="1"/>
      <dgm:spPr/>
    </dgm:pt>
    <dgm:pt modelId="{BB3E3D21-2461-4745-9D86-493494B72FA4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B3E1B438-B3B9-4411-B6F8-985A8AF26DF6}" type="parTrans" cxnId="{4FF64E2D-731F-489F-B07E-2CE6CFECBF26}">
      <dgm:prSet/>
      <dgm:spPr/>
    </dgm:pt>
    <dgm:pt modelId="{81440081-14F7-44F8-A6CC-F403472F5DAB}" type="sibTrans" cxnId="{4FF64E2D-731F-489F-B07E-2CE6CFECBF26}">
      <dgm:prSet/>
      <dgm:spPr/>
    </dgm:pt>
    <dgm:pt modelId="{C58F3BCE-CC75-4B1C-9197-FF1F15526357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41BFA53-12BA-4DC3-A520-49CC4ACE1D92}" type="parTrans" cxnId="{C22D842C-75A6-4651-935D-9BB76F039F00}">
      <dgm:prSet/>
      <dgm:spPr/>
    </dgm:pt>
    <dgm:pt modelId="{BADC5061-6781-41E6-BE0C-4B294C598761}" type="sibTrans" cxnId="{C22D842C-75A6-4651-935D-9BB76F039F00}">
      <dgm:prSet/>
      <dgm:spPr/>
    </dgm:pt>
    <dgm:pt modelId="{89B1F878-595B-475B-8264-AEB2AFD87C9E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F8E69CA-F429-4569-A959-142C7304EDDC}" type="parTrans" cxnId="{6E71EED3-89F1-406A-A81B-BAFAB0582804}">
      <dgm:prSet/>
      <dgm:spPr/>
    </dgm:pt>
    <dgm:pt modelId="{6CBF79B5-6395-4218-BFE2-EA8FFE0F2E93}" type="sibTrans" cxnId="{6E71EED3-89F1-406A-A81B-BAFAB0582804}">
      <dgm:prSet/>
      <dgm:spPr/>
    </dgm:pt>
    <dgm:pt modelId="{10A10B8B-C4B9-4A42-BF12-EFF1011974A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4BA945B-A7F4-40C7-8B5C-DDFEA6E199C6}" type="parTrans" cxnId="{1415BC59-0A75-4400-AC6D-201513FA26BD}">
      <dgm:prSet/>
      <dgm:spPr/>
    </dgm:pt>
    <dgm:pt modelId="{C6777B6B-3CA2-414A-9822-88808C733306}" type="sibTrans" cxnId="{1415BC59-0A75-4400-AC6D-201513FA26BD}">
      <dgm:prSet/>
      <dgm:spPr/>
    </dgm:pt>
    <dgm:pt modelId="{A881037A-A735-4081-9543-A405E55B8BC8}" type="pres">
      <dgm:prSet presAssocID="{EEFCB371-2C08-4A52-98C4-737B3EE8AE46}" presName="Name0" presStyleCnt="0">
        <dgm:presLayoutVars>
          <dgm:dir/>
          <dgm:animLvl val="lvl"/>
          <dgm:resizeHandles val="exact"/>
        </dgm:presLayoutVars>
      </dgm:prSet>
      <dgm:spPr/>
    </dgm:pt>
    <dgm:pt modelId="{93CDBF91-C56A-4317-B192-0003E864E16D}" type="pres">
      <dgm:prSet presAssocID="{BB3E3D21-2461-4745-9D86-493494B72FA4}" presName="Name8" presStyleCnt="0"/>
      <dgm:spPr/>
    </dgm:pt>
    <dgm:pt modelId="{B507481D-8473-44F0-98F0-9970983EDEF2}" type="pres">
      <dgm:prSet presAssocID="{BB3E3D21-2461-4745-9D86-493494B72FA4}" presName="level" presStyleLbl="node1" presStyleIdx="0" presStyleCnt="4">
        <dgm:presLayoutVars>
          <dgm:chMax val="1"/>
          <dgm:bulletEnabled val="1"/>
        </dgm:presLayoutVars>
      </dgm:prSet>
      <dgm:spPr/>
    </dgm:pt>
    <dgm:pt modelId="{128A826A-C5C9-43B3-AF24-0088CB5B776D}" type="pres">
      <dgm:prSet presAssocID="{BB3E3D21-2461-4745-9D86-493494B72FA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BC22A8A-F52A-4A4E-A2A7-4D54122CB804}" type="pres">
      <dgm:prSet presAssocID="{C58F3BCE-CC75-4B1C-9197-FF1F15526357}" presName="Name8" presStyleCnt="0"/>
      <dgm:spPr/>
    </dgm:pt>
    <dgm:pt modelId="{EB5A37B0-3C14-4C36-AF67-CC10DF8186A0}" type="pres">
      <dgm:prSet presAssocID="{C58F3BCE-CC75-4B1C-9197-FF1F15526357}" presName="level" presStyleLbl="node1" presStyleIdx="1" presStyleCnt="4">
        <dgm:presLayoutVars>
          <dgm:chMax val="1"/>
          <dgm:bulletEnabled val="1"/>
        </dgm:presLayoutVars>
      </dgm:prSet>
      <dgm:spPr/>
    </dgm:pt>
    <dgm:pt modelId="{3B43469E-147B-4C38-8757-FAA34BFC57BF}" type="pres">
      <dgm:prSet presAssocID="{C58F3BCE-CC75-4B1C-9197-FF1F1552635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9250DA5-2A05-4BD2-9009-8958DC8A4746}" type="pres">
      <dgm:prSet presAssocID="{89B1F878-595B-475B-8264-AEB2AFD87C9E}" presName="Name8" presStyleCnt="0"/>
      <dgm:spPr/>
    </dgm:pt>
    <dgm:pt modelId="{11B3E491-5218-4CD2-BDC5-94BE4A099ED3}" type="pres">
      <dgm:prSet presAssocID="{89B1F878-595B-475B-8264-AEB2AFD87C9E}" presName="level" presStyleLbl="node1" presStyleIdx="2" presStyleCnt="4">
        <dgm:presLayoutVars>
          <dgm:chMax val="1"/>
          <dgm:bulletEnabled val="1"/>
        </dgm:presLayoutVars>
      </dgm:prSet>
      <dgm:spPr/>
    </dgm:pt>
    <dgm:pt modelId="{16396B0C-2DFC-44A3-8366-36B4389D9AFE}" type="pres">
      <dgm:prSet presAssocID="{89B1F878-595B-475B-8264-AEB2AFD87C9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1086ABC-7823-4CB8-B07F-81CC1488DC32}" type="pres">
      <dgm:prSet presAssocID="{10A10B8B-C4B9-4A42-BF12-EFF1011974A7}" presName="Name8" presStyleCnt="0"/>
      <dgm:spPr/>
    </dgm:pt>
    <dgm:pt modelId="{0C2B30D5-8231-4FCA-B29F-866710D0E7AC}" type="pres">
      <dgm:prSet presAssocID="{10A10B8B-C4B9-4A42-BF12-EFF1011974A7}" presName="level" presStyleLbl="node1" presStyleIdx="3" presStyleCnt="4">
        <dgm:presLayoutVars>
          <dgm:chMax val="1"/>
          <dgm:bulletEnabled val="1"/>
        </dgm:presLayoutVars>
      </dgm:prSet>
      <dgm:spPr/>
    </dgm:pt>
    <dgm:pt modelId="{52F4305B-7195-45B5-96EA-3FB6F8D4A8D3}" type="pres">
      <dgm:prSet presAssocID="{10A10B8B-C4B9-4A42-BF12-EFF1011974A7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22D842C-75A6-4651-935D-9BB76F039F00}" srcId="{EEFCB371-2C08-4A52-98C4-737B3EE8AE46}" destId="{C58F3BCE-CC75-4B1C-9197-FF1F15526357}" srcOrd="1" destOrd="0" parTransId="{C41BFA53-12BA-4DC3-A520-49CC4ACE1D92}" sibTransId="{BADC5061-6781-41E6-BE0C-4B294C598761}"/>
    <dgm:cxn modelId="{4FF64E2D-731F-489F-B07E-2CE6CFECBF26}" srcId="{EEFCB371-2C08-4A52-98C4-737B3EE8AE46}" destId="{BB3E3D21-2461-4745-9D86-493494B72FA4}" srcOrd="0" destOrd="0" parTransId="{B3E1B438-B3B9-4411-B6F8-985A8AF26DF6}" sibTransId="{81440081-14F7-44F8-A6CC-F403472F5DAB}"/>
    <dgm:cxn modelId="{B23C0149-E084-44A4-93AF-4AA1F9B40EEF}" type="presOf" srcId="{C58F3BCE-CC75-4B1C-9197-FF1F15526357}" destId="{EB5A37B0-3C14-4C36-AF67-CC10DF8186A0}" srcOrd="0" destOrd="0" presId="urn:microsoft.com/office/officeart/2005/8/layout/pyramid1"/>
    <dgm:cxn modelId="{1415BC59-0A75-4400-AC6D-201513FA26BD}" srcId="{EEFCB371-2C08-4A52-98C4-737B3EE8AE46}" destId="{10A10B8B-C4B9-4A42-BF12-EFF1011974A7}" srcOrd="3" destOrd="0" parTransId="{44BA945B-A7F4-40C7-8B5C-DDFEA6E199C6}" sibTransId="{C6777B6B-3CA2-414A-9822-88808C733306}"/>
    <dgm:cxn modelId="{E7C3A97A-6095-4629-8D00-D9F3A35768B5}" type="presOf" srcId="{89B1F878-595B-475B-8264-AEB2AFD87C9E}" destId="{11B3E491-5218-4CD2-BDC5-94BE4A099ED3}" srcOrd="0" destOrd="0" presId="urn:microsoft.com/office/officeart/2005/8/layout/pyramid1"/>
    <dgm:cxn modelId="{B568F05A-FBAE-4894-857A-6B408DAC6CC7}" type="presOf" srcId="{EEFCB371-2C08-4A52-98C4-737B3EE8AE46}" destId="{A881037A-A735-4081-9543-A405E55B8BC8}" srcOrd="0" destOrd="0" presId="urn:microsoft.com/office/officeart/2005/8/layout/pyramid1"/>
    <dgm:cxn modelId="{B096F0A8-D6AC-4AE5-99B1-CDDAE03FF616}" type="presOf" srcId="{C58F3BCE-CC75-4B1C-9197-FF1F15526357}" destId="{3B43469E-147B-4C38-8757-FAA34BFC57BF}" srcOrd="1" destOrd="0" presId="urn:microsoft.com/office/officeart/2005/8/layout/pyramid1"/>
    <dgm:cxn modelId="{AF95C2C3-A86C-4F11-B746-5459326F4309}" type="presOf" srcId="{BB3E3D21-2461-4745-9D86-493494B72FA4}" destId="{B507481D-8473-44F0-98F0-9970983EDEF2}" srcOrd="0" destOrd="0" presId="urn:microsoft.com/office/officeart/2005/8/layout/pyramid1"/>
    <dgm:cxn modelId="{6E71EED3-89F1-406A-A81B-BAFAB0582804}" srcId="{EEFCB371-2C08-4A52-98C4-737B3EE8AE46}" destId="{89B1F878-595B-475B-8264-AEB2AFD87C9E}" srcOrd="2" destOrd="0" parTransId="{FF8E69CA-F429-4569-A959-142C7304EDDC}" sibTransId="{6CBF79B5-6395-4218-BFE2-EA8FFE0F2E93}"/>
    <dgm:cxn modelId="{229A2BE0-C793-4FB0-B49D-C93A6550F5B7}" type="presOf" srcId="{10A10B8B-C4B9-4A42-BF12-EFF1011974A7}" destId="{0C2B30D5-8231-4FCA-B29F-866710D0E7AC}" srcOrd="0" destOrd="0" presId="urn:microsoft.com/office/officeart/2005/8/layout/pyramid1"/>
    <dgm:cxn modelId="{421C6DE8-5A1E-4728-A20F-F1CF11D1829F}" type="presOf" srcId="{BB3E3D21-2461-4745-9D86-493494B72FA4}" destId="{128A826A-C5C9-43B3-AF24-0088CB5B776D}" srcOrd="1" destOrd="0" presId="urn:microsoft.com/office/officeart/2005/8/layout/pyramid1"/>
    <dgm:cxn modelId="{D3AFFFE8-B2E5-47E3-A0CA-37243898F48B}" type="presOf" srcId="{10A10B8B-C4B9-4A42-BF12-EFF1011974A7}" destId="{52F4305B-7195-45B5-96EA-3FB6F8D4A8D3}" srcOrd="1" destOrd="0" presId="urn:microsoft.com/office/officeart/2005/8/layout/pyramid1"/>
    <dgm:cxn modelId="{BBD07CE9-9BA0-479C-9E1A-31F974E03BE0}" type="presOf" srcId="{89B1F878-595B-475B-8264-AEB2AFD87C9E}" destId="{16396B0C-2DFC-44A3-8366-36B4389D9AFE}" srcOrd="1" destOrd="0" presId="urn:microsoft.com/office/officeart/2005/8/layout/pyramid1"/>
    <dgm:cxn modelId="{8A34830F-0DCC-4F4E-B67D-2B715A07507B}" type="presParOf" srcId="{A881037A-A735-4081-9543-A405E55B8BC8}" destId="{93CDBF91-C56A-4317-B192-0003E864E16D}" srcOrd="0" destOrd="0" presId="urn:microsoft.com/office/officeart/2005/8/layout/pyramid1"/>
    <dgm:cxn modelId="{EA5D6105-B86F-4D11-8FE2-74EB5F40CEC7}" type="presParOf" srcId="{93CDBF91-C56A-4317-B192-0003E864E16D}" destId="{B507481D-8473-44F0-98F0-9970983EDEF2}" srcOrd="0" destOrd="0" presId="urn:microsoft.com/office/officeart/2005/8/layout/pyramid1"/>
    <dgm:cxn modelId="{45B59600-9988-4D81-8C6F-C45CED445711}" type="presParOf" srcId="{93CDBF91-C56A-4317-B192-0003E864E16D}" destId="{128A826A-C5C9-43B3-AF24-0088CB5B776D}" srcOrd="1" destOrd="0" presId="urn:microsoft.com/office/officeart/2005/8/layout/pyramid1"/>
    <dgm:cxn modelId="{3A801ECF-ED0A-4E75-A904-C0E5884155B1}" type="presParOf" srcId="{A881037A-A735-4081-9543-A405E55B8BC8}" destId="{4BC22A8A-F52A-4A4E-A2A7-4D54122CB804}" srcOrd="1" destOrd="0" presId="urn:microsoft.com/office/officeart/2005/8/layout/pyramid1"/>
    <dgm:cxn modelId="{BF59486B-3412-4856-8A49-F97B8CF98C26}" type="presParOf" srcId="{4BC22A8A-F52A-4A4E-A2A7-4D54122CB804}" destId="{EB5A37B0-3C14-4C36-AF67-CC10DF8186A0}" srcOrd="0" destOrd="0" presId="urn:microsoft.com/office/officeart/2005/8/layout/pyramid1"/>
    <dgm:cxn modelId="{32EE95A6-9C84-4900-99CC-A41C86F3AFD2}" type="presParOf" srcId="{4BC22A8A-F52A-4A4E-A2A7-4D54122CB804}" destId="{3B43469E-147B-4C38-8757-FAA34BFC57BF}" srcOrd="1" destOrd="0" presId="urn:microsoft.com/office/officeart/2005/8/layout/pyramid1"/>
    <dgm:cxn modelId="{31E06BD5-FC5E-4B97-9E23-33002F36D1E9}" type="presParOf" srcId="{A881037A-A735-4081-9543-A405E55B8BC8}" destId="{49250DA5-2A05-4BD2-9009-8958DC8A4746}" srcOrd="2" destOrd="0" presId="urn:microsoft.com/office/officeart/2005/8/layout/pyramid1"/>
    <dgm:cxn modelId="{9A698737-E4D9-4C96-9B70-ED8E46EF14AE}" type="presParOf" srcId="{49250DA5-2A05-4BD2-9009-8958DC8A4746}" destId="{11B3E491-5218-4CD2-BDC5-94BE4A099ED3}" srcOrd="0" destOrd="0" presId="urn:microsoft.com/office/officeart/2005/8/layout/pyramid1"/>
    <dgm:cxn modelId="{A8246A0B-DFBE-4B06-ADB0-3156863A3B8C}" type="presParOf" srcId="{49250DA5-2A05-4BD2-9009-8958DC8A4746}" destId="{16396B0C-2DFC-44A3-8366-36B4389D9AFE}" srcOrd="1" destOrd="0" presId="urn:microsoft.com/office/officeart/2005/8/layout/pyramid1"/>
    <dgm:cxn modelId="{DEFD5C17-4044-4587-9F22-5B6BE3938703}" type="presParOf" srcId="{A881037A-A735-4081-9543-A405E55B8BC8}" destId="{D1086ABC-7823-4CB8-B07F-81CC1488DC32}" srcOrd="3" destOrd="0" presId="urn:microsoft.com/office/officeart/2005/8/layout/pyramid1"/>
    <dgm:cxn modelId="{914ADEFF-C06E-49B9-B4EC-03F3C313F09D}" type="presParOf" srcId="{D1086ABC-7823-4CB8-B07F-81CC1488DC32}" destId="{0C2B30D5-8231-4FCA-B29F-866710D0E7AC}" srcOrd="0" destOrd="0" presId="urn:microsoft.com/office/officeart/2005/8/layout/pyramid1"/>
    <dgm:cxn modelId="{C83AB9CE-493B-4BC9-916C-9BF58F7E031F}" type="presParOf" srcId="{D1086ABC-7823-4CB8-B07F-81CC1488DC32}" destId="{52F4305B-7195-45B5-96EA-3FB6F8D4A8D3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A587B8CE-F3D1-4202-9CB3-858C033CCECF}" type="doc">
      <dgm:prSet loTypeId="urn:microsoft.com/office/officeart/2005/8/layout/pyramid1" loCatId="pyramid" qsTypeId="urn:microsoft.com/office/officeart/2005/8/quickstyle/3d5" qsCatId="3D" csTypeId="urn:microsoft.com/office/officeart/2005/8/colors/accent1_2" csCatId="accent1" phldr="1"/>
      <dgm:spPr/>
    </dgm:pt>
    <dgm:pt modelId="{549BB04E-ED50-40DA-BFF5-064E60D8641A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D2C4030-EF4F-4D30-9D2E-333A71797460}" type="parTrans" cxnId="{661922F2-C303-4BBD-838F-D4136A30CAA1}">
      <dgm:prSet/>
      <dgm:spPr/>
    </dgm:pt>
    <dgm:pt modelId="{7804945D-B5EC-41BB-9794-DE465F8B1906}" type="sibTrans" cxnId="{661922F2-C303-4BBD-838F-D4136A30CAA1}">
      <dgm:prSet/>
      <dgm:spPr/>
    </dgm:pt>
    <dgm:pt modelId="{7F0AEEBE-6B2F-4EEE-A981-6592EB396155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E0500699-3EBE-48CA-806A-712ADFF9B1EF}" type="parTrans" cxnId="{BBFE1FDB-0684-4CD7-98D6-1055DF6E453B}">
      <dgm:prSet/>
      <dgm:spPr/>
    </dgm:pt>
    <dgm:pt modelId="{5933BA29-BD3A-4B68-8563-68C93829DA33}" type="sibTrans" cxnId="{BBFE1FDB-0684-4CD7-98D6-1055DF6E453B}">
      <dgm:prSet/>
      <dgm:spPr/>
    </dgm:pt>
    <dgm:pt modelId="{1A26B42F-8998-46A8-8AB1-0E2E243A772E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8077BE17-A4C2-4E5C-9CB7-FB05311CA174}" type="parTrans" cxnId="{27752D71-533A-4834-A4D7-0AA70877B3C7}">
      <dgm:prSet/>
      <dgm:spPr/>
    </dgm:pt>
    <dgm:pt modelId="{F6F13F71-2CB9-4510-B0D5-8C349B9ADAE7}" type="sibTrans" cxnId="{27752D71-533A-4834-A4D7-0AA70877B3C7}">
      <dgm:prSet/>
      <dgm:spPr/>
    </dgm:pt>
    <dgm:pt modelId="{9853A01D-D166-48DA-8C2A-3924190097D0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DFCAC45-5BB9-4D9F-B331-0F974D00B593}" type="parTrans" cxnId="{ECDC6A70-0D2A-46C8-A9C0-5DFCCB07BC87}">
      <dgm:prSet/>
      <dgm:spPr/>
    </dgm:pt>
    <dgm:pt modelId="{8160F7A8-8191-4990-975E-E59789DCB28A}" type="sibTrans" cxnId="{ECDC6A70-0D2A-46C8-A9C0-5DFCCB07BC87}">
      <dgm:prSet/>
      <dgm:spPr/>
    </dgm:pt>
    <dgm:pt modelId="{3E0147F4-D283-4076-BB88-AE86DB501A49}" type="pres">
      <dgm:prSet presAssocID="{A587B8CE-F3D1-4202-9CB3-858C033CCECF}" presName="Name0" presStyleCnt="0">
        <dgm:presLayoutVars>
          <dgm:dir/>
          <dgm:animLvl val="lvl"/>
          <dgm:resizeHandles val="exact"/>
        </dgm:presLayoutVars>
      </dgm:prSet>
      <dgm:spPr/>
    </dgm:pt>
    <dgm:pt modelId="{49C4D999-B687-4FCF-A4B1-94D786941990}" type="pres">
      <dgm:prSet presAssocID="{549BB04E-ED50-40DA-BFF5-064E60D8641A}" presName="Name8" presStyleCnt="0"/>
      <dgm:spPr/>
    </dgm:pt>
    <dgm:pt modelId="{404BA869-DE70-4EA2-86F4-6CCF2373E65D}" type="pres">
      <dgm:prSet presAssocID="{549BB04E-ED50-40DA-BFF5-064E60D8641A}" presName="level" presStyleLbl="node1" presStyleIdx="0" presStyleCnt="4">
        <dgm:presLayoutVars>
          <dgm:chMax val="1"/>
          <dgm:bulletEnabled val="1"/>
        </dgm:presLayoutVars>
      </dgm:prSet>
      <dgm:spPr/>
    </dgm:pt>
    <dgm:pt modelId="{6854CF2D-7176-43B5-B46A-0B84AAFB6915}" type="pres">
      <dgm:prSet presAssocID="{549BB04E-ED50-40DA-BFF5-064E60D8641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1169CFC-CC3D-42CE-9B79-0621F3BF08F2}" type="pres">
      <dgm:prSet presAssocID="{7F0AEEBE-6B2F-4EEE-A981-6592EB396155}" presName="Name8" presStyleCnt="0"/>
      <dgm:spPr/>
    </dgm:pt>
    <dgm:pt modelId="{3FA7B861-04B4-4973-BC32-F630EDC53B52}" type="pres">
      <dgm:prSet presAssocID="{7F0AEEBE-6B2F-4EEE-A981-6592EB396155}" presName="level" presStyleLbl="node1" presStyleIdx="1" presStyleCnt="4">
        <dgm:presLayoutVars>
          <dgm:chMax val="1"/>
          <dgm:bulletEnabled val="1"/>
        </dgm:presLayoutVars>
      </dgm:prSet>
      <dgm:spPr/>
    </dgm:pt>
    <dgm:pt modelId="{6F0448D6-E038-4CD0-B96C-4C9743DEFF7B}" type="pres">
      <dgm:prSet presAssocID="{7F0AEEBE-6B2F-4EEE-A981-6592EB39615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5CBC2E6-A2D4-4FCA-AECB-EACEFC62FCE8}" type="pres">
      <dgm:prSet presAssocID="{1A26B42F-8998-46A8-8AB1-0E2E243A772E}" presName="Name8" presStyleCnt="0"/>
      <dgm:spPr/>
    </dgm:pt>
    <dgm:pt modelId="{B6585BCF-8B63-431A-AEA5-C7DBCF7EB2D3}" type="pres">
      <dgm:prSet presAssocID="{1A26B42F-8998-46A8-8AB1-0E2E243A772E}" presName="level" presStyleLbl="node1" presStyleIdx="2" presStyleCnt="4">
        <dgm:presLayoutVars>
          <dgm:chMax val="1"/>
          <dgm:bulletEnabled val="1"/>
        </dgm:presLayoutVars>
      </dgm:prSet>
      <dgm:spPr/>
    </dgm:pt>
    <dgm:pt modelId="{E6BE2862-A8A8-4CB6-B507-35326492381B}" type="pres">
      <dgm:prSet presAssocID="{1A26B42F-8998-46A8-8AB1-0E2E243A772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7B2D9CB-3A42-4BBE-B97B-424AACC88F50}" type="pres">
      <dgm:prSet presAssocID="{9853A01D-D166-48DA-8C2A-3924190097D0}" presName="Name8" presStyleCnt="0"/>
      <dgm:spPr/>
    </dgm:pt>
    <dgm:pt modelId="{9809ADB4-FC42-46D6-A1B9-F5010D0D4202}" type="pres">
      <dgm:prSet presAssocID="{9853A01D-D166-48DA-8C2A-3924190097D0}" presName="level" presStyleLbl="node1" presStyleIdx="3" presStyleCnt="4">
        <dgm:presLayoutVars>
          <dgm:chMax val="1"/>
          <dgm:bulletEnabled val="1"/>
        </dgm:presLayoutVars>
      </dgm:prSet>
      <dgm:spPr/>
    </dgm:pt>
    <dgm:pt modelId="{5B37C0F3-2428-42DE-9D5C-DB9E59F42B2B}" type="pres">
      <dgm:prSet presAssocID="{9853A01D-D166-48DA-8C2A-3924190097D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8C9A31B-FB79-464E-86AE-5DB691CBBEBA}" type="presOf" srcId="{A587B8CE-F3D1-4202-9CB3-858C033CCECF}" destId="{3E0147F4-D283-4076-BB88-AE86DB501A49}" srcOrd="0" destOrd="0" presId="urn:microsoft.com/office/officeart/2005/8/layout/pyramid1"/>
    <dgm:cxn modelId="{EF78CA35-43B3-4840-8E3F-8D2F16946B8B}" type="presOf" srcId="{9853A01D-D166-48DA-8C2A-3924190097D0}" destId="{5B37C0F3-2428-42DE-9D5C-DB9E59F42B2B}" srcOrd="1" destOrd="0" presId="urn:microsoft.com/office/officeart/2005/8/layout/pyramid1"/>
    <dgm:cxn modelId="{4A8A5F37-F0C4-4545-9C07-EC25A56A58A6}" type="presOf" srcId="{7F0AEEBE-6B2F-4EEE-A981-6592EB396155}" destId="{6F0448D6-E038-4CD0-B96C-4C9743DEFF7B}" srcOrd="1" destOrd="0" presId="urn:microsoft.com/office/officeart/2005/8/layout/pyramid1"/>
    <dgm:cxn modelId="{527EE05C-A989-463A-8EBF-D7E56C335767}" type="presOf" srcId="{1A26B42F-8998-46A8-8AB1-0E2E243A772E}" destId="{B6585BCF-8B63-431A-AEA5-C7DBCF7EB2D3}" srcOrd="0" destOrd="0" presId="urn:microsoft.com/office/officeart/2005/8/layout/pyramid1"/>
    <dgm:cxn modelId="{1000884B-138B-479A-8B91-E3421F9754D7}" type="presOf" srcId="{549BB04E-ED50-40DA-BFF5-064E60D8641A}" destId="{404BA869-DE70-4EA2-86F4-6CCF2373E65D}" srcOrd="0" destOrd="0" presId="urn:microsoft.com/office/officeart/2005/8/layout/pyramid1"/>
    <dgm:cxn modelId="{ECDC6A70-0D2A-46C8-A9C0-5DFCCB07BC87}" srcId="{A587B8CE-F3D1-4202-9CB3-858C033CCECF}" destId="{9853A01D-D166-48DA-8C2A-3924190097D0}" srcOrd="3" destOrd="0" parTransId="{4DFCAC45-5BB9-4D9F-B331-0F974D00B593}" sibTransId="{8160F7A8-8191-4990-975E-E59789DCB28A}"/>
    <dgm:cxn modelId="{27752D71-533A-4834-A4D7-0AA70877B3C7}" srcId="{A587B8CE-F3D1-4202-9CB3-858C033CCECF}" destId="{1A26B42F-8998-46A8-8AB1-0E2E243A772E}" srcOrd="2" destOrd="0" parTransId="{8077BE17-A4C2-4E5C-9CB7-FB05311CA174}" sibTransId="{F6F13F71-2CB9-4510-B0D5-8C349B9ADAE7}"/>
    <dgm:cxn modelId="{C237FD55-A261-45CA-B8D6-5949ADD912B8}" type="presOf" srcId="{9853A01D-D166-48DA-8C2A-3924190097D0}" destId="{9809ADB4-FC42-46D6-A1B9-F5010D0D4202}" srcOrd="0" destOrd="0" presId="urn:microsoft.com/office/officeart/2005/8/layout/pyramid1"/>
    <dgm:cxn modelId="{F9FCA67B-14A3-4046-AB6E-139FAC69BDC6}" type="presOf" srcId="{549BB04E-ED50-40DA-BFF5-064E60D8641A}" destId="{6854CF2D-7176-43B5-B46A-0B84AAFB6915}" srcOrd="1" destOrd="0" presId="urn:microsoft.com/office/officeart/2005/8/layout/pyramid1"/>
    <dgm:cxn modelId="{73C939B7-F93A-4C05-BFD8-AE4916012CC0}" type="presOf" srcId="{1A26B42F-8998-46A8-8AB1-0E2E243A772E}" destId="{E6BE2862-A8A8-4CB6-B507-35326492381B}" srcOrd="1" destOrd="0" presId="urn:microsoft.com/office/officeart/2005/8/layout/pyramid1"/>
    <dgm:cxn modelId="{BBFE1FDB-0684-4CD7-98D6-1055DF6E453B}" srcId="{A587B8CE-F3D1-4202-9CB3-858C033CCECF}" destId="{7F0AEEBE-6B2F-4EEE-A981-6592EB396155}" srcOrd="1" destOrd="0" parTransId="{E0500699-3EBE-48CA-806A-712ADFF9B1EF}" sibTransId="{5933BA29-BD3A-4B68-8563-68C93829DA33}"/>
    <dgm:cxn modelId="{371176E6-9446-448C-8B6F-C5638F69E9F6}" type="presOf" srcId="{7F0AEEBE-6B2F-4EEE-A981-6592EB396155}" destId="{3FA7B861-04B4-4973-BC32-F630EDC53B52}" srcOrd="0" destOrd="0" presId="urn:microsoft.com/office/officeart/2005/8/layout/pyramid1"/>
    <dgm:cxn modelId="{661922F2-C303-4BBD-838F-D4136A30CAA1}" srcId="{A587B8CE-F3D1-4202-9CB3-858C033CCECF}" destId="{549BB04E-ED50-40DA-BFF5-064E60D8641A}" srcOrd="0" destOrd="0" parTransId="{FD2C4030-EF4F-4D30-9D2E-333A71797460}" sibTransId="{7804945D-B5EC-41BB-9794-DE465F8B1906}"/>
    <dgm:cxn modelId="{367A8468-3A94-4DFF-AE90-03392F51973C}" type="presParOf" srcId="{3E0147F4-D283-4076-BB88-AE86DB501A49}" destId="{49C4D999-B687-4FCF-A4B1-94D786941990}" srcOrd="0" destOrd="0" presId="urn:microsoft.com/office/officeart/2005/8/layout/pyramid1"/>
    <dgm:cxn modelId="{C80FBD76-4C2D-4D5D-8743-2D61EFBD4E9D}" type="presParOf" srcId="{49C4D999-B687-4FCF-A4B1-94D786941990}" destId="{404BA869-DE70-4EA2-86F4-6CCF2373E65D}" srcOrd="0" destOrd="0" presId="urn:microsoft.com/office/officeart/2005/8/layout/pyramid1"/>
    <dgm:cxn modelId="{FF084B77-1873-49A6-8C71-D0A2961D7152}" type="presParOf" srcId="{49C4D999-B687-4FCF-A4B1-94D786941990}" destId="{6854CF2D-7176-43B5-B46A-0B84AAFB6915}" srcOrd="1" destOrd="0" presId="urn:microsoft.com/office/officeart/2005/8/layout/pyramid1"/>
    <dgm:cxn modelId="{BE711E53-EC81-41AF-97B5-659A27511A9C}" type="presParOf" srcId="{3E0147F4-D283-4076-BB88-AE86DB501A49}" destId="{71169CFC-CC3D-42CE-9B79-0621F3BF08F2}" srcOrd="1" destOrd="0" presId="urn:microsoft.com/office/officeart/2005/8/layout/pyramid1"/>
    <dgm:cxn modelId="{083E90DC-DA76-4536-970E-85859973A79A}" type="presParOf" srcId="{71169CFC-CC3D-42CE-9B79-0621F3BF08F2}" destId="{3FA7B861-04B4-4973-BC32-F630EDC53B52}" srcOrd="0" destOrd="0" presId="urn:microsoft.com/office/officeart/2005/8/layout/pyramid1"/>
    <dgm:cxn modelId="{FBAC32BB-F535-4E61-9E35-63878C52FC93}" type="presParOf" srcId="{71169CFC-CC3D-42CE-9B79-0621F3BF08F2}" destId="{6F0448D6-E038-4CD0-B96C-4C9743DEFF7B}" srcOrd="1" destOrd="0" presId="urn:microsoft.com/office/officeart/2005/8/layout/pyramid1"/>
    <dgm:cxn modelId="{89FCBC41-9D73-45A3-BE85-CAA4029813D5}" type="presParOf" srcId="{3E0147F4-D283-4076-BB88-AE86DB501A49}" destId="{75CBC2E6-A2D4-4FCA-AECB-EACEFC62FCE8}" srcOrd="2" destOrd="0" presId="urn:microsoft.com/office/officeart/2005/8/layout/pyramid1"/>
    <dgm:cxn modelId="{7AF947DE-E815-4090-B0FC-784AF0D869C7}" type="presParOf" srcId="{75CBC2E6-A2D4-4FCA-AECB-EACEFC62FCE8}" destId="{B6585BCF-8B63-431A-AEA5-C7DBCF7EB2D3}" srcOrd="0" destOrd="0" presId="urn:microsoft.com/office/officeart/2005/8/layout/pyramid1"/>
    <dgm:cxn modelId="{6D6A4E61-C5F0-424C-8BCA-8E222B2FFFE4}" type="presParOf" srcId="{75CBC2E6-A2D4-4FCA-AECB-EACEFC62FCE8}" destId="{E6BE2862-A8A8-4CB6-B507-35326492381B}" srcOrd="1" destOrd="0" presId="urn:microsoft.com/office/officeart/2005/8/layout/pyramid1"/>
    <dgm:cxn modelId="{F681C444-1A5D-4D50-8ADC-893067F78BF9}" type="presParOf" srcId="{3E0147F4-D283-4076-BB88-AE86DB501A49}" destId="{A7B2D9CB-3A42-4BBE-B97B-424AACC88F50}" srcOrd="3" destOrd="0" presId="urn:microsoft.com/office/officeart/2005/8/layout/pyramid1"/>
    <dgm:cxn modelId="{D10FB060-D9A2-412F-9313-857E1F765D03}" type="presParOf" srcId="{A7B2D9CB-3A42-4BBE-B97B-424AACC88F50}" destId="{9809ADB4-FC42-46D6-A1B9-F5010D0D4202}" srcOrd="0" destOrd="0" presId="urn:microsoft.com/office/officeart/2005/8/layout/pyramid1"/>
    <dgm:cxn modelId="{B533D1D5-95EA-4A0D-B46D-8A23F858818A}" type="presParOf" srcId="{A7B2D9CB-3A42-4BBE-B97B-424AACC88F50}" destId="{5B37C0F3-2428-42DE-9D5C-DB9E59F42B2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1ADB204F-D70D-49DD-96FE-F15D8D139E5A}" type="doc">
      <dgm:prSet loTypeId="urn:microsoft.com/office/officeart/2005/8/layout/pyramid1" loCatId="pyramid" qsTypeId="urn:microsoft.com/office/officeart/2005/8/quickstyle/3d6" qsCatId="3D" csTypeId="urn:microsoft.com/office/officeart/2005/8/colors/accent1_2" csCatId="accent1" phldr="1"/>
      <dgm:spPr/>
    </dgm:pt>
    <dgm:pt modelId="{3CC52D94-1713-4803-B08A-4B6CEDF79CE0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AB9A23E7-FFFE-42F4-B131-6FCEF2EDE17E}" type="parTrans" cxnId="{B33771EC-522A-4CD9-BF94-6A1D39FB6F25}">
      <dgm:prSet/>
      <dgm:spPr/>
    </dgm:pt>
    <dgm:pt modelId="{1FD284DA-E01B-4FA4-9E38-81F0C8499A1D}" type="sibTrans" cxnId="{B33771EC-522A-4CD9-BF94-6A1D39FB6F25}">
      <dgm:prSet/>
      <dgm:spPr/>
    </dgm:pt>
    <dgm:pt modelId="{7002D7C8-A2CD-4FF8-A52C-032BF5216FCF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C397568-DAD9-4666-9097-0BE0AE759CC1}" type="parTrans" cxnId="{5CE91922-416E-4585-91AB-708CF1575B1A}">
      <dgm:prSet/>
      <dgm:spPr/>
    </dgm:pt>
    <dgm:pt modelId="{A62EE3F9-FF89-4311-A4A1-D183293B70A2}" type="sibTrans" cxnId="{5CE91922-416E-4585-91AB-708CF1575B1A}">
      <dgm:prSet/>
      <dgm:spPr/>
    </dgm:pt>
    <dgm:pt modelId="{BECD6F0B-0C7F-495B-A799-49845E641AA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B614A6D-F03F-4A08-829E-37234DFFF5E3}" type="parTrans" cxnId="{D97ABAF5-DDA3-4B1B-BDB6-F9681BA2306A}">
      <dgm:prSet/>
      <dgm:spPr/>
    </dgm:pt>
    <dgm:pt modelId="{7EDC0E75-32F4-4261-9960-A0E5CC3D1D49}" type="sibTrans" cxnId="{D97ABAF5-DDA3-4B1B-BDB6-F9681BA2306A}">
      <dgm:prSet/>
      <dgm:spPr/>
    </dgm:pt>
    <dgm:pt modelId="{2613E49C-A8ED-4E37-9635-FECF186C0D90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1FF4557F-64BC-4648-80A8-9F69B149D118}" type="parTrans" cxnId="{0C3EA3F7-9F85-4585-B651-946B3E4E7BD3}">
      <dgm:prSet/>
      <dgm:spPr/>
    </dgm:pt>
    <dgm:pt modelId="{DC2FBA04-DFCC-4A09-9E6F-CB4B88C5AF82}" type="sibTrans" cxnId="{0C3EA3F7-9F85-4585-B651-946B3E4E7BD3}">
      <dgm:prSet/>
      <dgm:spPr/>
    </dgm:pt>
    <dgm:pt modelId="{18EC1576-222B-4C92-A95C-34B96120E69F}" type="pres">
      <dgm:prSet presAssocID="{1ADB204F-D70D-49DD-96FE-F15D8D139E5A}" presName="Name0" presStyleCnt="0">
        <dgm:presLayoutVars>
          <dgm:dir/>
          <dgm:animLvl val="lvl"/>
          <dgm:resizeHandles val="exact"/>
        </dgm:presLayoutVars>
      </dgm:prSet>
      <dgm:spPr/>
    </dgm:pt>
    <dgm:pt modelId="{D9188A1B-70B3-4EBB-A8CC-F34F048C0567}" type="pres">
      <dgm:prSet presAssocID="{3CC52D94-1713-4803-B08A-4B6CEDF79CE0}" presName="Name8" presStyleCnt="0"/>
      <dgm:spPr/>
    </dgm:pt>
    <dgm:pt modelId="{97CAC73C-8447-4D55-A83E-7823B1A390A5}" type="pres">
      <dgm:prSet presAssocID="{3CC52D94-1713-4803-B08A-4B6CEDF79CE0}" presName="level" presStyleLbl="node1" presStyleIdx="0" presStyleCnt="4">
        <dgm:presLayoutVars>
          <dgm:chMax val="1"/>
          <dgm:bulletEnabled val="1"/>
        </dgm:presLayoutVars>
      </dgm:prSet>
      <dgm:spPr/>
    </dgm:pt>
    <dgm:pt modelId="{A38BB2AA-3651-4EDF-8EBE-7DE1246BBB18}" type="pres">
      <dgm:prSet presAssocID="{3CC52D94-1713-4803-B08A-4B6CEDF79CE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2DCD3B8-47CA-4CA6-9408-00826254AE67}" type="pres">
      <dgm:prSet presAssocID="{7002D7C8-A2CD-4FF8-A52C-032BF5216FCF}" presName="Name8" presStyleCnt="0"/>
      <dgm:spPr/>
    </dgm:pt>
    <dgm:pt modelId="{8BED0B21-CB38-4DA2-89B7-5E4FDB4B6485}" type="pres">
      <dgm:prSet presAssocID="{7002D7C8-A2CD-4FF8-A52C-032BF5216FCF}" presName="level" presStyleLbl="node1" presStyleIdx="1" presStyleCnt="4">
        <dgm:presLayoutVars>
          <dgm:chMax val="1"/>
          <dgm:bulletEnabled val="1"/>
        </dgm:presLayoutVars>
      </dgm:prSet>
      <dgm:spPr/>
    </dgm:pt>
    <dgm:pt modelId="{B511828D-1516-450E-AD50-E0B4C37EB0AA}" type="pres">
      <dgm:prSet presAssocID="{7002D7C8-A2CD-4FF8-A52C-032BF5216FC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55B229F-FFB2-4D65-911F-CBC4A18F42AF}" type="pres">
      <dgm:prSet presAssocID="{BECD6F0B-0C7F-495B-A799-49845E641AA4}" presName="Name8" presStyleCnt="0"/>
      <dgm:spPr/>
    </dgm:pt>
    <dgm:pt modelId="{A79771D8-31D1-4A5A-A660-2497B2373D15}" type="pres">
      <dgm:prSet presAssocID="{BECD6F0B-0C7F-495B-A799-49845E641AA4}" presName="level" presStyleLbl="node1" presStyleIdx="2" presStyleCnt="4">
        <dgm:presLayoutVars>
          <dgm:chMax val="1"/>
          <dgm:bulletEnabled val="1"/>
        </dgm:presLayoutVars>
      </dgm:prSet>
      <dgm:spPr/>
    </dgm:pt>
    <dgm:pt modelId="{193D8450-21A3-4254-9BF4-94DF27995CB0}" type="pres">
      <dgm:prSet presAssocID="{BECD6F0B-0C7F-495B-A799-49845E641AA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8D46D35-9DA5-4129-BAD3-51A205311583}" type="pres">
      <dgm:prSet presAssocID="{2613E49C-A8ED-4E37-9635-FECF186C0D90}" presName="Name8" presStyleCnt="0"/>
      <dgm:spPr/>
    </dgm:pt>
    <dgm:pt modelId="{3F8D174E-A128-47E1-A89C-A3F4D92E437D}" type="pres">
      <dgm:prSet presAssocID="{2613E49C-A8ED-4E37-9635-FECF186C0D90}" presName="level" presStyleLbl="node1" presStyleIdx="3" presStyleCnt="4">
        <dgm:presLayoutVars>
          <dgm:chMax val="1"/>
          <dgm:bulletEnabled val="1"/>
        </dgm:presLayoutVars>
      </dgm:prSet>
      <dgm:spPr/>
    </dgm:pt>
    <dgm:pt modelId="{B9602A59-90B5-4493-B7FF-CBFB8211468A}" type="pres">
      <dgm:prSet presAssocID="{2613E49C-A8ED-4E37-9635-FECF186C0D9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88079317-AB83-48D5-A0C4-3ADDF39CD955}" type="presOf" srcId="{BECD6F0B-0C7F-495B-A799-49845E641AA4}" destId="{193D8450-21A3-4254-9BF4-94DF27995CB0}" srcOrd="1" destOrd="0" presId="urn:microsoft.com/office/officeart/2005/8/layout/pyramid1"/>
    <dgm:cxn modelId="{5CE91922-416E-4585-91AB-708CF1575B1A}" srcId="{1ADB204F-D70D-49DD-96FE-F15D8D139E5A}" destId="{7002D7C8-A2CD-4FF8-A52C-032BF5216FCF}" srcOrd="1" destOrd="0" parTransId="{CC397568-DAD9-4666-9097-0BE0AE759CC1}" sibTransId="{A62EE3F9-FF89-4311-A4A1-D183293B70A2}"/>
    <dgm:cxn modelId="{803E6E27-20F0-4720-8FFE-21359371DA75}" type="presOf" srcId="{3CC52D94-1713-4803-B08A-4B6CEDF79CE0}" destId="{97CAC73C-8447-4D55-A83E-7823B1A390A5}" srcOrd="0" destOrd="0" presId="urn:microsoft.com/office/officeart/2005/8/layout/pyramid1"/>
    <dgm:cxn modelId="{87854682-70CC-4950-ADAF-2DAA861ACBAD}" type="presOf" srcId="{7002D7C8-A2CD-4FF8-A52C-032BF5216FCF}" destId="{8BED0B21-CB38-4DA2-89B7-5E4FDB4B6485}" srcOrd="0" destOrd="0" presId="urn:microsoft.com/office/officeart/2005/8/layout/pyramid1"/>
    <dgm:cxn modelId="{C7C13FBC-8E83-4131-A1B4-31E2F2BD372E}" type="presOf" srcId="{BECD6F0B-0C7F-495B-A799-49845E641AA4}" destId="{A79771D8-31D1-4A5A-A660-2497B2373D15}" srcOrd="0" destOrd="0" presId="urn:microsoft.com/office/officeart/2005/8/layout/pyramid1"/>
    <dgm:cxn modelId="{D5F0BCBC-E9B6-4A1C-BB55-BB8A3257DE67}" type="presOf" srcId="{2613E49C-A8ED-4E37-9635-FECF186C0D90}" destId="{3F8D174E-A128-47E1-A89C-A3F4D92E437D}" srcOrd="0" destOrd="0" presId="urn:microsoft.com/office/officeart/2005/8/layout/pyramid1"/>
    <dgm:cxn modelId="{3BCD69E4-20A2-497C-9041-E7D6B1413D72}" type="presOf" srcId="{1ADB204F-D70D-49DD-96FE-F15D8D139E5A}" destId="{18EC1576-222B-4C92-A95C-34B96120E69F}" srcOrd="0" destOrd="0" presId="urn:microsoft.com/office/officeart/2005/8/layout/pyramid1"/>
    <dgm:cxn modelId="{186C72E6-2BFC-450E-AE5B-F3C54C2CCA5D}" type="presOf" srcId="{3CC52D94-1713-4803-B08A-4B6CEDF79CE0}" destId="{A38BB2AA-3651-4EDF-8EBE-7DE1246BBB18}" srcOrd="1" destOrd="0" presId="urn:microsoft.com/office/officeart/2005/8/layout/pyramid1"/>
    <dgm:cxn modelId="{D10AF1E8-DAF9-4ACE-8695-D98DF178DB63}" type="presOf" srcId="{2613E49C-A8ED-4E37-9635-FECF186C0D90}" destId="{B9602A59-90B5-4493-B7FF-CBFB8211468A}" srcOrd="1" destOrd="0" presId="urn:microsoft.com/office/officeart/2005/8/layout/pyramid1"/>
    <dgm:cxn modelId="{096B06E9-3FCA-4812-97B5-E3DAF03CDDA7}" type="presOf" srcId="{7002D7C8-A2CD-4FF8-A52C-032BF5216FCF}" destId="{B511828D-1516-450E-AD50-E0B4C37EB0AA}" srcOrd="1" destOrd="0" presId="urn:microsoft.com/office/officeart/2005/8/layout/pyramid1"/>
    <dgm:cxn modelId="{B33771EC-522A-4CD9-BF94-6A1D39FB6F25}" srcId="{1ADB204F-D70D-49DD-96FE-F15D8D139E5A}" destId="{3CC52D94-1713-4803-B08A-4B6CEDF79CE0}" srcOrd="0" destOrd="0" parTransId="{AB9A23E7-FFFE-42F4-B131-6FCEF2EDE17E}" sibTransId="{1FD284DA-E01B-4FA4-9E38-81F0C8499A1D}"/>
    <dgm:cxn modelId="{D97ABAF5-DDA3-4B1B-BDB6-F9681BA2306A}" srcId="{1ADB204F-D70D-49DD-96FE-F15D8D139E5A}" destId="{BECD6F0B-0C7F-495B-A799-49845E641AA4}" srcOrd="2" destOrd="0" parTransId="{DB614A6D-F03F-4A08-829E-37234DFFF5E3}" sibTransId="{7EDC0E75-32F4-4261-9960-A0E5CC3D1D49}"/>
    <dgm:cxn modelId="{0C3EA3F7-9F85-4585-B651-946B3E4E7BD3}" srcId="{1ADB204F-D70D-49DD-96FE-F15D8D139E5A}" destId="{2613E49C-A8ED-4E37-9635-FECF186C0D90}" srcOrd="3" destOrd="0" parTransId="{1FF4557F-64BC-4648-80A8-9F69B149D118}" sibTransId="{DC2FBA04-DFCC-4A09-9E6F-CB4B88C5AF82}"/>
    <dgm:cxn modelId="{43B44734-E8BC-4ED8-A4A1-14C08D9DE462}" type="presParOf" srcId="{18EC1576-222B-4C92-A95C-34B96120E69F}" destId="{D9188A1B-70B3-4EBB-A8CC-F34F048C0567}" srcOrd="0" destOrd="0" presId="urn:microsoft.com/office/officeart/2005/8/layout/pyramid1"/>
    <dgm:cxn modelId="{1E2499F3-ADE6-43EF-BD1B-EC8D3DC94781}" type="presParOf" srcId="{D9188A1B-70B3-4EBB-A8CC-F34F048C0567}" destId="{97CAC73C-8447-4D55-A83E-7823B1A390A5}" srcOrd="0" destOrd="0" presId="urn:microsoft.com/office/officeart/2005/8/layout/pyramid1"/>
    <dgm:cxn modelId="{D66EABDD-E481-4B6F-ABB9-15E966A08F00}" type="presParOf" srcId="{D9188A1B-70B3-4EBB-A8CC-F34F048C0567}" destId="{A38BB2AA-3651-4EDF-8EBE-7DE1246BBB18}" srcOrd="1" destOrd="0" presId="urn:microsoft.com/office/officeart/2005/8/layout/pyramid1"/>
    <dgm:cxn modelId="{106CDDF3-03CE-4096-86FA-C90739F0F0E8}" type="presParOf" srcId="{18EC1576-222B-4C92-A95C-34B96120E69F}" destId="{52DCD3B8-47CA-4CA6-9408-00826254AE67}" srcOrd="1" destOrd="0" presId="urn:microsoft.com/office/officeart/2005/8/layout/pyramid1"/>
    <dgm:cxn modelId="{DF5DA7AC-32F9-4E95-9FB6-3DF236BCFE69}" type="presParOf" srcId="{52DCD3B8-47CA-4CA6-9408-00826254AE67}" destId="{8BED0B21-CB38-4DA2-89B7-5E4FDB4B6485}" srcOrd="0" destOrd="0" presId="urn:microsoft.com/office/officeart/2005/8/layout/pyramid1"/>
    <dgm:cxn modelId="{043C8532-44B2-488F-8E29-08A9A1CAEC0A}" type="presParOf" srcId="{52DCD3B8-47CA-4CA6-9408-00826254AE67}" destId="{B511828D-1516-450E-AD50-E0B4C37EB0AA}" srcOrd="1" destOrd="0" presId="urn:microsoft.com/office/officeart/2005/8/layout/pyramid1"/>
    <dgm:cxn modelId="{209B04ED-317E-4629-B4CF-B50AF1B29080}" type="presParOf" srcId="{18EC1576-222B-4C92-A95C-34B96120E69F}" destId="{B55B229F-FFB2-4D65-911F-CBC4A18F42AF}" srcOrd="2" destOrd="0" presId="urn:microsoft.com/office/officeart/2005/8/layout/pyramid1"/>
    <dgm:cxn modelId="{C744276A-8C53-4E55-ACEB-1E8BDB53B6B4}" type="presParOf" srcId="{B55B229F-FFB2-4D65-911F-CBC4A18F42AF}" destId="{A79771D8-31D1-4A5A-A660-2497B2373D15}" srcOrd="0" destOrd="0" presId="urn:microsoft.com/office/officeart/2005/8/layout/pyramid1"/>
    <dgm:cxn modelId="{4BDD9EB5-5611-41AF-9DA2-30309CD4D5FB}" type="presParOf" srcId="{B55B229F-FFB2-4D65-911F-CBC4A18F42AF}" destId="{193D8450-21A3-4254-9BF4-94DF27995CB0}" srcOrd="1" destOrd="0" presId="urn:microsoft.com/office/officeart/2005/8/layout/pyramid1"/>
    <dgm:cxn modelId="{6A077B25-B799-437B-8101-8C19762A2D24}" type="presParOf" srcId="{18EC1576-222B-4C92-A95C-34B96120E69F}" destId="{08D46D35-9DA5-4129-BAD3-51A205311583}" srcOrd="3" destOrd="0" presId="urn:microsoft.com/office/officeart/2005/8/layout/pyramid1"/>
    <dgm:cxn modelId="{BC9EC075-034B-4DE3-A759-98D5E45061C6}" type="presParOf" srcId="{08D46D35-9DA5-4129-BAD3-51A205311583}" destId="{3F8D174E-A128-47E1-A89C-A3F4D92E437D}" srcOrd="0" destOrd="0" presId="urn:microsoft.com/office/officeart/2005/8/layout/pyramid1"/>
    <dgm:cxn modelId="{A936ABC8-40D6-4EA3-BC73-8E626563BF16}" type="presParOf" srcId="{08D46D35-9DA5-4129-BAD3-51A205311583}" destId="{B9602A59-90B5-4493-B7FF-CBFB8211468A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0B4E2067-15CB-480D-998E-588C7FB886FF}" type="doc">
      <dgm:prSet loTypeId="urn:microsoft.com/office/officeart/2005/8/layout/pyramid1" loCatId="pyramid" qsTypeId="urn:microsoft.com/office/officeart/2005/8/quickstyle/3d7" qsCatId="3D" csTypeId="urn:microsoft.com/office/officeart/2005/8/colors/accent1_2" csCatId="accent1" phldr="1"/>
      <dgm:spPr/>
    </dgm:pt>
    <dgm:pt modelId="{09F94D8F-065A-4A1D-B215-39B1D16878C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AE90D46-7A5A-462D-BB8B-5744434880C8}" type="parTrans" cxnId="{624BAC34-D360-446D-A3E7-31C0EFE24AFA}">
      <dgm:prSet/>
      <dgm:spPr/>
    </dgm:pt>
    <dgm:pt modelId="{9151650A-9169-4B5B-B768-7CB4E91E040A}" type="sibTrans" cxnId="{624BAC34-D360-446D-A3E7-31C0EFE24AFA}">
      <dgm:prSet/>
      <dgm:spPr/>
    </dgm:pt>
    <dgm:pt modelId="{F3EA6526-5B96-4D6D-99E9-E576A7E22637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05F28F4F-E479-4106-87C7-4FAC56FB2181}" type="parTrans" cxnId="{9B40C5BF-5ADA-4D06-8BF1-7FBCC8450A93}">
      <dgm:prSet/>
      <dgm:spPr/>
    </dgm:pt>
    <dgm:pt modelId="{8E466A8D-078B-4DE3-AF86-54B0045286F6}" type="sibTrans" cxnId="{9B40C5BF-5ADA-4D06-8BF1-7FBCC8450A93}">
      <dgm:prSet/>
      <dgm:spPr/>
    </dgm:pt>
    <dgm:pt modelId="{F9A27B49-CD95-47A6-9768-776763DE24E5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4229963D-C476-4424-B853-C00CDD8CB23C}" type="parTrans" cxnId="{394EEE1E-0730-4380-8AC8-260E1EEB9687}">
      <dgm:prSet/>
      <dgm:spPr/>
    </dgm:pt>
    <dgm:pt modelId="{6A909764-BCA5-4C1B-9707-446851E0B27B}" type="sibTrans" cxnId="{394EEE1E-0730-4380-8AC8-260E1EEB9687}">
      <dgm:prSet/>
      <dgm:spPr/>
    </dgm:pt>
    <dgm:pt modelId="{1DA473DA-222C-47C6-A709-E4B2EE9CBC64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87869CFD-EC8E-4777-844E-1716B5786AF9}" type="parTrans" cxnId="{58788B87-B698-4C85-8B08-6E36D07EE89B}">
      <dgm:prSet/>
      <dgm:spPr/>
    </dgm:pt>
    <dgm:pt modelId="{A0DCF15D-7B19-417D-9A8A-8ADADAC58C0C}" type="sibTrans" cxnId="{58788B87-B698-4C85-8B08-6E36D07EE89B}">
      <dgm:prSet/>
      <dgm:spPr/>
    </dgm:pt>
    <dgm:pt modelId="{AA0A5C72-F0DB-4157-B265-9C53257324B0}" type="pres">
      <dgm:prSet presAssocID="{0B4E2067-15CB-480D-998E-588C7FB886FF}" presName="Name0" presStyleCnt="0">
        <dgm:presLayoutVars>
          <dgm:dir/>
          <dgm:animLvl val="lvl"/>
          <dgm:resizeHandles val="exact"/>
        </dgm:presLayoutVars>
      </dgm:prSet>
      <dgm:spPr/>
    </dgm:pt>
    <dgm:pt modelId="{F0C0EFA7-C297-40BF-BB04-10A73019212E}" type="pres">
      <dgm:prSet presAssocID="{09F94D8F-065A-4A1D-B215-39B1D16878C8}" presName="Name8" presStyleCnt="0"/>
      <dgm:spPr/>
    </dgm:pt>
    <dgm:pt modelId="{C747DC9C-83E1-41B5-9C0D-2C05C4A38B3D}" type="pres">
      <dgm:prSet presAssocID="{09F94D8F-065A-4A1D-B215-39B1D16878C8}" presName="level" presStyleLbl="node1" presStyleIdx="0" presStyleCnt="4">
        <dgm:presLayoutVars>
          <dgm:chMax val="1"/>
          <dgm:bulletEnabled val="1"/>
        </dgm:presLayoutVars>
      </dgm:prSet>
      <dgm:spPr/>
    </dgm:pt>
    <dgm:pt modelId="{760EC86E-2196-4A24-8231-EB6280B03C28}" type="pres">
      <dgm:prSet presAssocID="{09F94D8F-065A-4A1D-B215-39B1D16878C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540C940-CCF2-4681-B8D9-41B02704B897}" type="pres">
      <dgm:prSet presAssocID="{F3EA6526-5B96-4D6D-99E9-E576A7E22637}" presName="Name8" presStyleCnt="0"/>
      <dgm:spPr/>
    </dgm:pt>
    <dgm:pt modelId="{83C91AA7-BF2A-447F-A490-C73CC1DBA4FA}" type="pres">
      <dgm:prSet presAssocID="{F3EA6526-5B96-4D6D-99E9-E576A7E22637}" presName="level" presStyleLbl="node1" presStyleIdx="1" presStyleCnt="4">
        <dgm:presLayoutVars>
          <dgm:chMax val="1"/>
          <dgm:bulletEnabled val="1"/>
        </dgm:presLayoutVars>
      </dgm:prSet>
      <dgm:spPr/>
    </dgm:pt>
    <dgm:pt modelId="{964ED732-0668-4DB0-B564-87668AF01DA3}" type="pres">
      <dgm:prSet presAssocID="{F3EA6526-5B96-4D6D-99E9-E576A7E2263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DA76FA8-DDC7-43DE-9DB1-E494718DB29D}" type="pres">
      <dgm:prSet presAssocID="{F9A27B49-CD95-47A6-9768-776763DE24E5}" presName="Name8" presStyleCnt="0"/>
      <dgm:spPr/>
    </dgm:pt>
    <dgm:pt modelId="{8813B1D9-43B6-4BF3-9D2D-AB5ACB454514}" type="pres">
      <dgm:prSet presAssocID="{F9A27B49-CD95-47A6-9768-776763DE24E5}" presName="level" presStyleLbl="node1" presStyleIdx="2" presStyleCnt="4">
        <dgm:presLayoutVars>
          <dgm:chMax val="1"/>
          <dgm:bulletEnabled val="1"/>
        </dgm:presLayoutVars>
      </dgm:prSet>
      <dgm:spPr/>
    </dgm:pt>
    <dgm:pt modelId="{ED666ABA-5507-440C-AAA9-286A6F188D62}" type="pres">
      <dgm:prSet presAssocID="{F9A27B49-CD95-47A6-9768-776763DE24E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5C99C8A-A6ED-4F47-8D61-02BAC3E49E54}" type="pres">
      <dgm:prSet presAssocID="{1DA473DA-222C-47C6-A709-E4B2EE9CBC64}" presName="Name8" presStyleCnt="0"/>
      <dgm:spPr/>
    </dgm:pt>
    <dgm:pt modelId="{DD650717-9E00-4D89-B51A-9D4D1F8785C1}" type="pres">
      <dgm:prSet presAssocID="{1DA473DA-222C-47C6-A709-E4B2EE9CBC64}" presName="level" presStyleLbl="node1" presStyleIdx="3" presStyleCnt="4">
        <dgm:presLayoutVars>
          <dgm:chMax val="1"/>
          <dgm:bulletEnabled val="1"/>
        </dgm:presLayoutVars>
      </dgm:prSet>
      <dgm:spPr/>
    </dgm:pt>
    <dgm:pt modelId="{348130D6-2284-414C-AEBC-B8882D7350CB}" type="pres">
      <dgm:prSet presAssocID="{1DA473DA-222C-47C6-A709-E4B2EE9CBC6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394EEE1E-0730-4380-8AC8-260E1EEB9687}" srcId="{0B4E2067-15CB-480D-998E-588C7FB886FF}" destId="{F9A27B49-CD95-47A6-9768-776763DE24E5}" srcOrd="2" destOrd="0" parTransId="{4229963D-C476-4424-B853-C00CDD8CB23C}" sibTransId="{6A909764-BCA5-4C1B-9707-446851E0B27B}"/>
    <dgm:cxn modelId="{624BAC34-D360-446D-A3E7-31C0EFE24AFA}" srcId="{0B4E2067-15CB-480D-998E-588C7FB886FF}" destId="{09F94D8F-065A-4A1D-B215-39B1D16878C8}" srcOrd="0" destOrd="0" parTransId="{6AE90D46-7A5A-462D-BB8B-5744434880C8}" sibTransId="{9151650A-9169-4B5B-B768-7CB4E91E040A}"/>
    <dgm:cxn modelId="{512A2140-694A-45D0-A41F-95648A8B7CA2}" type="presOf" srcId="{1DA473DA-222C-47C6-A709-E4B2EE9CBC64}" destId="{DD650717-9E00-4D89-B51A-9D4D1F8785C1}" srcOrd="0" destOrd="0" presId="urn:microsoft.com/office/officeart/2005/8/layout/pyramid1"/>
    <dgm:cxn modelId="{1F646864-776C-44B9-BD58-AED11BBADB56}" type="presOf" srcId="{F9A27B49-CD95-47A6-9768-776763DE24E5}" destId="{ED666ABA-5507-440C-AAA9-286A6F188D62}" srcOrd="1" destOrd="0" presId="urn:microsoft.com/office/officeart/2005/8/layout/pyramid1"/>
    <dgm:cxn modelId="{9C643A55-7892-4DB0-AEE1-8FCF5244B9A4}" type="presOf" srcId="{09F94D8F-065A-4A1D-B215-39B1D16878C8}" destId="{C747DC9C-83E1-41B5-9C0D-2C05C4A38B3D}" srcOrd="0" destOrd="0" presId="urn:microsoft.com/office/officeart/2005/8/layout/pyramid1"/>
    <dgm:cxn modelId="{28357156-7ACD-42C8-A782-0A42F3D544AB}" type="presOf" srcId="{1DA473DA-222C-47C6-A709-E4B2EE9CBC64}" destId="{348130D6-2284-414C-AEBC-B8882D7350CB}" srcOrd="1" destOrd="0" presId="urn:microsoft.com/office/officeart/2005/8/layout/pyramid1"/>
    <dgm:cxn modelId="{94F39477-4372-44FF-AB10-C956E2C6EA77}" type="presOf" srcId="{F3EA6526-5B96-4D6D-99E9-E576A7E22637}" destId="{964ED732-0668-4DB0-B564-87668AF01DA3}" srcOrd="1" destOrd="0" presId="urn:microsoft.com/office/officeart/2005/8/layout/pyramid1"/>
    <dgm:cxn modelId="{58788B87-B698-4C85-8B08-6E36D07EE89B}" srcId="{0B4E2067-15CB-480D-998E-588C7FB886FF}" destId="{1DA473DA-222C-47C6-A709-E4B2EE9CBC64}" srcOrd="3" destOrd="0" parTransId="{87869CFD-EC8E-4777-844E-1716B5786AF9}" sibTransId="{A0DCF15D-7B19-417D-9A8A-8ADADAC58C0C}"/>
    <dgm:cxn modelId="{CCB489BA-FF14-46F9-B3FB-D7AD10E0ECED}" type="presOf" srcId="{09F94D8F-065A-4A1D-B215-39B1D16878C8}" destId="{760EC86E-2196-4A24-8231-EB6280B03C28}" srcOrd="1" destOrd="0" presId="urn:microsoft.com/office/officeart/2005/8/layout/pyramid1"/>
    <dgm:cxn modelId="{6A7850BC-BE6F-4B6C-878D-CA4C8D9C1CE0}" type="presOf" srcId="{0B4E2067-15CB-480D-998E-588C7FB886FF}" destId="{AA0A5C72-F0DB-4157-B265-9C53257324B0}" srcOrd="0" destOrd="0" presId="urn:microsoft.com/office/officeart/2005/8/layout/pyramid1"/>
    <dgm:cxn modelId="{9B40C5BF-5ADA-4D06-8BF1-7FBCC8450A93}" srcId="{0B4E2067-15CB-480D-998E-588C7FB886FF}" destId="{F3EA6526-5B96-4D6D-99E9-E576A7E22637}" srcOrd="1" destOrd="0" parTransId="{05F28F4F-E479-4106-87C7-4FAC56FB2181}" sibTransId="{8E466A8D-078B-4DE3-AF86-54B0045286F6}"/>
    <dgm:cxn modelId="{3A401BD2-1D05-4C68-AFB9-92B27E25DA35}" type="presOf" srcId="{F3EA6526-5B96-4D6D-99E9-E576A7E22637}" destId="{83C91AA7-BF2A-447F-A490-C73CC1DBA4FA}" srcOrd="0" destOrd="0" presId="urn:microsoft.com/office/officeart/2005/8/layout/pyramid1"/>
    <dgm:cxn modelId="{44021EE6-DB0B-4EB8-9146-EDF3D0A65D18}" type="presOf" srcId="{F9A27B49-CD95-47A6-9768-776763DE24E5}" destId="{8813B1D9-43B6-4BF3-9D2D-AB5ACB454514}" srcOrd="0" destOrd="0" presId="urn:microsoft.com/office/officeart/2005/8/layout/pyramid1"/>
    <dgm:cxn modelId="{66C46EB6-4084-484B-940F-ACE6D574E022}" type="presParOf" srcId="{AA0A5C72-F0DB-4157-B265-9C53257324B0}" destId="{F0C0EFA7-C297-40BF-BB04-10A73019212E}" srcOrd="0" destOrd="0" presId="urn:microsoft.com/office/officeart/2005/8/layout/pyramid1"/>
    <dgm:cxn modelId="{6780F4BB-33CC-489F-ACDC-D529A39786AC}" type="presParOf" srcId="{F0C0EFA7-C297-40BF-BB04-10A73019212E}" destId="{C747DC9C-83E1-41B5-9C0D-2C05C4A38B3D}" srcOrd="0" destOrd="0" presId="urn:microsoft.com/office/officeart/2005/8/layout/pyramid1"/>
    <dgm:cxn modelId="{A2AF5273-AEEE-44DC-B226-74EE7AD21E22}" type="presParOf" srcId="{F0C0EFA7-C297-40BF-BB04-10A73019212E}" destId="{760EC86E-2196-4A24-8231-EB6280B03C28}" srcOrd="1" destOrd="0" presId="urn:microsoft.com/office/officeart/2005/8/layout/pyramid1"/>
    <dgm:cxn modelId="{81A33169-C8DB-48DD-8784-797E1EAF9DE6}" type="presParOf" srcId="{AA0A5C72-F0DB-4157-B265-9C53257324B0}" destId="{2540C940-CCF2-4681-B8D9-41B02704B897}" srcOrd="1" destOrd="0" presId="urn:microsoft.com/office/officeart/2005/8/layout/pyramid1"/>
    <dgm:cxn modelId="{CE8E9F73-8D37-4FFD-8BC8-DD158FE60407}" type="presParOf" srcId="{2540C940-CCF2-4681-B8D9-41B02704B897}" destId="{83C91AA7-BF2A-447F-A490-C73CC1DBA4FA}" srcOrd="0" destOrd="0" presId="urn:microsoft.com/office/officeart/2005/8/layout/pyramid1"/>
    <dgm:cxn modelId="{F171307F-A246-4FB8-B61A-3EA086DFB612}" type="presParOf" srcId="{2540C940-CCF2-4681-B8D9-41B02704B897}" destId="{964ED732-0668-4DB0-B564-87668AF01DA3}" srcOrd="1" destOrd="0" presId="urn:microsoft.com/office/officeart/2005/8/layout/pyramid1"/>
    <dgm:cxn modelId="{965B1E6B-B4EC-4E9A-8542-C15BB73FF487}" type="presParOf" srcId="{AA0A5C72-F0DB-4157-B265-9C53257324B0}" destId="{ADA76FA8-DDC7-43DE-9DB1-E494718DB29D}" srcOrd="2" destOrd="0" presId="urn:microsoft.com/office/officeart/2005/8/layout/pyramid1"/>
    <dgm:cxn modelId="{0B1664DF-432C-4D04-BD20-CA60EEF98C84}" type="presParOf" srcId="{ADA76FA8-DDC7-43DE-9DB1-E494718DB29D}" destId="{8813B1D9-43B6-4BF3-9D2D-AB5ACB454514}" srcOrd="0" destOrd="0" presId="urn:microsoft.com/office/officeart/2005/8/layout/pyramid1"/>
    <dgm:cxn modelId="{0DAD4B87-6617-46CA-B7F1-A566649074E2}" type="presParOf" srcId="{ADA76FA8-DDC7-43DE-9DB1-E494718DB29D}" destId="{ED666ABA-5507-440C-AAA9-286A6F188D62}" srcOrd="1" destOrd="0" presId="urn:microsoft.com/office/officeart/2005/8/layout/pyramid1"/>
    <dgm:cxn modelId="{BCE4A573-6620-4D84-915F-5DA43B20C418}" type="presParOf" srcId="{AA0A5C72-F0DB-4157-B265-9C53257324B0}" destId="{E5C99C8A-A6ED-4F47-8D61-02BAC3E49E54}" srcOrd="3" destOrd="0" presId="urn:microsoft.com/office/officeart/2005/8/layout/pyramid1"/>
    <dgm:cxn modelId="{B784CEA3-DC5C-41B0-A707-D7388EE8F94B}" type="presParOf" srcId="{E5C99C8A-A6ED-4F47-8D61-02BAC3E49E54}" destId="{DD650717-9E00-4D89-B51A-9D4D1F8785C1}" srcOrd="0" destOrd="0" presId="urn:microsoft.com/office/officeart/2005/8/layout/pyramid1"/>
    <dgm:cxn modelId="{0B0392C3-15A7-4211-9504-57F2329126A2}" type="presParOf" srcId="{E5C99C8A-A6ED-4F47-8D61-02BAC3E49E54}" destId="{348130D6-2284-414C-AEBC-B8882D7350C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BF2A817D-8A69-45CB-804E-81F87A04C96A}" type="doc">
      <dgm:prSet loTypeId="urn:microsoft.com/office/officeart/2005/8/layout/pyramid1" loCatId="pyramid" qsTypeId="urn:microsoft.com/office/officeart/2009/2/quickstyle/3d8" qsCatId="3D" csTypeId="urn:microsoft.com/office/officeart/2005/8/colors/accent1_2" csCatId="accent1" phldr="1"/>
      <dgm:spPr/>
    </dgm:pt>
    <dgm:pt modelId="{E96BB1DB-9952-4447-8EB0-108B8EB6FDC5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7AADB01B-ABCE-4BC6-B256-DA3E4D4EE1AD}" type="parTrans" cxnId="{1DCF6381-C2B5-40F6-AC56-9F39431A3954}">
      <dgm:prSet/>
      <dgm:spPr/>
    </dgm:pt>
    <dgm:pt modelId="{F3202E74-E807-483A-B1CF-DC463ADFFBDC}" type="sibTrans" cxnId="{1DCF6381-C2B5-40F6-AC56-9F39431A3954}">
      <dgm:prSet/>
      <dgm:spPr/>
    </dgm:pt>
    <dgm:pt modelId="{1436F8E2-72ED-4C2D-B1F5-5C5E261D06FB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716233E-3D5F-4D08-ABA6-A792E4C15B1F}" type="parTrans" cxnId="{10243047-FCCF-4C80-9CEF-339EA37C6952}">
      <dgm:prSet/>
      <dgm:spPr/>
    </dgm:pt>
    <dgm:pt modelId="{91B3148B-486F-4137-9550-5A7EB1A8EC32}" type="sibTrans" cxnId="{10243047-FCCF-4C80-9CEF-339EA37C6952}">
      <dgm:prSet/>
      <dgm:spPr/>
    </dgm:pt>
    <dgm:pt modelId="{A638D790-8B26-4341-A162-599477F66107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C17E7FC-F242-4A75-A08F-F88804F33294}" type="parTrans" cxnId="{89991769-4798-4F1F-AE72-95F3AF64AA70}">
      <dgm:prSet/>
      <dgm:spPr/>
    </dgm:pt>
    <dgm:pt modelId="{666D4AB4-FB49-4BC7-A059-FCF97D906F8F}" type="sibTrans" cxnId="{89991769-4798-4F1F-AE72-95F3AF64AA70}">
      <dgm:prSet/>
      <dgm:spPr/>
    </dgm:pt>
    <dgm:pt modelId="{541BD9EF-8652-4A6F-B107-B7A076A56D95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AFE3E9E6-40B1-4F5E-A7FF-64143B6A0C94}" type="parTrans" cxnId="{3B6653F0-82A0-4D35-9901-1169C14B3075}">
      <dgm:prSet/>
      <dgm:spPr/>
    </dgm:pt>
    <dgm:pt modelId="{6D9EA190-BD10-4E2B-AC93-D4F3F5ED7B00}" type="sibTrans" cxnId="{3B6653F0-82A0-4D35-9901-1169C14B3075}">
      <dgm:prSet/>
      <dgm:spPr/>
    </dgm:pt>
    <dgm:pt modelId="{21198FB9-D362-4B1B-AA7A-4030FB39E295}" type="pres">
      <dgm:prSet presAssocID="{BF2A817D-8A69-45CB-804E-81F87A04C96A}" presName="Name0" presStyleCnt="0">
        <dgm:presLayoutVars>
          <dgm:dir/>
          <dgm:animLvl val="lvl"/>
          <dgm:resizeHandles val="exact"/>
        </dgm:presLayoutVars>
      </dgm:prSet>
      <dgm:spPr/>
    </dgm:pt>
    <dgm:pt modelId="{BB473013-D9E7-4B11-B906-CA8F6390E94B}" type="pres">
      <dgm:prSet presAssocID="{E96BB1DB-9952-4447-8EB0-108B8EB6FDC5}" presName="Name8" presStyleCnt="0"/>
      <dgm:spPr/>
    </dgm:pt>
    <dgm:pt modelId="{ED1F03D5-768E-425A-807F-04E8692F811B}" type="pres">
      <dgm:prSet presAssocID="{E96BB1DB-9952-4447-8EB0-108B8EB6FDC5}" presName="level" presStyleLbl="node1" presStyleIdx="0" presStyleCnt="4">
        <dgm:presLayoutVars>
          <dgm:chMax val="1"/>
          <dgm:bulletEnabled val="1"/>
        </dgm:presLayoutVars>
      </dgm:prSet>
      <dgm:spPr/>
    </dgm:pt>
    <dgm:pt modelId="{9A26B4E4-05F9-4EB7-8593-EC670E9D19F0}" type="pres">
      <dgm:prSet presAssocID="{E96BB1DB-9952-4447-8EB0-108B8EB6FDC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CE679EB-C2BB-4DA6-9B45-9AB4C2987D13}" type="pres">
      <dgm:prSet presAssocID="{1436F8E2-72ED-4C2D-B1F5-5C5E261D06FB}" presName="Name8" presStyleCnt="0"/>
      <dgm:spPr/>
    </dgm:pt>
    <dgm:pt modelId="{B6C33912-714C-40A2-8128-FF67C693B031}" type="pres">
      <dgm:prSet presAssocID="{1436F8E2-72ED-4C2D-B1F5-5C5E261D06FB}" presName="level" presStyleLbl="node1" presStyleIdx="1" presStyleCnt="4">
        <dgm:presLayoutVars>
          <dgm:chMax val="1"/>
          <dgm:bulletEnabled val="1"/>
        </dgm:presLayoutVars>
      </dgm:prSet>
      <dgm:spPr/>
    </dgm:pt>
    <dgm:pt modelId="{8401F7E4-A902-4B24-A963-020C282E8624}" type="pres">
      <dgm:prSet presAssocID="{1436F8E2-72ED-4C2D-B1F5-5C5E261D06F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C08AB88-939E-45F5-8D89-AB16B664EA8A}" type="pres">
      <dgm:prSet presAssocID="{A638D790-8B26-4341-A162-599477F66107}" presName="Name8" presStyleCnt="0"/>
      <dgm:spPr/>
    </dgm:pt>
    <dgm:pt modelId="{91F898F9-CC61-4015-9B4D-CDCCDA0530F2}" type="pres">
      <dgm:prSet presAssocID="{A638D790-8B26-4341-A162-599477F66107}" presName="level" presStyleLbl="node1" presStyleIdx="2" presStyleCnt="4">
        <dgm:presLayoutVars>
          <dgm:chMax val="1"/>
          <dgm:bulletEnabled val="1"/>
        </dgm:presLayoutVars>
      </dgm:prSet>
      <dgm:spPr/>
    </dgm:pt>
    <dgm:pt modelId="{F1EC5AC3-B394-4BF0-954F-44EB007B2662}" type="pres">
      <dgm:prSet presAssocID="{A638D790-8B26-4341-A162-599477F6610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EA48470-0974-46E5-9D15-723834BDD010}" type="pres">
      <dgm:prSet presAssocID="{541BD9EF-8652-4A6F-B107-B7A076A56D95}" presName="Name8" presStyleCnt="0"/>
      <dgm:spPr/>
    </dgm:pt>
    <dgm:pt modelId="{F9E57F79-4B42-4AE9-9A72-F2AF278DBDC4}" type="pres">
      <dgm:prSet presAssocID="{541BD9EF-8652-4A6F-B107-B7A076A56D95}" presName="level" presStyleLbl="node1" presStyleIdx="3" presStyleCnt="4">
        <dgm:presLayoutVars>
          <dgm:chMax val="1"/>
          <dgm:bulletEnabled val="1"/>
        </dgm:presLayoutVars>
      </dgm:prSet>
      <dgm:spPr/>
    </dgm:pt>
    <dgm:pt modelId="{3FD3FB20-342C-4799-8B42-B4C12E24F194}" type="pres">
      <dgm:prSet presAssocID="{541BD9EF-8652-4A6F-B107-B7A076A56D9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0E6E563-AD39-4BE5-BEFD-F9F12F918187}" type="presOf" srcId="{541BD9EF-8652-4A6F-B107-B7A076A56D95}" destId="{F9E57F79-4B42-4AE9-9A72-F2AF278DBDC4}" srcOrd="0" destOrd="0" presId="urn:microsoft.com/office/officeart/2005/8/layout/pyramid1"/>
    <dgm:cxn modelId="{E3706F66-2A6F-4E2A-BD98-6CCAB811A952}" type="presOf" srcId="{E96BB1DB-9952-4447-8EB0-108B8EB6FDC5}" destId="{9A26B4E4-05F9-4EB7-8593-EC670E9D19F0}" srcOrd="1" destOrd="0" presId="urn:microsoft.com/office/officeart/2005/8/layout/pyramid1"/>
    <dgm:cxn modelId="{10243047-FCCF-4C80-9CEF-339EA37C6952}" srcId="{BF2A817D-8A69-45CB-804E-81F87A04C96A}" destId="{1436F8E2-72ED-4C2D-B1F5-5C5E261D06FB}" srcOrd="1" destOrd="0" parTransId="{8716233E-3D5F-4D08-ABA6-A792E4C15B1F}" sibTransId="{91B3148B-486F-4137-9550-5A7EB1A8EC32}"/>
    <dgm:cxn modelId="{94B2EC67-C31E-4C15-AB4D-8F000923E1DD}" type="presOf" srcId="{A638D790-8B26-4341-A162-599477F66107}" destId="{91F898F9-CC61-4015-9B4D-CDCCDA0530F2}" srcOrd="0" destOrd="0" presId="urn:microsoft.com/office/officeart/2005/8/layout/pyramid1"/>
    <dgm:cxn modelId="{89991769-4798-4F1F-AE72-95F3AF64AA70}" srcId="{BF2A817D-8A69-45CB-804E-81F87A04C96A}" destId="{A638D790-8B26-4341-A162-599477F66107}" srcOrd="2" destOrd="0" parTransId="{0C17E7FC-F242-4A75-A08F-F88804F33294}" sibTransId="{666D4AB4-FB49-4BC7-A059-FCF97D906F8F}"/>
    <dgm:cxn modelId="{6EF11172-6002-49E6-BA88-C00138393413}" type="presOf" srcId="{A638D790-8B26-4341-A162-599477F66107}" destId="{F1EC5AC3-B394-4BF0-954F-44EB007B2662}" srcOrd="1" destOrd="0" presId="urn:microsoft.com/office/officeart/2005/8/layout/pyramid1"/>
    <dgm:cxn modelId="{D281EE73-0199-43CE-B336-8479946D921C}" type="presOf" srcId="{541BD9EF-8652-4A6F-B107-B7A076A56D95}" destId="{3FD3FB20-342C-4799-8B42-B4C12E24F194}" srcOrd="1" destOrd="0" presId="urn:microsoft.com/office/officeart/2005/8/layout/pyramid1"/>
    <dgm:cxn modelId="{A2D8E17B-205F-49CC-BFF8-400B266CD146}" type="presOf" srcId="{1436F8E2-72ED-4C2D-B1F5-5C5E261D06FB}" destId="{8401F7E4-A902-4B24-A963-020C282E8624}" srcOrd="1" destOrd="0" presId="urn:microsoft.com/office/officeart/2005/8/layout/pyramid1"/>
    <dgm:cxn modelId="{1DCF6381-C2B5-40F6-AC56-9F39431A3954}" srcId="{BF2A817D-8A69-45CB-804E-81F87A04C96A}" destId="{E96BB1DB-9952-4447-8EB0-108B8EB6FDC5}" srcOrd="0" destOrd="0" parTransId="{7AADB01B-ABCE-4BC6-B256-DA3E4D4EE1AD}" sibTransId="{F3202E74-E807-483A-B1CF-DC463ADFFBDC}"/>
    <dgm:cxn modelId="{7C811B99-CC88-4421-8B43-3924EA59947C}" type="presOf" srcId="{E96BB1DB-9952-4447-8EB0-108B8EB6FDC5}" destId="{ED1F03D5-768E-425A-807F-04E8692F811B}" srcOrd="0" destOrd="0" presId="urn:microsoft.com/office/officeart/2005/8/layout/pyramid1"/>
    <dgm:cxn modelId="{E0A70FE4-95EB-440A-97F5-1FEA69020865}" type="presOf" srcId="{1436F8E2-72ED-4C2D-B1F5-5C5E261D06FB}" destId="{B6C33912-714C-40A2-8128-FF67C693B031}" srcOrd="0" destOrd="0" presId="urn:microsoft.com/office/officeart/2005/8/layout/pyramid1"/>
    <dgm:cxn modelId="{3B6653F0-82A0-4D35-9901-1169C14B3075}" srcId="{BF2A817D-8A69-45CB-804E-81F87A04C96A}" destId="{541BD9EF-8652-4A6F-B107-B7A076A56D95}" srcOrd="3" destOrd="0" parTransId="{AFE3E9E6-40B1-4F5E-A7FF-64143B6A0C94}" sibTransId="{6D9EA190-BD10-4E2B-AC93-D4F3F5ED7B00}"/>
    <dgm:cxn modelId="{01AE77FB-F748-40FD-8E4C-3A444C92DEF4}" type="presOf" srcId="{BF2A817D-8A69-45CB-804E-81F87A04C96A}" destId="{21198FB9-D362-4B1B-AA7A-4030FB39E295}" srcOrd="0" destOrd="0" presId="urn:microsoft.com/office/officeart/2005/8/layout/pyramid1"/>
    <dgm:cxn modelId="{3FA5DB54-2E74-48E0-A22C-30943C7B2F33}" type="presParOf" srcId="{21198FB9-D362-4B1B-AA7A-4030FB39E295}" destId="{BB473013-D9E7-4B11-B906-CA8F6390E94B}" srcOrd="0" destOrd="0" presId="urn:microsoft.com/office/officeart/2005/8/layout/pyramid1"/>
    <dgm:cxn modelId="{213B05CA-A925-41C3-A5D1-DEB3C2D7C88C}" type="presParOf" srcId="{BB473013-D9E7-4B11-B906-CA8F6390E94B}" destId="{ED1F03D5-768E-425A-807F-04E8692F811B}" srcOrd="0" destOrd="0" presId="urn:microsoft.com/office/officeart/2005/8/layout/pyramid1"/>
    <dgm:cxn modelId="{D3EC5C75-A57D-4F4E-B33C-1278A48E67A6}" type="presParOf" srcId="{BB473013-D9E7-4B11-B906-CA8F6390E94B}" destId="{9A26B4E4-05F9-4EB7-8593-EC670E9D19F0}" srcOrd="1" destOrd="0" presId="urn:microsoft.com/office/officeart/2005/8/layout/pyramid1"/>
    <dgm:cxn modelId="{4B77D6B3-F010-46A2-84E4-B47203C29E9A}" type="presParOf" srcId="{21198FB9-D362-4B1B-AA7A-4030FB39E295}" destId="{0CE679EB-C2BB-4DA6-9B45-9AB4C2987D13}" srcOrd="1" destOrd="0" presId="urn:microsoft.com/office/officeart/2005/8/layout/pyramid1"/>
    <dgm:cxn modelId="{1F846911-8EAB-43F8-919A-AD39C65B0434}" type="presParOf" srcId="{0CE679EB-C2BB-4DA6-9B45-9AB4C2987D13}" destId="{B6C33912-714C-40A2-8128-FF67C693B031}" srcOrd="0" destOrd="0" presId="urn:microsoft.com/office/officeart/2005/8/layout/pyramid1"/>
    <dgm:cxn modelId="{835CC1C2-8F89-47C8-B2EE-1AFCD7F12F25}" type="presParOf" srcId="{0CE679EB-C2BB-4DA6-9B45-9AB4C2987D13}" destId="{8401F7E4-A902-4B24-A963-020C282E8624}" srcOrd="1" destOrd="0" presId="urn:microsoft.com/office/officeart/2005/8/layout/pyramid1"/>
    <dgm:cxn modelId="{DEC8901E-0721-4869-93AE-2BA53A33E52F}" type="presParOf" srcId="{21198FB9-D362-4B1B-AA7A-4030FB39E295}" destId="{3C08AB88-939E-45F5-8D89-AB16B664EA8A}" srcOrd="2" destOrd="0" presId="urn:microsoft.com/office/officeart/2005/8/layout/pyramid1"/>
    <dgm:cxn modelId="{016258CA-985D-4F0E-BF96-297AE53A1E7D}" type="presParOf" srcId="{3C08AB88-939E-45F5-8D89-AB16B664EA8A}" destId="{91F898F9-CC61-4015-9B4D-CDCCDA0530F2}" srcOrd="0" destOrd="0" presId="urn:microsoft.com/office/officeart/2005/8/layout/pyramid1"/>
    <dgm:cxn modelId="{A3C79C45-CFFF-4479-9245-3035DCE24152}" type="presParOf" srcId="{3C08AB88-939E-45F5-8D89-AB16B664EA8A}" destId="{F1EC5AC3-B394-4BF0-954F-44EB007B2662}" srcOrd="1" destOrd="0" presId="urn:microsoft.com/office/officeart/2005/8/layout/pyramid1"/>
    <dgm:cxn modelId="{F756D233-1D8E-4167-BF3E-1B75E7FFBBEF}" type="presParOf" srcId="{21198FB9-D362-4B1B-AA7A-4030FB39E295}" destId="{2EA48470-0974-46E5-9D15-723834BDD010}" srcOrd="3" destOrd="0" presId="urn:microsoft.com/office/officeart/2005/8/layout/pyramid1"/>
    <dgm:cxn modelId="{2F1ED368-2586-483F-9924-358CB560E054}" type="presParOf" srcId="{2EA48470-0974-46E5-9D15-723834BDD010}" destId="{F9E57F79-4B42-4AE9-9A72-F2AF278DBDC4}" srcOrd="0" destOrd="0" presId="urn:microsoft.com/office/officeart/2005/8/layout/pyramid1"/>
    <dgm:cxn modelId="{792DE6DA-7B31-47AC-926E-1A6B315C9676}" type="presParOf" srcId="{2EA48470-0974-46E5-9D15-723834BDD010}" destId="{3FD3FB20-342C-4799-8B42-B4C12E24F194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3CD301AB-7452-43B7-89E7-339449D15131}" type="doc">
      <dgm:prSet loTypeId="urn:microsoft.com/office/officeart/2005/8/layout/pyramid1" loCatId="pyramid" qsTypeId="urn:microsoft.com/office/officeart/2005/8/quickstyle/3d9" qsCatId="3D" csTypeId="urn:microsoft.com/office/officeart/2005/8/colors/accent1_2" csCatId="accent1" phldr="1"/>
      <dgm:spPr/>
    </dgm:pt>
    <dgm:pt modelId="{20D75615-ADB6-4A48-9202-AFC5D2C14D5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5083084-6111-4BC0-B5F0-DB24652D4D58}" type="parTrans" cxnId="{C8067F63-791B-41FD-A1E2-4643EC890500}">
      <dgm:prSet/>
      <dgm:spPr/>
    </dgm:pt>
    <dgm:pt modelId="{8B565FCE-FF08-499A-A2BE-1641C9CB6B0A}" type="sibTrans" cxnId="{C8067F63-791B-41FD-A1E2-4643EC890500}">
      <dgm:prSet/>
      <dgm:spPr/>
    </dgm:pt>
    <dgm:pt modelId="{A0C86B74-CFCA-41E0-AD03-40DA416C288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EF0A4C10-C52C-4A0E-9BB9-BC8B16E24C5A}" type="parTrans" cxnId="{B5224C20-B493-4B30-AC45-0513D7C32719}">
      <dgm:prSet/>
      <dgm:spPr/>
    </dgm:pt>
    <dgm:pt modelId="{3B5DF581-C6CC-4681-BFD6-29CE82C7D443}" type="sibTrans" cxnId="{B5224C20-B493-4B30-AC45-0513D7C32719}">
      <dgm:prSet/>
      <dgm:spPr/>
    </dgm:pt>
    <dgm:pt modelId="{39866622-5B86-44E0-A598-E5730D6EDF4D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BF4E08D-241D-48F0-B1AE-14A02DD91F10}" type="parTrans" cxnId="{26573A2B-96F6-43AA-A65E-E52669AF1FAC}">
      <dgm:prSet/>
      <dgm:spPr/>
    </dgm:pt>
    <dgm:pt modelId="{9C4BBDDB-879A-4957-9E7A-DFBAFFCFCFF0}" type="sibTrans" cxnId="{26573A2B-96F6-43AA-A65E-E52669AF1FAC}">
      <dgm:prSet/>
      <dgm:spPr/>
    </dgm:pt>
    <dgm:pt modelId="{ECA32D5A-CEE4-4E7B-8FE5-AC49B3CD4AC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5A56D14A-93C1-4178-9727-E0BA024CFF34}" type="parTrans" cxnId="{92D8620E-7D62-4D97-BB6E-1E8D0C3E70F7}">
      <dgm:prSet/>
      <dgm:spPr/>
    </dgm:pt>
    <dgm:pt modelId="{60F6441F-A2C2-4A91-8B6F-634FB93518A8}" type="sibTrans" cxnId="{92D8620E-7D62-4D97-BB6E-1E8D0C3E70F7}">
      <dgm:prSet/>
      <dgm:spPr/>
    </dgm:pt>
    <dgm:pt modelId="{08112F61-CD0D-4918-A582-8743CA546637}" type="pres">
      <dgm:prSet presAssocID="{3CD301AB-7452-43B7-89E7-339449D15131}" presName="Name0" presStyleCnt="0">
        <dgm:presLayoutVars>
          <dgm:dir/>
          <dgm:animLvl val="lvl"/>
          <dgm:resizeHandles val="exact"/>
        </dgm:presLayoutVars>
      </dgm:prSet>
      <dgm:spPr/>
    </dgm:pt>
    <dgm:pt modelId="{9CCF59BB-757E-48A8-94CF-D44995162F7C}" type="pres">
      <dgm:prSet presAssocID="{20D75615-ADB6-4A48-9202-AFC5D2C14D5D}" presName="Name8" presStyleCnt="0"/>
      <dgm:spPr/>
    </dgm:pt>
    <dgm:pt modelId="{41D1D9F8-CC56-4735-AD39-39513A814C49}" type="pres">
      <dgm:prSet presAssocID="{20D75615-ADB6-4A48-9202-AFC5D2C14D5D}" presName="level" presStyleLbl="node1" presStyleIdx="0" presStyleCnt="4">
        <dgm:presLayoutVars>
          <dgm:chMax val="1"/>
          <dgm:bulletEnabled val="1"/>
        </dgm:presLayoutVars>
      </dgm:prSet>
      <dgm:spPr/>
    </dgm:pt>
    <dgm:pt modelId="{4A15E40D-6B30-4B51-BE22-92AAF400C973}" type="pres">
      <dgm:prSet presAssocID="{20D75615-ADB6-4A48-9202-AFC5D2C14D5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093AFFD-99FD-41E0-9463-FFFF7C79B5DD}" type="pres">
      <dgm:prSet presAssocID="{A0C86B74-CFCA-41E0-AD03-40DA416C2881}" presName="Name8" presStyleCnt="0"/>
      <dgm:spPr/>
    </dgm:pt>
    <dgm:pt modelId="{DA18B0B8-3FB1-4E80-9890-F8B920FA89C9}" type="pres">
      <dgm:prSet presAssocID="{A0C86B74-CFCA-41E0-AD03-40DA416C2881}" presName="level" presStyleLbl="node1" presStyleIdx="1" presStyleCnt="4">
        <dgm:presLayoutVars>
          <dgm:chMax val="1"/>
          <dgm:bulletEnabled val="1"/>
        </dgm:presLayoutVars>
      </dgm:prSet>
      <dgm:spPr/>
    </dgm:pt>
    <dgm:pt modelId="{6BE3D59B-F46C-4658-B73C-788721150872}" type="pres">
      <dgm:prSet presAssocID="{A0C86B74-CFCA-41E0-AD03-40DA416C288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B8958F5-6780-4F90-8EBA-43067FAC26C7}" type="pres">
      <dgm:prSet presAssocID="{39866622-5B86-44E0-A598-E5730D6EDF4D}" presName="Name8" presStyleCnt="0"/>
      <dgm:spPr/>
    </dgm:pt>
    <dgm:pt modelId="{3C138431-3F48-4FA5-B448-4E124BFD6B23}" type="pres">
      <dgm:prSet presAssocID="{39866622-5B86-44E0-A598-E5730D6EDF4D}" presName="level" presStyleLbl="node1" presStyleIdx="2" presStyleCnt="4">
        <dgm:presLayoutVars>
          <dgm:chMax val="1"/>
          <dgm:bulletEnabled val="1"/>
        </dgm:presLayoutVars>
      </dgm:prSet>
      <dgm:spPr/>
    </dgm:pt>
    <dgm:pt modelId="{8A51E56C-1945-4873-B2FE-5D6FF52523C8}" type="pres">
      <dgm:prSet presAssocID="{39866622-5B86-44E0-A598-E5730D6EDF4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868FB1A-5C70-411B-AF20-608AB9FA1E11}" type="pres">
      <dgm:prSet presAssocID="{ECA32D5A-CEE4-4E7B-8FE5-AC49B3CD4AC7}" presName="Name8" presStyleCnt="0"/>
      <dgm:spPr/>
    </dgm:pt>
    <dgm:pt modelId="{DF58EBD8-2575-4C8C-A053-1085601431EF}" type="pres">
      <dgm:prSet presAssocID="{ECA32D5A-CEE4-4E7B-8FE5-AC49B3CD4AC7}" presName="level" presStyleLbl="node1" presStyleIdx="3" presStyleCnt="4">
        <dgm:presLayoutVars>
          <dgm:chMax val="1"/>
          <dgm:bulletEnabled val="1"/>
        </dgm:presLayoutVars>
      </dgm:prSet>
      <dgm:spPr/>
    </dgm:pt>
    <dgm:pt modelId="{45218389-4DDA-4478-A904-B7DB4F974586}" type="pres">
      <dgm:prSet presAssocID="{ECA32D5A-CEE4-4E7B-8FE5-AC49B3CD4AC7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2D8620E-7D62-4D97-BB6E-1E8D0C3E70F7}" srcId="{3CD301AB-7452-43B7-89E7-339449D15131}" destId="{ECA32D5A-CEE4-4E7B-8FE5-AC49B3CD4AC7}" srcOrd="3" destOrd="0" parTransId="{5A56D14A-93C1-4178-9727-E0BA024CFF34}" sibTransId="{60F6441F-A2C2-4A91-8B6F-634FB93518A8}"/>
    <dgm:cxn modelId="{B5224C20-B493-4B30-AC45-0513D7C32719}" srcId="{3CD301AB-7452-43B7-89E7-339449D15131}" destId="{A0C86B74-CFCA-41E0-AD03-40DA416C2881}" srcOrd="1" destOrd="0" parTransId="{EF0A4C10-C52C-4A0E-9BB9-BC8B16E24C5A}" sibTransId="{3B5DF581-C6CC-4681-BFD6-29CE82C7D443}"/>
    <dgm:cxn modelId="{2A450F27-C5D8-49F8-822F-F5B1D4A7EA2C}" type="presOf" srcId="{20D75615-ADB6-4A48-9202-AFC5D2C14D5D}" destId="{41D1D9F8-CC56-4735-AD39-39513A814C49}" srcOrd="0" destOrd="0" presId="urn:microsoft.com/office/officeart/2005/8/layout/pyramid1"/>
    <dgm:cxn modelId="{023F4E27-5257-4B7B-9604-69A37BA063BB}" type="presOf" srcId="{3CD301AB-7452-43B7-89E7-339449D15131}" destId="{08112F61-CD0D-4918-A582-8743CA546637}" srcOrd="0" destOrd="0" presId="urn:microsoft.com/office/officeart/2005/8/layout/pyramid1"/>
    <dgm:cxn modelId="{1E57A029-D8A0-4BC3-A2DD-0E101D807332}" type="presOf" srcId="{ECA32D5A-CEE4-4E7B-8FE5-AC49B3CD4AC7}" destId="{DF58EBD8-2575-4C8C-A053-1085601431EF}" srcOrd="0" destOrd="0" presId="urn:microsoft.com/office/officeart/2005/8/layout/pyramid1"/>
    <dgm:cxn modelId="{26573A2B-96F6-43AA-A65E-E52669AF1FAC}" srcId="{3CD301AB-7452-43B7-89E7-339449D15131}" destId="{39866622-5B86-44E0-A598-E5730D6EDF4D}" srcOrd="2" destOrd="0" parTransId="{0BF4E08D-241D-48F0-B1AE-14A02DD91F10}" sibTransId="{9C4BBDDB-879A-4957-9E7A-DFBAFFCFCFF0}"/>
    <dgm:cxn modelId="{C8067F63-791B-41FD-A1E2-4643EC890500}" srcId="{3CD301AB-7452-43B7-89E7-339449D15131}" destId="{20D75615-ADB6-4A48-9202-AFC5D2C14D5D}" srcOrd="0" destOrd="0" parTransId="{D5083084-6111-4BC0-B5F0-DB24652D4D58}" sibTransId="{8B565FCE-FF08-499A-A2BE-1641C9CB6B0A}"/>
    <dgm:cxn modelId="{64189E50-9D42-496B-8757-2E5EEFC881ED}" type="presOf" srcId="{A0C86B74-CFCA-41E0-AD03-40DA416C2881}" destId="{DA18B0B8-3FB1-4E80-9890-F8B920FA89C9}" srcOrd="0" destOrd="0" presId="urn:microsoft.com/office/officeart/2005/8/layout/pyramid1"/>
    <dgm:cxn modelId="{F45F725A-5019-4ADD-BACD-D59523F3CE1A}" type="presOf" srcId="{39866622-5B86-44E0-A598-E5730D6EDF4D}" destId="{3C138431-3F48-4FA5-B448-4E124BFD6B23}" srcOrd="0" destOrd="0" presId="urn:microsoft.com/office/officeart/2005/8/layout/pyramid1"/>
    <dgm:cxn modelId="{61FAD05A-B255-415C-BE40-B7A365301B81}" type="presOf" srcId="{ECA32D5A-CEE4-4E7B-8FE5-AC49B3CD4AC7}" destId="{45218389-4DDA-4478-A904-B7DB4F974586}" srcOrd="1" destOrd="0" presId="urn:microsoft.com/office/officeart/2005/8/layout/pyramid1"/>
    <dgm:cxn modelId="{9862D08A-169A-4265-966B-6191C17D1A12}" type="presOf" srcId="{39866622-5B86-44E0-A598-E5730D6EDF4D}" destId="{8A51E56C-1945-4873-B2FE-5D6FF52523C8}" srcOrd="1" destOrd="0" presId="urn:microsoft.com/office/officeart/2005/8/layout/pyramid1"/>
    <dgm:cxn modelId="{7699C2A9-3ECC-42A5-992D-E8DB1FFB1D21}" type="presOf" srcId="{A0C86B74-CFCA-41E0-AD03-40DA416C2881}" destId="{6BE3D59B-F46C-4658-B73C-788721150872}" srcOrd="1" destOrd="0" presId="urn:microsoft.com/office/officeart/2005/8/layout/pyramid1"/>
    <dgm:cxn modelId="{07871ADB-34AC-46B5-A9DD-828CB4FAAE03}" type="presOf" srcId="{20D75615-ADB6-4A48-9202-AFC5D2C14D5D}" destId="{4A15E40D-6B30-4B51-BE22-92AAF400C973}" srcOrd="1" destOrd="0" presId="urn:microsoft.com/office/officeart/2005/8/layout/pyramid1"/>
    <dgm:cxn modelId="{8E63DBF5-A681-451C-8F9C-720FD392B600}" type="presParOf" srcId="{08112F61-CD0D-4918-A582-8743CA546637}" destId="{9CCF59BB-757E-48A8-94CF-D44995162F7C}" srcOrd="0" destOrd="0" presId="urn:microsoft.com/office/officeart/2005/8/layout/pyramid1"/>
    <dgm:cxn modelId="{486B27CE-CD29-401D-BB74-FCFD1DC12E2F}" type="presParOf" srcId="{9CCF59BB-757E-48A8-94CF-D44995162F7C}" destId="{41D1D9F8-CC56-4735-AD39-39513A814C49}" srcOrd="0" destOrd="0" presId="urn:microsoft.com/office/officeart/2005/8/layout/pyramid1"/>
    <dgm:cxn modelId="{1182E45B-0228-42B3-98CC-52C33B860ECF}" type="presParOf" srcId="{9CCF59BB-757E-48A8-94CF-D44995162F7C}" destId="{4A15E40D-6B30-4B51-BE22-92AAF400C973}" srcOrd="1" destOrd="0" presId="urn:microsoft.com/office/officeart/2005/8/layout/pyramid1"/>
    <dgm:cxn modelId="{BECB8D28-4163-44E7-848C-D13A0E1845F3}" type="presParOf" srcId="{08112F61-CD0D-4918-A582-8743CA546637}" destId="{7093AFFD-99FD-41E0-9463-FFFF7C79B5DD}" srcOrd="1" destOrd="0" presId="urn:microsoft.com/office/officeart/2005/8/layout/pyramid1"/>
    <dgm:cxn modelId="{92608849-BE75-48DD-BD47-A2C3C5B42750}" type="presParOf" srcId="{7093AFFD-99FD-41E0-9463-FFFF7C79B5DD}" destId="{DA18B0B8-3FB1-4E80-9890-F8B920FA89C9}" srcOrd="0" destOrd="0" presId="urn:microsoft.com/office/officeart/2005/8/layout/pyramid1"/>
    <dgm:cxn modelId="{5E4E208A-1C03-43CA-A717-43F032260208}" type="presParOf" srcId="{7093AFFD-99FD-41E0-9463-FFFF7C79B5DD}" destId="{6BE3D59B-F46C-4658-B73C-788721150872}" srcOrd="1" destOrd="0" presId="urn:microsoft.com/office/officeart/2005/8/layout/pyramid1"/>
    <dgm:cxn modelId="{68947A49-882A-45B9-9785-207B5B0342AF}" type="presParOf" srcId="{08112F61-CD0D-4918-A582-8743CA546637}" destId="{3B8958F5-6780-4F90-8EBA-43067FAC26C7}" srcOrd="2" destOrd="0" presId="urn:microsoft.com/office/officeart/2005/8/layout/pyramid1"/>
    <dgm:cxn modelId="{22F043C5-9A40-4538-855D-82924C2E8E79}" type="presParOf" srcId="{3B8958F5-6780-4F90-8EBA-43067FAC26C7}" destId="{3C138431-3F48-4FA5-B448-4E124BFD6B23}" srcOrd="0" destOrd="0" presId="urn:microsoft.com/office/officeart/2005/8/layout/pyramid1"/>
    <dgm:cxn modelId="{AB7EB582-1AD6-40C9-BB10-77272A5432D8}" type="presParOf" srcId="{3B8958F5-6780-4F90-8EBA-43067FAC26C7}" destId="{8A51E56C-1945-4873-B2FE-5D6FF52523C8}" srcOrd="1" destOrd="0" presId="urn:microsoft.com/office/officeart/2005/8/layout/pyramid1"/>
    <dgm:cxn modelId="{EA4B18C8-DAD8-4675-85BD-5CB28425E2CA}" type="presParOf" srcId="{08112F61-CD0D-4918-A582-8743CA546637}" destId="{8868FB1A-5C70-411B-AF20-608AB9FA1E11}" srcOrd="3" destOrd="0" presId="urn:microsoft.com/office/officeart/2005/8/layout/pyramid1"/>
    <dgm:cxn modelId="{A0A4FAC5-1395-4DC9-88DB-A97FC0286510}" type="presParOf" srcId="{8868FB1A-5C70-411B-AF20-608AB9FA1E11}" destId="{DF58EBD8-2575-4C8C-A053-1085601431EF}" srcOrd="0" destOrd="0" presId="urn:microsoft.com/office/officeart/2005/8/layout/pyramid1"/>
    <dgm:cxn modelId="{3B69C4A7-7235-49AF-8DE2-34A904B09ED7}" type="presParOf" srcId="{8868FB1A-5C70-411B-AF20-608AB9FA1E11}" destId="{45218389-4DDA-4478-A904-B7DB4F974586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541CBAA8-A7C0-4D95-8E06-089C0194085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F641C3EB-FCB0-43C3-9709-6F5AE7CCFDDB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7230D52-9678-4DB1-AB8E-8711B51B2C97}" type="parTrans" cxnId="{6310BCA5-2364-408F-A2D6-A05173770D5E}">
      <dgm:prSet/>
      <dgm:spPr/>
    </dgm:pt>
    <dgm:pt modelId="{974E9BB2-232F-4D2B-B407-94476F47A075}" type="sibTrans" cxnId="{6310BCA5-2364-408F-A2D6-A05173770D5E}">
      <dgm:prSet/>
      <dgm:spPr/>
    </dgm:pt>
    <dgm:pt modelId="{EC7D3302-2EA8-4B64-9FD5-F1632023E2B4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310FDF3-787C-4CB2-8845-3B1393C7A8FF}" type="parTrans" cxnId="{192D95F4-760A-485C-A566-61B37BB55279}">
      <dgm:prSet/>
      <dgm:spPr/>
    </dgm:pt>
    <dgm:pt modelId="{7F3D58DB-B09A-4301-857D-EFB4C141C613}" type="sibTrans" cxnId="{192D95F4-760A-485C-A566-61B37BB55279}">
      <dgm:prSet/>
      <dgm:spPr/>
    </dgm:pt>
    <dgm:pt modelId="{7E648461-BAC4-4F37-A244-C3B5494BC31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44A8BDD-5CF8-44F6-8A95-14ABB1AFBB6C}" type="parTrans" cxnId="{ECA8574A-E144-4C26-A858-D6BD6EA2972E}">
      <dgm:prSet/>
      <dgm:spPr/>
    </dgm:pt>
    <dgm:pt modelId="{382004C4-6A38-420C-9562-264121524F94}" type="sibTrans" cxnId="{ECA8574A-E144-4C26-A858-D6BD6EA2972E}">
      <dgm:prSet/>
      <dgm:spPr/>
    </dgm:pt>
    <dgm:pt modelId="{028428B9-ABAC-4E4C-9279-179510414E9C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AD8BD5FC-20F8-4405-BFC3-A2C56C595BE8}" type="parTrans" cxnId="{C14910B2-E751-4C1E-88C1-DBC90D99668D}">
      <dgm:prSet/>
      <dgm:spPr/>
    </dgm:pt>
    <dgm:pt modelId="{EDBFA9C9-1CC0-4C7C-BE40-5F6D6F5B749D}" type="sibTrans" cxnId="{C14910B2-E751-4C1E-88C1-DBC90D99668D}">
      <dgm:prSet/>
      <dgm:spPr/>
    </dgm:pt>
    <dgm:pt modelId="{1EAFDB67-C712-4ED6-8D39-02877F2B6C98}" type="pres">
      <dgm:prSet presAssocID="{541CBAA8-A7C0-4D95-8E06-089C0194085C}" presName="compositeShape" presStyleCnt="0">
        <dgm:presLayoutVars>
          <dgm:chMax val="7"/>
          <dgm:dir/>
          <dgm:resizeHandles val="exact"/>
        </dgm:presLayoutVars>
      </dgm:prSet>
      <dgm:spPr/>
    </dgm:pt>
    <dgm:pt modelId="{56DCDD4B-313E-4B07-A1F0-666CD1E89654}" type="pres">
      <dgm:prSet presAssocID="{F641C3EB-FCB0-43C3-9709-6F5AE7CCFDDB}" presName="circ1" presStyleLbl="vennNode1" presStyleIdx="0" presStyleCnt="4"/>
      <dgm:spPr/>
    </dgm:pt>
    <dgm:pt modelId="{1583F71F-C94D-4F7F-A620-BF64E83870EE}" type="pres">
      <dgm:prSet presAssocID="{F641C3EB-FCB0-43C3-9709-6F5AE7CCFDD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AA3D8EA-DBFA-4D96-8975-31FC40B804A3}" type="pres">
      <dgm:prSet presAssocID="{EC7D3302-2EA8-4B64-9FD5-F1632023E2B4}" presName="circ2" presStyleLbl="vennNode1" presStyleIdx="1" presStyleCnt="4"/>
      <dgm:spPr/>
    </dgm:pt>
    <dgm:pt modelId="{36180005-7A01-4E8C-9920-052E1FE1C54B}" type="pres">
      <dgm:prSet presAssocID="{EC7D3302-2EA8-4B64-9FD5-F1632023E2B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8135F76-0E83-49DB-867A-60A8FE342D8D}" type="pres">
      <dgm:prSet presAssocID="{7E648461-BAC4-4F37-A244-C3B5494BC316}" presName="circ3" presStyleLbl="vennNode1" presStyleIdx="2" presStyleCnt="4"/>
      <dgm:spPr/>
    </dgm:pt>
    <dgm:pt modelId="{77D96E6D-EB35-442F-BC0B-89B666CDAC3E}" type="pres">
      <dgm:prSet presAssocID="{7E648461-BAC4-4F37-A244-C3B5494BC31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92F30F9-B38F-40EA-941F-ABC6096FD14D}" type="pres">
      <dgm:prSet presAssocID="{028428B9-ABAC-4E4C-9279-179510414E9C}" presName="circ4" presStyleLbl="vennNode1" presStyleIdx="3" presStyleCnt="4"/>
      <dgm:spPr/>
    </dgm:pt>
    <dgm:pt modelId="{E33868F3-2466-4FF7-B8F2-1247AC13FD00}" type="pres">
      <dgm:prSet presAssocID="{028428B9-ABAC-4E4C-9279-179510414E9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D38D21D-4EF0-4469-91AC-13AF367F05FC}" type="presOf" srcId="{7E648461-BAC4-4F37-A244-C3B5494BC316}" destId="{77D96E6D-EB35-442F-BC0B-89B666CDAC3E}" srcOrd="1" destOrd="0" presId="urn:microsoft.com/office/officeart/2005/8/layout/venn1"/>
    <dgm:cxn modelId="{1BA1C32A-225A-453C-9759-36B90F796355}" type="presOf" srcId="{028428B9-ABAC-4E4C-9279-179510414E9C}" destId="{E33868F3-2466-4FF7-B8F2-1247AC13FD00}" srcOrd="1" destOrd="0" presId="urn:microsoft.com/office/officeart/2005/8/layout/venn1"/>
    <dgm:cxn modelId="{8BABC05E-0381-4AEB-8FA6-69ECC6FF141B}" type="presOf" srcId="{EC7D3302-2EA8-4B64-9FD5-F1632023E2B4}" destId="{36180005-7A01-4E8C-9920-052E1FE1C54B}" srcOrd="1" destOrd="0" presId="urn:microsoft.com/office/officeart/2005/8/layout/venn1"/>
    <dgm:cxn modelId="{2B094C41-9A0B-4DCF-932D-C1F5FDC6B3A7}" type="presOf" srcId="{F641C3EB-FCB0-43C3-9709-6F5AE7CCFDDB}" destId="{1583F71F-C94D-4F7F-A620-BF64E83870EE}" srcOrd="1" destOrd="0" presId="urn:microsoft.com/office/officeart/2005/8/layout/venn1"/>
    <dgm:cxn modelId="{14905B42-AFDC-497C-B1E7-301EE437CC90}" type="presOf" srcId="{028428B9-ABAC-4E4C-9279-179510414E9C}" destId="{892F30F9-B38F-40EA-941F-ABC6096FD14D}" srcOrd="0" destOrd="0" presId="urn:microsoft.com/office/officeart/2005/8/layout/venn1"/>
    <dgm:cxn modelId="{11E43D49-F1F1-46AA-9AB1-DF289300B4AD}" type="presOf" srcId="{541CBAA8-A7C0-4D95-8E06-089C0194085C}" destId="{1EAFDB67-C712-4ED6-8D39-02877F2B6C98}" srcOrd="0" destOrd="0" presId="urn:microsoft.com/office/officeart/2005/8/layout/venn1"/>
    <dgm:cxn modelId="{ECA8574A-E144-4C26-A858-D6BD6EA2972E}" srcId="{541CBAA8-A7C0-4D95-8E06-089C0194085C}" destId="{7E648461-BAC4-4F37-A244-C3B5494BC316}" srcOrd="2" destOrd="0" parTransId="{D44A8BDD-5CF8-44F6-8A95-14ABB1AFBB6C}" sibTransId="{382004C4-6A38-420C-9562-264121524F94}"/>
    <dgm:cxn modelId="{D60B8E4E-E989-4002-9369-B153E494C973}" type="presOf" srcId="{F641C3EB-FCB0-43C3-9709-6F5AE7CCFDDB}" destId="{56DCDD4B-313E-4B07-A1F0-666CD1E89654}" srcOrd="0" destOrd="0" presId="urn:microsoft.com/office/officeart/2005/8/layout/venn1"/>
    <dgm:cxn modelId="{6310BCA5-2364-408F-A2D6-A05173770D5E}" srcId="{541CBAA8-A7C0-4D95-8E06-089C0194085C}" destId="{F641C3EB-FCB0-43C3-9709-6F5AE7CCFDDB}" srcOrd="0" destOrd="0" parTransId="{E7230D52-9678-4DB1-AB8E-8711B51B2C97}" sibTransId="{974E9BB2-232F-4D2B-B407-94476F47A075}"/>
    <dgm:cxn modelId="{C46E85B1-0A6A-41AA-BEA7-38E3C920F490}" type="presOf" srcId="{EC7D3302-2EA8-4B64-9FD5-F1632023E2B4}" destId="{BAA3D8EA-DBFA-4D96-8975-31FC40B804A3}" srcOrd="0" destOrd="0" presId="urn:microsoft.com/office/officeart/2005/8/layout/venn1"/>
    <dgm:cxn modelId="{C14910B2-E751-4C1E-88C1-DBC90D99668D}" srcId="{541CBAA8-A7C0-4D95-8E06-089C0194085C}" destId="{028428B9-ABAC-4E4C-9279-179510414E9C}" srcOrd="3" destOrd="0" parTransId="{AD8BD5FC-20F8-4405-BFC3-A2C56C595BE8}" sibTransId="{EDBFA9C9-1CC0-4C7C-BE40-5F6D6F5B749D}"/>
    <dgm:cxn modelId="{035167D3-EE4A-4799-B164-84DF73F04420}" type="presOf" srcId="{7E648461-BAC4-4F37-A244-C3B5494BC316}" destId="{08135F76-0E83-49DB-867A-60A8FE342D8D}" srcOrd="0" destOrd="0" presId="urn:microsoft.com/office/officeart/2005/8/layout/venn1"/>
    <dgm:cxn modelId="{192D95F4-760A-485C-A566-61B37BB55279}" srcId="{541CBAA8-A7C0-4D95-8E06-089C0194085C}" destId="{EC7D3302-2EA8-4B64-9FD5-F1632023E2B4}" srcOrd="1" destOrd="0" parTransId="{7310FDF3-787C-4CB2-8845-3B1393C7A8FF}" sibTransId="{7F3D58DB-B09A-4301-857D-EFB4C141C613}"/>
    <dgm:cxn modelId="{310B84BB-EC59-4B75-A693-92246A6A0DB1}" type="presParOf" srcId="{1EAFDB67-C712-4ED6-8D39-02877F2B6C98}" destId="{56DCDD4B-313E-4B07-A1F0-666CD1E89654}" srcOrd="0" destOrd="0" presId="urn:microsoft.com/office/officeart/2005/8/layout/venn1"/>
    <dgm:cxn modelId="{CA2FC854-AAD3-4FA5-9A13-B6F98E485B5A}" type="presParOf" srcId="{1EAFDB67-C712-4ED6-8D39-02877F2B6C98}" destId="{1583F71F-C94D-4F7F-A620-BF64E83870EE}" srcOrd="1" destOrd="0" presId="urn:microsoft.com/office/officeart/2005/8/layout/venn1"/>
    <dgm:cxn modelId="{F81B27F1-75CE-43F1-B2D7-350A79E51044}" type="presParOf" srcId="{1EAFDB67-C712-4ED6-8D39-02877F2B6C98}" destId="{BAA3D8EA-DBFA-4D96-8975-31FC40B804A3}" srcOrd="2" destOrd="0" presId="urn:microsoft.com/office/officeart/2005/8/layout/venn1"/>
    <dgm:cxn modelId="{4BFCFBB2-C3AA-4497-A2BC-690CBF1D806F}" type="presParOf" srcId="{1EAFDB67-C712-4ED6-8D39-02877F2B6C98}" destId="{36180005-7A01-4E8C-9920-052E1FE1C54B}" srcOrd="3" destOrd="0" presId="urn:microsoft.com/office/officeart/2005/8/layout/venn1"/>
    <dgm:cxn modelId="{266E02C3-2D26-4D87-A7C1-A59E990C2F78}" type="presParOf" srcId="{1EAFDB67-C712-4ED6-8D39-02877F2B6C98}" destId="{08135F76-0E83-49DB-867A-60A8FE342D8D}" srcOrd="4" destOrd="0" presId="urn:microsoft.com/office/officeart/2005/8/layout/venn1"/>
    <dgm:cxn modelId="{37CDF4BB-776C-4C84-B966-96D9ABC4B309}" type="presParOf" srcId="{1EAFDB67-C712-4ED6-8D39-02877F2B6C98}" destId="{77D96E6D-EB35-442F-BC0B-89B666CDAC3E}" srcOrd="5" destOrd="0" presId="urn:microsoft.com/office/officeart/2005/8/layout/venn1"/>
    <dgm:cxn modelId="{6F5FDA43-65BD-44C4-8BE7-92BBD202B2D4}" type="presParOf" srcId="{1EAFDB67-C712-4ED6-8D39-02877F2B6C98}" destId="{892F30F9-B38F-40EA-941F-ABC6096FD14D}" srcOrd="6" destOrd="0" presId="urn:microsoft.com/office/officeart/2005/8/layout/venn1"/>
    <dgm:cxn modelId="{2693EC0F-F853-4930-9CBD-0B6CA8216F9E}" type="presParOf" srcId="{1EAFDB67-C712-4ED6-8D39-02877F2B6C98}" destId="{E33868F3-2466-4FF7-B8F2-1247AC13FD00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9964F32A-732C-49A1-BEC6-4326422BF0D3}" type="doc">
      <dgm:prSet loTypeId="urn:microsoft.com/office/officeart/2005/8/layout/venn1" loCatId="relationship" qsTypeId="urn:microsoft.com/office/officeart/2005/8/quickstyle/simple2" qsCatId="simple" csTypeId="urn:microsoft.com/office/officeart/2005/8/colors/accent1_2" csCatId="accent1" phldr="1"/>
      <dgm:spPr/>
    </dgm:pt>
    <dgm:pt modelId="{F70DD3A7-6AA4-42CF-B770-5FB0DB9C137E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AC4D5023-610C-4F57-BC45-CF1F5D2AF542}" type="parTrans" cxnId="{DD3B98A3-6B5F-4A82-8CD0-2F05F6D1FD7A}">
      <dgm:prSet/>
      <dgm:spPr/>
    </dgm:pt>
    <dgm:pt modelId="{CA80B46C-215A-4832-B019-C635C33C9199}" type="sibTrans" cxnId="{DD3B98A3-6B5F-4A82-8CD0-2F05F6D1FD7A}">
      <dgm:prSet/>
      <dgm:spPr/>
    </dgm:pt>
    <dgm:pt modelId="{274F22D2-FEA8-42C1-8766-467B9D300FC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D2D9C308-5073-43EC-8137-0815CDF2F6AF}" type="parTrans" cxnId="{B32E6349-B58B-44B4-BAC5-3CD9DF204A0E}">
      <dgm:prSet/>
      <dgm:spPr/>
    </dgm:pt>
    <dgm:pt modelId="{BF38405B-C1C0-4263-AE80-1B7F2ED8F22A}" type="sibTrans" cxnId="{B32E6349-B58B-44B4-BAC5-3CD9DF204A0E}">
      <dgm:prSet/>
      <dgm:spPr/>
    </dgm:pt>
    <dgm:pt modelId="{F4E4BFD6-5DFA-4ED8-806E-71E79593470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C4443A6-2B35-465E-801A-8FE1B227CA06}" type="parTrans" cxnId="{B272213A-F42B-4E92-BD15-1233618B1D7A}">
      <dgm:prSet/>
      <dgm:spPr/>
    </dgm:pt>
    <dgm:pt modelId="{5B7F311A-FA6A-48B7-A5B8-77AF33E06023}" type="sibTrans" cxnId="{B272213A-F42B-4E92-BD15-1233618B1D7A}">
      <dgm:prSet/>
      <dgm:spPr/>
    </dgm:pt>
    <dgm:pt modelId="{B52BA6BC-AD4A-4F31-976F-B2DFAB655E6C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A8D6EFE-3548-4D82-8482-470E8A193952}" type="parTrans" cxnId="{CBA8658E-44A2-4EDA-80E4-9F8D4940218E}">
      <dgm:prSet/>
      <dgm:spPr/>
    </dgm:pt>
    <dgm:pt modelId="{590DE46C-1B30-4583-9BFE-B78C3BBD87F5}" type="sibTrans" cxnId="{CBA8658E-44A2-4EDA-80E4-9F8D4940218E}">
      <dgm:prSet/>
      <dgm:spPr/>
    </dgm:pt>
    <dgm:pt modelId="{EE574D61-5E73-478E-902B-6BBF2977085B}" type="pres">
      <dgm:prSet presAssocID="{9964F32A-732C-49A1-BEC6-4326422BF0D3}" presName="compositeShape" presStyleCnt="0">
        <dgm:presLayoutVars>
          <dgm:chMax val="7"/>
          <dgm:dir/>
          <dgm:resizeHandles val="exact"/>
        </dgm:presLayoutVars>
      </dgm:prSet>
      <dgm:spPr/>
    </dgm:pt>
    <dgm:pt modelId="{4408E2A4-BE39-45A4-8DAC-91B940323409}" type="pres">
      <dgm:prSet presAssocID="{F70DD3A7-6AA4-42CF-B770-5FB0DB9C137E}" presName="circ1" presStyleLbl="vennNode1" presStyleIdx="0" presStyleCnt="4"/>
      <dgm:spPr/>
    </dgm:pt>
    <dgm:pt modelId="{FA1C4DD8-B5A2-45FB-9B9E-408E496229D1}" type="pres">
      <dgm:prSet presAssocID="{F70DD3A7-6AA4-42CF-B770-5FB0DB9C137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D3848AE-2733-4BAB-86B2-056EFAD9274A}" type="pres">
      <dgm:prSet presAssocID="{274F22D2-FEA8-42C1-8766-467B9D300FC6}" presName="circ2" presStyleLbl="vennNode1" presStyleIdx="1" presStyleCnt="4"/>
      <dgm:spPr/>
    </dgm:pt>
    <dgm:pt modelId="{7A81994D-7826-4443-891A-556FFDCF6670}" type="pres">
      <dgm:prSet presAssocID="{274F22D2-FEA8-42C1-8766-467B9D300FC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10635D0-39CC-46B7-8328-99983C8C00DE}" type="pres">
      <dgm:prSet presAssocID="{F4E4BFD6-5DFA-4ED8-806E-71E795934704}" presName="circ3" presStyleLbl="vennNode1" presStyleIdx="2" presStyleCnt="4"/>
      <dgm:spPr/>
    </dgm:pt>
    <dgm:pt modelId="{259889D8-1C8E-4098-8AEB-F1488652CFDB}" type="pres">
      <dgm:prSet presAssocID="{F4E4BFD6-5DFA-4ED8-806E-71E79593470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08D31CC-E3A3-4EED-A55A-EE901F54C53A}" type="pres">
      <dgm:prSet presAssocID="{B52BA6BC-AD4A-4F31-976F-B2DFAB655E6C}" presName="circ4" presStyleLbl="vennNode1" presStyleIdx="3" presStyleCnt="4"/>
      <dgm:spPr/>
    </dgm:pt>
    <dgm:pt modelId="{35FB4955-E730-446E-872A-C1F32FAAC038}" type="pres">
      <dgm:prSet presAssocID="{B52BA6BC-AD4A-4F31-976F-B2DFAB655E6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3CB7B11-0653-4B0B-93E6-B5AFE8FA212D}" type="presOf" srcId="{F70DD3A7-6AA4-42CF-B770-5FB0DB9C137E}" destId="{FA1C4DD8-B5A2-45FB-9B9E-408E496229D1}" srcOrd="1" destOrd="0" presId="urn:microsoft.com/office/officeart/2005/8/layout/venn1"/>
    <dgm:cxn modelId="{A9083F17-A4EE-4C03-8DF9-47D444293979}" type="presOf" srcId="{274F22D2-FEA8-42C1-8766-467B9D300FC6}" destId="{7A81994D-7826-4443-891A-556FFDCF6670}" srcOrd="1" destOrd="0" presId="urn:microsoft.com/office/officeart/2005/8/layout/venn1"/>
    <dgm:cxn modelId="{DDF4CD1B-BBDD-4B55-A0C2-2707D2066BC5}" type="presOf" srcId="{B52BA6BC-AD4A-4F31-976F-B2DFAB655E6C}" destId="{35FB4955-E730-446E-872A-C1F32FAAC038}" srcOrd="1" destOrd="0" presId="urn:microsoft.com/office/officeart/2005/8/layout/venn1"/>
    <dgm:cxn modelId="{23CD2829-05A3-4274-B0F7-C905B7940C90}" type="presOf" srcId="{F4E4BFD6-5DFA-4ED8-806E-71E795934704}" destId="{210635D0-39CC-46B7-8328-99983C8C00DE}" srcOrd="0" destOrd="0" presId="urn:microsoft.com/office/officeart/2005/8/layout/venn1"/>
    <dgm:cxn modelId="{B272213A-F42B-4E92-BD15-1233618B1D7A}" srcId="{9964F32A-732C-49A1-BEC6-4326422BF0D3}" destId="{F4E4BFD6-5DFA-4ED8-806E-71E795934704}" srcOrd="2" destOrd="0" parTransId="{7C4443A6-2B35-465E-801A-8FE1B227CA06}" sibTransId="{5B7F311A-FA6A-48B7-A5B8-77AF33E06023}"/>
    <dgm:cxn modelId="{B32E6349-B58B-44B4-BAC5-3CD9DF204A0E}" srcId="{9964F32A-732C-49A1-BEC6-4326422BF0D3}" destId="{274F22D2-FEA8-42C1-8766-467B9D300FC6}" srcOrd="1" destOrd="0" parTransId="{D2D9C308-5073-43EC-8137-0815CDF2F6AF}" sibTransId="{BF38405B-C1C0-4263-AE80-1B7F2ED8F22A}"/>
    <dgm:cxn modelId="{F12ED44F-2F22-498B-9392-5A7425209F0E}" type="presOf" srcId="{F70DD3A7-6AA4-42CF-B770-5FB0DB9C137E}" destId="{4408E2A4-BE39-45A4-8DAC-91B940323409}" srcOrd="0" destOrd="0" presId="urn:microsoft.com/office/officeart/2005/8/layout/venn1"/>
    <dgm:cxn modelId="{0DAC917B-93BB-416B-9F81-47EFA6C1E99C}" type="presOf" srcId="{9964F32A-732C-49A1-BEC6-4326422BF0D3}" destId="{EE574D61-5E73-478E-902B-6BBF2977085B}" srcOrd="0" destOrd="0" presId="urn:microsoft.com/office/officeart/2005/8/layout/venn1"/>
    <dgm:cxn modelId="{CBA8658E-44A2-4EDA-80E4-9F8D4940218E}" srcId="{9964F32A-732C-49A1-BEC6-4326422BF0D3}" destId="{B52BA6BC-AD4A-4F31-976F-B2DFAB655E6C}" srcOrd="3" destOrd="0" parTransId="{4A8D6EFE-3548-4D82-8482-470E8A193952}" sibTransId="{590DE46C-1B30-4583-9BFE-B78C3BBD87F5}"/>
    <dgm:cxn modelId="{DD3B98A3-6B5F-4A82-8CD0-2F05F6D1FD7A}" srcId="{9964F32A-732C-49A1-BEC6-4326422BF0D3}" destId="{F70DD3A7-6AA4-42CF-B770-5FB0DB9C137E}" srcOrd="0" destOrd="0" parTransId="{AC4D5023-610C-4F57-BC45-CF1F5D2AF542}" sibTransId="{CA80B46C-215A-4832-B019-C635C33C9199}"/>
    <dgm:cxn modelId="{FB3C93A9-F5F3-437A-AE72-95DA7854FF56}" type="presOf" srcId="{274F22D2-FEA8-42C1-8766-467B9D300FC6}" destId="{7D3848AE-2733-4BAB-86B2-056EFAD9274A}" srcOrd="0" destOrd="0" presId="urn:microsoft.com/office/officeart/2005/8/layout/venn1"/>
    <dgm:cxn modelId="{C883FCB3-F7E5-4235-85BE-535C985426A2}" type="presOf" srcId="{B52BA6BC-AD4A-4F31-976F-B2DFAB655E6C}" destId="{108D31CC-E3A3-4EED-A55A-EE901F54C53A}" srcOrd="0" destOrd="0" presId="urn:microsoft.com/office/officeart/2005/8/layout/venn1"/>
    <dgm:cxn modelId="{A2ED36D7-11D2-4067-ADF8-787C660F9A2C}" type="presOf" srcId="{F4E4BFD6-5DFA-4ED8-806E-71E795934704}" destId="{259889D8-1C8E-4098-8AEB-F1488652CFDB}" srcOrd="1" destOrd="0" presId="urn:microsoft.com/office/officeart/2005/8/layout/venn1"/>
    <dgm:cxn modelId="{6139E393-672C-4DFF-B83F-1DFA419C6039}" type="presParOf" srcId="{EE574D61-5E73-478E-902B-6BBF2977085B}" destId="{4408E2A4-BE39-45A4-8DAC-91B940323409}" srcOrd="0" destOrd="0" presId="urn:microsoft.com/office/officeart/2005/8/layout/venn1"/>
    <dgm:cxn modelId="{B1DD031E-8A77-44BA-B4FA-858EC7061B10}" type="presParOf" srcId="{EE574D61-5E73-478E-902B-6BBF2977085B}" destId="{FA1C4DD8-B5A2-45FB-9B9E-408E496229D1}" srcOrd="1" destOrd="0" presId="urn:microsoft.com/office/officeart/2005/8/layout/venn1"/>
    <dgm:cxn modelId="{A6379387-F0F2-49BE-AAAC-435D55B9AE2C}" type="presParOf" srcId="{EE574D61-5E73-478E-902B-6BBF2977085B}" destId="{7D3848AE-2733-4BAB-86B2-056EFAD9274A}" srcOrd="2" destOrd="0" presId="urn:microsoft.com/office/officeart/2005/8/layout/venn1"/>
    <dgm:cxn modelId="{85656E28-4D1C-42C0-B21B-5B71CB419AC3}" type="presParOf" srcId="{EE574D61-5E73-478E-902B-6BBF2977085B}" destId="{7A81994D-7826-4443-891A-556FFDCF6670}" srcOrd="3" destOrd="0" presId="urn:microsoft.com/office/officeart/2005/8/layout/venn1"/>
    <dgm:cxn modelId="{67B4D622-E343-4FDD-ACF7-585C5EA1C540}" type="presParOf" srcId="{EE574D61-5E73-478E-902B-6BBF2977085B}" destId="{210635D0-39CC-46B7-8328-99983C8C00DE}" srcOrd="4" destOrd="0" presId="urn:microsoft.com/office/officeart/2005/8/layout/venn1"/>
    <dgm:cxn modelId="{BFEBE6A1-ACD1-4B70-B232-73DD98525237}" type="presParOf" srcId="{EE574D61-5E73-478E-902B-6BBF2977085B}" destId="{259889D8-1C8E-4098-8AEB-F1488652CFDB}" srcOrd="5" destOrd="0" presId="urn:microsoft.com/office/officeart/2005/8/layout/venn1"/>
    <dgm:cxn modelId="{2BFEAD19-CAF4-4A03-ABC2-44EE4FF0C629}" type="presParOf" srcId="{EE574D61-5E73-478E-902B-6BBF2977085B}" destId="{108D31CC-E3A3-4EED-A55A-EE901F54C53A}" srcOrd="6" destOrd="0" presId="urn:microsoft.com/office/officeart/2005/8/layout/venn1"/>
    <dgm:cxn modelId="{4FEABD7D-5BD1-46C7-A1FC-19529473A71C}" type="presParOf" srcId="{EE574D61-5E73-478E-902B-6BBF2977085B}" destId="{35FB4955-E730-446E-872A-C1F32FAAC038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2E77AD8B-0860-4B84-8BB2-891A191255EE}" type="doc">
      <dgm:prSet loTypeId="urn:microsoft.com/office/officeart/2005/8/layout/venn1" loCatId="relationship" qsTypeId="urn:microsoft.com/office/officeart/2005/8/quickstyle/simple3" qsCatId="simple" csTypeId="urn:microsoft.com/office/officeart/2005/8/colors/accent1_2" csCatId="accent1" phldr="1"/>
      <dgm:spPr/>
    </dgm:pt>
    <dgm:pt modelId="{AA762507-5B0E-4BE9-88F8-2CD90CA4BCCB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C6771F5-BB82-4857-AA60-5320113F2F97}" type="parTrans" cxnId="{CFE0890F-B29F-45EF-B725-A750AFE9DBA6}">
      <dgm:prSet/>
      <dgm:spPr/>
    </dgm:pt>
    <dgm:pt modelId="{F1F45325-5071-4A30-9263-4427DC83A2FA}" type="sibTrans" cxnId="{CFE0890F-B29F-45EF-B725-A750AFE9DBA6}">
      <dgm:prSet/>
      <dgm:spPr/>
    </dgm:pt>
    <dgm:pt modelId="{47F6F4EF-E492-40C9-84AA-D19D53930BC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7C7881D-A5FC-4C68-ACFF-EEE92E2593F4}" type="parTrans" cxnId="{CDEB502D-9EBB-433E-A3C2-219A034A06B5}">
      <dgm:prSet/>
      <dgm:spPr/>
    </dgm:pt>
    <dgm:pt modelId="{238FEF32-0C71-48B5-BD1A-BFE5967E1D57}" type="sibTrans" cxnId="{CDEB502D-9EBB-433E-A3C2-219A034A06B5}">
      <dgm:prSet/>
      <dgm:spPr/>
    </dgm:pt>
    <dgm:pt modelId="{F3850445-4AF9-4CF8-9566-A809872BF9E5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60C4D4D0-A2E4-420D-A680-BE21841D8916}" type="parTrans" cxnId="{E6FA313A-9478-4A77-8655-D0E216205865}">
      <dgm:prSet/>
      <dgm:spPr/>
    </dgm:pt>
    <dgm:pt modelId="{617AE60F-8C13-47D8-8A77-88CA3F9600EA}" type="sibTrans" cxnId="{E6FA313A-9478-4A77-8655-D0E216205865}">
      <dgm:prSet/>
      <dgm:spPr/>
    </dgm:pt>
    <dgm:pt modelId="{ACCA9E61-9DC1-48FE-8404-481AEF51092F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858933FF-61AD-4784-A882-58F4D22741C1}" type="parTrans" cxnId="{BA8268AA-0E13-4986-B965-A686ED29EE33}">
      <dgm:prSet/>
      <dgm:spPr/>
    </dgm:pt>
    <dgm:pt modelId="{10CA6FC4-E532-4225-8241-90EDCD475149}" type="sibTrans" cxnId="{BA8268AA-0E13-4986-B965-A686ED29EE33}">
      <dgm:prSet/>
      <dgm:spPr/>
    </dgm:pt>
    <dgm:pt modelId="{6F143760-57F0-4803-AD9D-F6F28D286856}" type="pres">
      <dgm:prSet presAssocID="{2E77AD8B-0860-4B84-8BB2-891A191255EE}" presName="compositeShape" presStyleCnt="0">
        <dgm:presLayoutVars>
          <dgm:chMax val="7"/>
          <dgm:dir/>
          <dgm:resizeHandles val="exact"/>
        </dgm:presLayoutVars>
      </dgm:prSet>
      <dgm:spPr/>
    </dgm:pt>
    <dgm:pt modelId="{3E4E0049-68B0-496E-AC7A-FC32010BB8B5}" type="pres">
      <dgm:prSet presAssocID="{AA762507-5B0E-4BE9-88F8-2CD90CA4BCCB}" presName="circ1" presStyleLbl="vennNode1" presStyleIdx="0" presStyleCnt="4"/>
      <dgm:spPr/>
    </dgm:pt>
    <dgm:pt modelId="{810BDD07-2573-4FA1-8684-FB62FC4C5FF4}" type="pres">
      <dgm:prSet presAssocID="{AA762507-5B0E-4BE9-88F8-2CD90CA4BCC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D35429A-D144-41C4-A83A-24BC0BED9B59}" type="pres">
      <dgm:prSet presAssocID="{47F6F4EF-E492-40C9-84AA-D19D53930BC6}" presName="circ2" presStyleLbl="vennNode1" presStyleIdx="1" presStyleCnt="4"/>
      <dgm:spPr/>
    </dgm:pt>
    <dgm:pt modelId="{0AF3B5A6-2FE2-47E5-8F12-CF69B4BFD617}" type="pres">
      <dgm:prSet presAssocID="{47F6F4EF-E492-40C9-84AA-D19D53930BC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BC204A9-1605-42CD-BC3D-4B72E6EB9985}" type="pres">
      <dgm:prSet presAssocID="{F3850445-4AF9-4CF8-9566-A809872BF9E5}" presName="circ3" presStyleLbl="vennNode1" presStyleIdx="2" presStyleCnt="4"/>
      <dgm:spPr/>
    </dgm:pt>
    <dgm:pt modelId="{8F6BC5FB-ADE6-40E9-8A07-526C57B82040}" type="pres">
      <dgm:prSet presAssocID="{F3850445-4AF9-4CF8-9566-A809872BF9E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A5D015D-FC63-454E-9C28-6AB20289B7D6}" type="pres">
      <dgm:prSet presAssocID="{ACCA9E61-9DC1-48FE-8404-481AEF51092F}" presName="circ4" presStyleLbl="vennNode1" presStyleIdx="3" presStyleCnt="4"/>
      <dgm:spPr/>
    </dgm:pt>
    <dgm:pt modelId="{68C65790-D674-4695-BB82-E4A763A7B6EC}" type="pres">
      <dgm:prSet presAssocID="{ACCA9E61-9DC1-48FE-8404-481AEF51092F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FE0890F-B29F-45EF-B725-A750AFE9DBA6}" srcId="{2E77AD8B-0860-4B84-8BB2-891A191255EE}" destId="{AA762507-5B0E-4BE9-88F8-2CD90CA4BCCB}" srcOrd="0" destOrd="0" parTransId="{3C6771F5-BB82-4857-AA60-5320113F2F97}" sibTransId="{F1F45325-5071-4A30-9263-4427DC83A2FA}"/>
    <dgm:cxn modelId="{E621FF20-63F5-49DE-BF25-8BBEA8DE59FF}" type="presOf" srcId="{47F6F4EF-E492-40C9-84AA-D19D53930BC6}" destId="{0AF3B5A6-2FE2-47E5-8F12-CF69B4BFD617}" srcOrd="1" destOrd="0" presId="urn:microsoft.com/office/officeart/2005/8/layout/venn1"/>
    <dgm:cxn modelId="{CDEB502D-9EBB-433E-A3C2-219A034A06B5}" srcId="{2E77AD8B-0860-4B84-8BB2-891A191255EE}" destId="{47F6F4EF-E492-40C9-84AA-D19D53930BC6}" srcOrd="1" destOrd="0" parTransId="{87C7881D-A5FC-4C68-ACFF-EEE92E2593F4}" sibTransId="{238FEF32-0C71-48B5-BD1A-BFE5967E1D57}"/>
    <dgm:cxn modelId="{E6FA313A-9478-4A77-8655-D0E216205865}" srcId="{2E77AD8B-0860-4B84-8BB2-891A191255EE}" destId="{F3850445-4AF9-4CF8-9566-A809872BF9E5}" srcOrd="2" destOrd="0" parTransId="{60C4D4D0-A2E4-420D-A680-BE21841D8916}" sibTransId="{617AE60F-8C13-47D8-8A77-88CA3F9600EA}"/>
    <dgm:cxn modelId="{BE725A5B-F3D2-407F-999F-4D99BDB1AB92}" type="presOf" srcId="{AA762507-5B0E-4BE9-88F8-2CD90CA4BCCB}" destId="{810BDD07-2573-4FA1-8684-FB62FC4C5FF4}" srcOrd="1" destOrd="0" presId="urn:microsoft.com/office/officeart/2005/8/layout/venn1"/>
    <dgm:cxn modelId="{5F1F436F-D8D2-4BF3-9B58-68B091DE5F83}" type="presOf" srcId="{F3850445-4AF9-4CF8-9566-A809872BF9E5}" destId="{EBC204A9-1605-42CD-BC3D-4B72E6EB9985}" srcOrd="0" destOrd="0" presId="urn:microsoft.com/office/officeart/2005/8/layout/venn1"/>
    <dgm:cxn modelId="{A5396898-4415-4B7C-B090-C2B7C3C14A5B}" type="presOf" srcId="{ACCA9E61-9DC1-48FE-8404-481AEF51092F}" destId="{68C65790-D674-4695-BB82-E4A763A7B6EC}" srcOrd="1" destOrd="0" presId="urn:microsoft.com/office/officeart/2005/8/layout/venn1"/>
    <dgm:cxn modelId="{BA8268AA-0E13-4986-B965-A686ED29EE33}" srcId="{2E77AD8B-0860-4B84-8BB2-891A191255EE}" destId="{ACCA9E61-9DC1-48FE-8404-481AEF51092F}" srcOrd="3" destOrd="0" parTransId="{858933FF-61AD-4784-A882-58F4D22741C1}" sibTransId="{10CA6FC4-E532-4225-8241-90EDCD475149}"/>
    <dgm:cxn modelId="{AE005BBF-EF8C-4771-81F2-98480E6B5A3C}" type="presOf" srcId="{ACCA9E61-9DC1-48FE-8404-481AEF51092F}" destId="{7A5D015D-FC63-454E-9C28-6AB20289B7D6}" srcOrd="0" destOrd="0" presId="urn:microsoft.com/office/officeart/2005/8/layout/venn1"/>
    <dgm:cxn modelId="{58FBAEDB-4A07-46E5-8A91-434B36AF5CE1}" type="presOf" srcId="{47F6F4EF-E492-40C9-84AA-D19D53930BC6}" destId="{0D35429A-D144-41C4-A83A-24BC0BED9B59}" srcOrd="0" destOrd="0" presId="urn:microsoft.com/office/officeart/2005/8/layout/venn1"/>
    <dgm:cxn modelId="{5295C4DB-4D89-4C52-8208-FF7A306E955F}" type="presOf" srcId="{F3850445-4AF9-4CF8-9566-A809872BF9E5}" destId="{8F6BC5FB-ADE6-40E9-8A07-526C57B82040}" srcOrd="1" destOrd="0" presId="urn:microsoft.com/office/officeart/2005/8/layout/venn1"/>
    <dgm:cxn modelId="{3437AEF2-A31F-4D3E-85C8-2E3901A9CB07}" type="presOf" srcId="{2E77AD8B-0860-4B84-8BB2-891A191255EE}" destId="{6F143760-57F0-4803-AD9D-F6F28D286856}" srcOrd="0" destOrd="0" presId="urn:microsoft.com/office/officeart/2005/8/layout/venn1"/>
    <dgm:cxn modelId="{D35FBAF3-CA7D-4909-B5A8-090F56FC9D3B}" type="presOf" srcId="{AA762507-5B0E-4BE9-88F8-2CD90CA4BCCB}" destId="{3E4E0049-68B0-496E-AC7A-FC32010BB8B5}" srcOrd="0" destOrd="0" presId="urn:microsoft.com/office/officeart/2005/8/layout/venn1"/>
    <dgm:cxn modelId="{4D465143-D8B1-4C01-A4AF-12FA62A29B63}" type="presParOf" srcId="{6F143760-57F0-4803-AD9D-F6F28D286856}" destId="{3E4E0049-68B0-496E-AC7A-FC32010BB8B5}" srcOrd="0" destOrd="0" presId="urn:microsoft.com/office/officeart/2005/8/layout/venn1"/>
    <dgm:cxn modelId="{654F2ACB-D588-4C3E-B904-9E42E6C56BFB}" type="presParOf" srcId="{6F143760-57F0-4803-AD9D-F6F28D286856}" destId="{810BDD07-2573-4FA1-8684-FB62FC4C5FF4}" srcOrd="1" destOrd="0" presId="urn:microsoft.com/office/officeart/2005/8/layout/venn1"/>
    <dgm:cxn modelId="{62DA7F94-41BD-4B78-A535-B1B0348A8B5D}" type="presParOf" srcId="{6F143760-57F0-4803-AD9D-F6F28D286856}" destId="{0D35429A-D144-41C4-A83A-24BC0BED9B59}" srcOrd="2" destOrd="0" presId="urn:microsoft.com/office/officeart/2005/8/layout/venn1"/>
    <dgm:cxn modelId="{B507162E-9DE2-4D83-86F9-209510007CEB}" type="presParOf" srcId="{6F143760-57F0-4803-AD9D-F6F28D286856}" destId="{0AF3B5A6-2FE2-47E5-8F12-CF69B4BFD617}" srcOrd="3" destOrd="0" presId="urn:microsoft.com/office/officeart/2005/8/layout/venn1"/>
    <dgm:cxn modelId="{BF0A65BA-4E09-419A-916D-164B8B54797C}" type="presParOf" srcId="{6F143760-57F0-4803-AD9D-F6F28D286856}" destId="{EBC204A9-1605-42CD-BC3D-4B72E6EB9985}" srcOrd="4" destOrd="0" presId="urn:microsoft.com/office/officeart/2005/8/layout/venn1"/>
    <dgm:cxn modelId="{0895174D-6AB9-4A9D-AFCC-05968AF99CFC}" type="presParOf" srcId="{6F143760-57F0-4803-AD9D-F6F28D286856}" destId="{8F6BC5FB-ADE6-40E9-8A07-526C57B82040}" srcOrd="5" destOrd="0" presId="urn:microsoft.com/office/officeart/2005/8/layout/venn1"/>
    <dgm:cxn modelId="{629BADC5-E4A3-4533-9131-16B143BDF509}" type="presParOf" srcId="{6F143760-57F0-4803-AD9D-F6F28D286856}" destId="{7A5D015D-FC63-454E-9C28-6AB20289B7D6}" srcOrd="6" destOrd="0" presId="urn:microsoft.com/office/officeart/2005/8/layout/venn1"/>
    <dgm:cxn modelId="{AEF97D2F-3D89-4F3B-A1E9-05A16946453F}" type="presParOf" srcId="{6F143760-57F0-4803-AD9D-F6F28D286856}" destId="{68C65790-D674-4695-BB82-E4A763A7B6EC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3BD40E10-882B-4266-BAC1-D7C7BE9F3746}" type="doc">
      <dgm:prSet loTypeId="urn:microsoft.com/office/officeart/2005/8/layout/venn1" loCatId="relationship" qsTypeId="urn:microsoft.com/office/officeart/2005/8/quickstyle/simple4" qsCatId="simple" csTypeId="urn:microsoft.com/office/officeart/2005/8/colors/accent1_2" csCatId="accent1" phldr="1"/>
      <dgm:spPr/>
    </dgm:pt>
    <dgm:pt modelId="{F4EF51EC-0CAC-4BDF-BB02-127E727DF37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8EE3FC4-3622-4A56-BA17-09E052DC4697}" type="parTrans" cxnId="{E6EBC157-0891-4501-B90A-E2A43AEDE9D1}">
      <dgm:prSet/>
      <dgm:spPr/>
    </dgm:pt>
    <dgm:pt modelId="{DB8AA59C-40CD-4BFC-93DC-C6AA65409DCF}" type="sibTrans" cxnId="{E6EBC157-0891-4501-B90A-E2A43AEDE9D1}">
      <dgm:prSet/>
      <dgm:spPr/>
    </dgm:pt>
    <dgm:pt modelId="{E2C09359-089A-475A-BF3F-F1E9786B5BA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2A091E7-066B-4B12-AC40-15346F1B2E42}" type="parTrans" cxnId="{DB021A08-FB91-4378-B3FD-CB93049E40E3}">
      <dgm:prSet/>
      <dgm:spPr/>
    </dgm:pt>
    <dgm:pt modelId="{BA9EC24D-E49B-4708-88A7-31C7B0C57336}" type="sibTrans" cxnId="{DB021A08-FB91-4378-B3FD-CB93049E40E3}">
      <dgm:prSet/>
      <dgm:spPr/>
    </dgm:pt>
    <dgm:pt modelId="{F5D1D705-0652-47AC-A97D-38EFC5206C7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F3DB3856-79CE-42AE-A225-5DC66CAF3D0B}" type="parTrans" cxnId="{2AF226F5-C2AB-4ED7-BA66-2FF6F47A2D20}">
      <dgm:prSet/>
      <dgm:spPr/>
    </dgm:pt>
    <dgm:pt modelId="{9164DE01-E186-46DF-ADA0-9E7D45E6D4FD}" type="sibTrans" cxnId="{2AF226F5-C2AB-4ED7-BA66-2FF6F47A2D20}">
      <dgm:prSet/>
      <dgm:spPr/>
    </dgm:pt>
    <dgm:pt modelId="{227058BE-731E-4DB1-8493-05DC3D64D9CD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23AE1985-B835-4F73-BB5F-A60869BC0A4B}" type="parTrans" cxnId="{19054780-5159-4390-B328-378051074A85}">
      <dgm:prSet/>
      <dgm:spPr/>
    </dgm:pt>
    <dgm:pt modelId="{317D7EC8-733E-4516-B18F-E1A77631D185}" type="sibTrans" cxnId="{19054780-5159-4390-B328-378051074A85}">
      <dgm:prSet/>
      <dgm:spPr/>
    </dgm:pt>
    <dgm:pt modelId="{682B7095-943C-4702-849E-15EE1820407B}" type="pres">
      <dgm:prSet presAssocID="{3BD40E10-882B-4266-BAC1-D7C7BE9F3746}" presName="compositeShape" presStyleCnt="0">
        <dgm:presLayoutVars>
          <dgm:chMax val="7"/>
          <dgm:dir/>
          <dgm:resizeHandles val="exact"/>
        </dgm:presLayoutVars>
      </dgm:prSet>
      <dgm:spPr/>
    </dgm:pt>
    <dgm:pt modelId="{C6FB0759-8775-4BB4-9132-0EA78335EF38}" type="pres">
      <dgm:prSet presAssocID="{F4EF51EC-0CAC-4BDF-BB02-127E727DF378}" presName="circ1" presStyleLbl="vennNode1" presStyleIdx="0" presStyleCnt="4"/>
      <dgm:spPr/>
    </dgm:pt>
    <dgm:pt modelId="{F7B0B278-1496-4D37-B81B-F2812A331D34}" type="pres">
      <dgm:prSet presAssocID="{F4EF51EC-0CAC-4BDF-BB02-127E727DF378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C9E59AA-71CB-41EB-8467-18610913F1F5}" type="pres">
      <dgm:prSet presAssocID="{E2C09359-089A-475A-BF3F-F1E9786B5BAE}" presName="circ2" presStyleLbl="vennNode1" presStyleIdx="1" presStyleCnt="4"/>
      <dgm:spPr/>
    </dgm:pt>
    <dgm:pt modelId="{1F55DDD9-7CA1-46D2-B2FB-953C88F7FD5F}" type="pres">
      <dgm:prSet presAssocID="{E2C09359-089A-475A-BF3F-F1E9786B5BA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F210441-F445-486E-AEC2-DE9BDDF12ACC}" type="pres">
      <dgm:prSet presAssocID="{F5D1D705-0652-47AC-A97D-38EFC5206C76}" presName="circ3" presStyleLbl="vennNode1" presStyleIdx="2" presStyleCnt="4"/>
      <dgm:spPr/>
    </dgm:pt>
    <dgm:pt modelId="{A302F567-4C08-4EE0-BC44-21CCFAB3FEBD}" type="pres">
      <dgm:prSet presAssocID="{F5D1D705-0652-47AC-A97D-38EFC5206C7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49929F2-4EAA-48E7-9C9C-AD6A8003AB44}" type="pres">
      <dgm:prSet presAssocID="{227058BE-731E-4DB1-8493-05DC3D64D9CD}" presName="circ4" presStyleLbl="vennNode1" presStyleIdx="3" presStyleCnt="4"/>
      <dgm:spPr/>
    </dgm:pt>
    <dgm:pt modelId="{6B8F46B1-03C9-4F77-A3B6-0BDE3E4734F7}" type="pres">
      <dgm:prSet presAssocID="{227058BE-731E-4DB1-8493-05DC3D64D9CD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DB021A08-FB91-4378-B3FD-CB93049E40E3}" srcId="{3BD40E10-882B-4266-BAC1-D7C7BE9F3746}" destId="{E2C09359-089A-475A-BF3F-F1E9786B5BAE}" srcOrd="1" destOrd="0" parTransId="{B2A091E7-066B-4B12-AC40-15346F1B2E42}" sibTransId="{BA9EC24D-E49B-4708-88A7-31C7B0C57336}"/>
    <dgm:cxn modelId="{3C5B760E-5225-4C86-A50F-FA8805AA0FCE}" type="presOf" srcId="{F5D1D705-0652-47AC-A97D-38EFC5206C76}" destId="{A302F567-4C08-4EE0-BC44-21CCFAB3FEBD}" srcOrd="1" destOrd="0" presId="urn:microsoft.com/office/officeart/2005/8/layout/venn1"/>
    <dgm:cxn modelId="{3979DE4C-9ABB-4C27-B33F-14CE965B4047}" type="presOf" srcId="{227058BE-731E-4DB1-8493-05DC3D64D9CD}" destId="{6B8F46B1-03C9-4F77-A3B6-0BDE3E4734F7}" srcOrd="1" destOrd="0" presId="urn:microsoft.com/office/officeart/2005/8/layout/venn1"/>
    <dgm:cxn modelId="{511A604D-CEB1-4619-8AA5-92EA2FEC1F21}" type="presOf" srcId="{F5D1D705-0652-47AC-A97D-38EFC5206C76}" destId="{FF210441-F445-486E-AEC2-DE9BDDF12ACC}" srcOrd="0" destOrd="0" presId="urn:microsoft.com/office/officeart/2005/8/layout/venn1"/>
    <dgm:cxn modelId="{48899A6E-C9AB-4255-B3CA-43BC19021611}" type="presOf" srcId="{E2C09359-089A-475A-BF3F-F1E9786B5BAE}" destId="{7C9E59AA-71CB-41EB-8467-18610913F1F5}" srcOrd="0" destOrd="0" presId="urn:microsoft.com/office/officeart/2005/8/layout/venn1"/>
    <dgm:cxn modelId="{E6EBC157-0891-4501-B90A-E2A43AEDE9D1}" srcId="{3BD40E10-882B-4266-BAC1-D7C7BE9F3746}" destId="{F4EF51EC-0CAC-4BDF-BB02-127E727DF378}" srcOrd="0" destOrd="0" parTransId="{E8EE3FC4-3622-4A56-BA17-09E052DC4697}" sibTransId="{DB8AA59C-40CD-4BFC-93DC-C6AA65409DCF}"/>
    <dgm:cxn modelId="{19054780-5159-4390-B328-378051074A85}" srcId="{3BD40E10-882B-4266-BAC1-D7C7BE9F3746}" destId="{227058BE-731E-4DB1-8493-05DC3D64D9CD}" srcOrd="3" destOrd="0" parTransId="{23AE1985-B835-4F73-BB5F-A60869BC0A4B}" sibTransId="{317D7EC8-733E-4516-B18F-E1A77631D185}"/>
    <dgm:cxn modelId="{CC22AB82-E0CC-413A-81A1-8AB33B160F8C}" type="presOf" srcId="{E2C09359-089A-475A-BF3F-F1E9786B5BAE}" destId="{1F55DDD9-7CA1-46D2-B2FB-953C88F7FD5F}" srcOrd="1" destOrd="0" presId="urn:microsoft.com/office/officeart/2005/8/layout/venn1"/>
    <dgm:cxn modelId="{32067F90-6066-4F34-8EDB-5DE1884F0946}" type="presOf" srcId="{F4EF51EC-0CAC-4BDF-BB02-127E727DF378}" destId="{F7B0B278-1496-4D37-B81B-F2812A331D34}" srcOrd="1" destOrd="0" presId="urn:microsoft.com/office/officeart/2005/8/layout/venn1"/>
    <dgm:cxn modelId="{CEE4C7C6-AB2E-461B-A2CF-CA24741F7813}" type="presOf" srcId="{3BD40E10-882B-4266-BAC1-D7C7BE9F3746}" destId="{682B7095-943C-4702-849E-15EE1820407B}" srcOrd="0" destOrd="0" presId="urn:microsoft.com/office/officeart/2005/8/layout/venn1"/>
    <dgm:cxn modelId="{24A344DD-8E0D-4CEC-BD42-A2C0D86C4A2D}" type="presOf" srcId="{F4EF51EC-0CAC-4BDF-BB02-127E727DF378}" destId="{C6FB0759-8775-4BB4-9132-0EA78335EF38}" srcOrd="0" destOrd="0" presId="urn:microsoft.com/office/officeart/2005/8/layout/venn1"/>
    <dgm:cxn modelId="{14FA27F1-D6B8-472A-B88F-A636C3F6F9C3}" type="presOf" srcId="{227058BE-731E-4DB1-8493-05DC3D64D9CD}" destId="{F49929F2-4EAA-48E7-9C9C-AD6A8003AB44}" srcOrd="0" destOrd="0" presId="urn:microsoft.com/office/officeart/2005/8/layout/venn1"/>
    <dgm:cxn modelId="{2AF226F5-C2AB-4ED7-BA66-2FF6F47A2D20}" srcId="{3BD40E10-882B-4266-BAC1-D7C7BE9F3746}" destId="{F5D1D705-0652-47AC-A97D-38EFC5206C76}" srcOrd="2" destOrd="0" parTransId="{F3DB3856-79CE-42AE-A225-5DC66CAF3D0B}" sibTransId="{9164DE01-E186-46DF-ADA0-9E7D45E6D4FD}"/>
    <dgm:cxn modelId="{E6636ACE-7AE0-40B9-919E-65FB23CF3C91}" type="presParOf" srcId="{682B7095-943C-4702-849E-15EE1820407B}" destId="{C6FB0759-8775-4BB4-9132-0EA78335EF38}" srcOrd="0" destOrd="0" presId="urn:microsoft.com/office/officeart/2005/8/layout/venn1"/>
    <dgm:cxn modelId="{560CFACB-98CA-4DE5-93D8-EEFACEC6803B}" type="presParOf" srcId="{682B7095-943C-4702-849E-15EE1820407B}" destId="{F7B0B278-1496-4D37-B81B-F2812A331D34}" srcOrd="1" destOrd="0" presId="urn:microsoft.com/office/officeart/2005/8/layout/venn1"/>
    <dgm:cxn modelId="{7745E7C2-DBCC-4EA0-947D-23BF187F8AD3}" type="presParOf" srcId="{682B7095-943C-4702-849E-15EE1820407B}" destId="{7C9E59AA-71CB-41EB-8467-18610913F1F5}" srcOrd="2" destOrd="0" presId="urn:microsoft.com/office/officeart/2005/8/layout/venn1"/>
    <dgm:cxn modelId="{CDF26852-9E2C-40CA-A9C1-3CCCE121975E}" type="presParOf" srcId="{682B7095-943C-4702-849E-15EE1820407B}" destId="{1F55DDD9-7CA1-46D2-B2FB-953C88F7FD5F}" srcOrd="3" destOrd="0" presId="urn:microsoft.com/office/officeart/2005/8/layout/venn1"/>
    <dgm:cxn modelId="{1BCBD28F-2055-4222-816D-7521C6BEB979}" type="presParOf" srcId="{682B7095-943C-4702-849E-15EE1820407B}" destId="{FF210441-F445-486E-AEC2-DE9BDDF12ACC}" srcOrd="4" destOrd="0" presId="urn:microsoft.com/office/officeart/2005/8/layout/venn1"/>
    <dgm:cxn modelId="{7E3EEDEA-BFBB-49C7-BE41-61C6F3C32016}" type="presParOf" srcId="{682B7095-943C-4702-849E-15EE1820407B}" destId="{A302F567-4C08-4EE0-BC44-21CCFAB3FEBD}" srcOrd="5" destOrd="0" presId="urn:microsoft.com/office/officeart/2005/8/layout/venn1"/>
    <dgm:cxn modelId="{6B325031-BC62-4B0B-8D14-581F5B03ADD7}" type="presParOf" srcId="{682B7095-943C-4702-849E-15EE1820407B}" destId="{F49929F2-4EAA-48E7-9C9C-AD6A8003AB44}" srcOrd="6" destOrd="0" presId="urn:microsoft.com/office/officeart/2005/8/layout/venn1"/>
    <dgm:cxn modelId="{9E5191E2-C89B-4ACF-87CC-5D4CDE5BF7A0}" type="presParOf" srcId="{682B7095-943C-4702-849E-15EE1820407B}" destId="{6B8F46B1-03C9-4F77-A3B6-0BDE3E4734F7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CA16F6A4-63B3-40E7-83FC-ECC24DDC49B4}" type="doc">
      <dgm:prSet loTypeId="urn:microsoft.com/office/officeart/2005/8/layout/venn1" loCatId="relationship" qsTypeId="urn:microsoft.com/office/officeart/2005/8/quickstyle/simple5" qsCatId="simple" csTypeId="urn:microsoft.com/office/officeart/2005/8/colors/accent1_2" csCatId="accent1" phldr="1"/>
      <dgm:spPr/>
    </dgm:pt>
    <dgm:pt modelId="{CE0F2FBB-D498-43CC-BDAC-9521E5BA625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CC01CAB-E7F5-47F3-A7A4-B0C1B7AA712E}" type="parTrans" cxnId="{374D3CC6-F171-4ED4-B672-7476343FDC02}">
      <dgm:prSet/>
      <dgm:spPr/>
    </dgm:pt>
    <dgm:pt modelId="{56AC5F77-012B-4BBD-9472-8BD9CA7E8230}" type="sibTrans" cxnId="{374D3CC6-F171-4ED4-B672-7476343FDC02}">
      <dgm:prSet/>
      <dgm:spPr/>
    </dgm:pt>
    <dgm:pt modelId="{B05F73D4-704B-4046-A7CA-4A07A845FCC5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EBEF97E1-F3E1-4F46-907B-B2BAC554C8AF}" type="parTrans" cxnId="{E1198C62-8544-48E7-A9C4-AB3F631C0098}">
      <dgm:prSet/>
      <dgm:spPr/>
    </dgm:pt>
    <dgm:pt modelId="{1C515A9F-A337-47B6-B3B9-E3C0C025EA48}" type="sibTrans" cxnId="{E1198C62-8544-48E7-A9C4-AB3F631C0098}">
      <dgm:prSet/>
      <dgm:spPr/>
    </dgm:pt>
    <dgm:pt modelId="{0B6B1E90-C25E-41E7-91CC-55F458B81D7C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FF6653D-67A9-4EBB-B665-AE3F29F9B92E}" type="parTrans" cxnId="{B72B4B38-208A-4146-A80E-8592FA4586D3}">
      <dgm:prSet/>
      <dgm:spPr/>
    </dgm:pt>
    <dgm:pt modelId="{F4278828-B84F-4D49-B4AB-10AED099AD6D}" type="sibTrans" cxnId="{B72B4B38-208A-4146-A80E-8592FA4586D3}">
      <dgm:prSet/>
      <dgm:spPr/>
    </dgm:pt>
    <dgm:pt modelId="{2D1F59D7-603D-4044-9A17-3050636C6DB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DC7BE584-AE84-4A6A-91E7-3B9458FDCAA1}" type="parTrans" cxnId="{4068D54A-F747-4476-9162-8D1D99DACFC2}">
      <dgm:prSet/>
      <dgm:spPr/>
    </dgm:pt>
    <dgm:pt modelId="{1C54BF33-4DAB-44BB-B9C3-8353F25A05A4}" type="sibTrans" cxnId="{4068D54A-F747-4476-9162-8D1D99DACFC2}">
      <dgm:prSet/>
      <dgm:spPr/>
    </dgm:pt>
    <dgm:pt modelId="{C56A7DFA-0971-4C28-A02A-81C3A39CBF34}" type="pres">
      <dgm:prSet presAssocID="{CA16F6A4-63B3-40E7-83FC-ECC24DDC49B4}" presName="compositeShape" presStyleCnt="0">
        <dgm:presLayoutVars>
          <dgm:chMax val="7"/>
          <dgm:dir/>
          <dgm:resizeHandles val="exact"/>
        </dgm:presLayoutVars>
      </dgm:prSet>
      <dgm:spPr/>
    </dgm:pt>
    <dgm:pt modelId="{78BA9AB9-FDB9-4015-BD03-9DFC6F9FEAA1}" type="pres">
      <dgm:prSet presAssocID="{CE0F2FBB-D498-43CC-BDAC-9521E5BA625F}" presName="circ1" presStyleLbl="vennNode1" presStyleIdx="0" presStyleCnt="4"/>
      <dgm:spPr/>
    </dgm:pt>
    <dgm:pt modelId="{57F95673-085D-424A-8332-EDF02054C570}" type="pres">
      <dgm:prSet presAssocID="{CE0F2FBB-D498-43CC-BDAC-9521E5BA625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99DE3C2-A4FB-4FF7-9726-96424760174E}" type="pres">
      <dgm:prSet presAssocID="{B05F73D4-704B-4046-A7CA-4A07A845FCC5}" presName="circ2" presStyleLbl="vennNode1" presStyleIdx="1" presStyleCnt="4"/>
      <dgm:spPr/>
    </dgm:pt>
    <dgm:pt modelId="{FC933E05-9297-4ACB-B933-040CAEE95B09}" type="pres">
      <dgm:prSet presAssocID="{B05F73D4-704B-4046-A7CA-4A07A845FCC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F24E250-A4F8-46D0-9BF0-389E0CAA81CD}" type="pres">
      <dgm:prSet presAssocID="{0B6B1E90-C25E-41E7-91CC-55F458B81D7C}" presName="circ3" presStyleLbl="vennNode1" presStyleIdx="2" presStyleCnt="4"/>
      <dgm:spPr/>
    </dgm:pt>
    <dgm:pt modelId="{DB1EB5F1-2FD1-4239-A0F1-7538251E41B2}" type="pres">
      <dgm:prSet presAssocID="{0B6B1E90-C25E-41E7-91CC-55F458B81D7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C020A3A-9BFA-4B3A-AA3D-B2B7BEF56630}" type="pres">
      <dgm:prSet presAssocID="{2D1F59D7-603D-4044-9A17-3050636C6DB7}" presName="circ4" presStyleLbl="vennNode1" presStyleIdx="3" presStyleCnt="4"/>
      <dgm:spPr/>
    </dgm:pt>
    <dgm:pt modelId="{71156DA9-FDF5-4185-9974-A34368BE1159}" type="pres">
      <dgm:prSet presAssocID="{2D1F59D7-603D-4044-9A17-3050636C6DB7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FA31D16-2AA8-4E43-A73A-6E6F1994013B}" type="presOf" srcId="{B05F73D4-704B-4046-A7CA-4A07A845FCC5}" destId="{FC933E05-9297-4ACB-B933-040CAEE95B09}" srcOrd="1" destOrd="0" presId="urn:microsoft.com/office/officeart/2005/8/layout/venn1"/>
    <dgm:cxn modelId="{920D6333-C002-4514-AC91-275A946729B6}" type="presOf" srcId="{0B6B1E90-C25E-41E7-91CC-55F458B81D7C}" destId="{BF24E250-A4F8-46D0-9BF0-389E0CAA81CD}" srcOrd="0" destOrd="0" presId="urn:microsoft.com/office/officeart/2005/8/layout/venn1"/>
    <dgm:cxn modelId="{B72B4B38-208A-4146-A80E-8592FA4586D3}" srcId="{CA16F6A4-63B3-40E7-83FC-ECC24DDC49B4}" destId="{0B6B1E90-C25E-41E7-91CC-55F458B81D7C}" srcOrd="2" destOrd="0" parTransId="{7FF6653D-67A9-4EBB-B665-AE3F29F9B92E}" sibTransId="{F4278828-B84F-4D49-B4AB-10AED099AD6D}"/>
    <dgm:cxn modelId="{BA802342-5CF3-425B-9669-0AB0903FD6A6}" type="presOf" srcId="{0B6B1E90-C25E-41E7-91CC-55F458B81D7C}" destId="{DB1EB5F1-2FD1-4239-A0F1-7538251E41B2}" srcOrd="1" destOrd="0" presId="urn:microsoft.com/office/officeart/2005/8/layout/venn1"/>
    <dgm:cxn modelId="{E1198C62-8544-48E7-A9C4-AB3F631C0098}" srcId="{CA16F6A4-63B3-40E7-83FC-ECC24DDC49B4}" destId="{B05F73D4-704B-4046-A7CA-4A07A845FCC5}" srcOrd="1" destOrd="0" parTransId="{EBEF97E1-F3E1-4F46-907B-B2BAC554C8AF}" sibTransId="{1C515A9F-A337-47B6-B3B9-E3C0C025EA48}"/>
    <dgm:cxn modelId="{4068D54A-F747-4476-9162-8D1D99DACFC2}" srcId="{CA16F6A4-63B3-40E7-83FC-ECC24DDC49B4}" destId="{2D1F59D7-603D-4044-9A17-3050636C6DB7}" srcOrd="3" destOrd="0" parTransId="{DC7BE584-AE84-4A6A-91E7-3B9458FDCAA1}" sibTransId="{1C54BF33-4DAB-44BB-B9C3-8353F25A05A4}"/>
    <dgm:cxn modelId="{B0C4DA73-4CAE-43F9-A2D8-B400A2135D1F}" type="presOf" srcId="{CE0F2FBB-D498-43CC-BDAC-9521E5BA625F}" destId="{57F95673-085D-424A-8332-EDF02054C570}" srcOrd="1" destOrd="0" presId="urn:microsoft.com/office/officeart/2005/8/layout/venn1"/>
    <dgm:cxn modelId="{2E891A54-4FF1-4AAE-B032-D9A42B84E757}" type="presOf" srcId="{CA16F6A4-63B3-40E7-83FC-ECC24DDC49B4}" destId="{C56A7DFA-0971-4C28-A02A-81C3A39CBF34}" srcOrd="0" destOrd="0" presId="urn:microsoft.com/office/officeart/2005/8/layout/venn1"/>
    <dgm:cxn modelId="{455AF794-D38E-435A-A1A3-2578E505C0C8}" type="presOf" srcId="{CE0F2FBB-D498-43CC-BDAC-9521E5BA625F}" destId="{78BA9AB9-FDB9-4015-BD03-9DFC6F9FEAA1}" srcOrd="0" destOrd="0" presId="urn:microsoft.com/office/officeart/2005/8/layout/venn1"/>
    <dgm:cxn modelId="{15D98FA4-9E48-448F-BE7F-7F413E14B93D}" type="presOf" srcId="{B05F73D4-704B-4046-A7CA-4A07A845FCC5}" destId="{F99DE3C2-A4FB-4FF7-9726-96424760174E}" srcOrd="0" destOrd="0" presId="urn:microsoft.com/office/officeart/2005/8/layout/venn1"/>
    <dgm:cxn modelId="{374D3CC6-F171-4ED4-B672-7476343FDC02}" srcId="{CA16F6A4-63B3-40E7-83FC-ECC24DDC49B4}" destId="{CE0F2FBB-D498-43CC-BDAC-9521E5BA625F}" srcOrd="0" destOrd="0" parTransId="{DCC01CAB-E7F5-47F3-A7A4-B0C1B7AA712E}" sibTransId="{56AC5F77-012B-4BBD-9472-8BD9CA7E8230}"/>
    <dgm:cxn modelId="{7615E6CD-A8F4-4115-B39F-EE52F5906B78}" type="presOf" srcId="{2D1F59D7-603D-4044-9A17-3050636C6DB7}" destId="{AC020A3A-9BFA-4B3A-AA3D-B2B7BEF56630}" srcOrd="0" destOrd="0" presId="urn:microsoft.com/office/officeart/2005/8/layout/venn1"/>
    <dgm:cxn modelId="{2A068ED0-1742-48CE-B57D-6673909F0724}" type="presOf" srcId="{2D1F59D7-603D-4044-9A17-3050636C6DB7}" destId="{71156DA9-FDF5-4185-9974-A34368BE1159}" srcOrd="1" destOrd="0" presId="urn:microsoft.com/office/officeart/2005/8/layout/venn1"/>
    <dgm:cxn modelId="{3F2824DF-9C4B-48CA-A7EE-05E539E89B3D}" type="presParOf" srcId="{C56A7DFA-0971-4C28-A02A-81C3A39CBF34}" destId="{78BA9AB9-FDB9-4015-BD03-9DFC6F9FEAA1}" srcOrd="0" destOrd="0" presId="urn:microsoft.com/office/officeart/2005/8/layout/venn1"/>
    <dgm:cxn modelId="{ABAD1269-F2EC-4B8C-BA19-1E6C86F33812}" type="presParOf" srcId="{C56A7DFA-0971-4C28-A02A-81C3A39CBF34}" destId="{57F95673-085D-424A-8332-EDF02054C570}" srcOrd="1" destOrd="0" presId="urn:microsoft.com/office/officeart/2005/8/layout/venn1"/>
    <dgm:cxn modelId="{CA8F6753-6C50-49BB-BB8B-4FF415530CBF}" type="presParOf" srcId="{C56A7DFA-0971-4C28-A02A-81C3A39CBF34}" destId="{F99DE3C2-A4FB-4FF7-9726-96424760174E}" srcOrd="2" destOrd="0" presId="urn:microsoft.com/office/officeart/2005/8/layout/venn1"/>
    <dgm:cxn modelId="{28032483-9C15-456A-A8F3-12A8BE79B010}" type="presParOf" srcId="{C56A7DFA-0971-4C28-A02A-81C3A39CBF34}" destId="{FC933E05-9297-4ACB-B933-040CAEE95B09}" srcOrd="3" destOrd="0" presId="urn:microsoft.com/office/officeart/2005/8/layout/venn1"/>
    <dgm:cxn modelId="{BC15C7AB-714B-4D0F-B7B5-5C4F666F36B6}" type="presParOf" srcId="{C56A7DFA-0971-4C28-A02A-81C3A39CBF34}" destId="{BF24E250-A4F8-46D0-9BF0-389E0CAA81CD}" srcOrd="4" destOrd="0" presId="urn:microsoft.com/office/officeart/2005/8/layout/venn1"/>
    <dgm:cxn modelId="{DAEED518-4A02-41A8-A523-5D59D2E12C98}" type="presParOf" srcId="{C56A7DFA-0971-4C28-A02A-81C3A39CBF34}" destId="{DB1EB5F1-2FD1-4239-A0F1-7538251E41B2}" srcOrd="5" destOrd="0" presId="urn:microsoft.com/office/officeart/2005/8/layout/venn1"/>
    <dgm:cxn modelId="{FC8759CF-18CE-4502-90A3-3E15D73FE273}" type="presParOf" srcId="{C56A7DFA-0971-4C28-A02A-81C3A39CBF34}" destId="{AC020A3A-9BFA-4B3A-AA3D-B2B7BEF56630}" srcOrd="6" destOrd="0" presId="urn:microsoft.com/office/officeart/2005/8/layout/venn1"/>
    <dgm:cxn modelId="{9D90C400-EF8B-435F-8047-3B44A08E752D}" type="presParOf" srcId="{C56A7DFA-0971-4C28-A02A-81C3A39CBF34}" destId="{71156DA9-FDF5-4185-9974-A34368BE1159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3491ACA8-1E60-4A86-A18B-52FAEBB0944A}" type="doc">
      <dgm:prSet loTypeId="urn:microsoft.com/office/officeart/2005/8/layout/venn1" loCatId="relationship" qsTypeId="urn:microsoft.com/office/officeart/2005/8/quickstyle/3d1" qsCatId="3D" csTypeId="urn:microsoft.com/office/officeart/2005/8/colors/accent1_2" csCatId="accent1" phldr="1"/>
      <dgm:spPr/>
    </dgm:pt>
    <dgm:pt modelId="{6EF1369C-38CE-42B0-8651-D959301D415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105EB97-B381-4184-B208-16137119894B}" type="parTrans" cxnId="{2DBAFDCF-54DE-4D15-B893-14221BEBDD56}">
      <dgm:prSet/>
      <dgm:spPr/>
    </dgm:pt>
    <dgm:pt modelId="{E8AE8DF0-E69F-4767-A5CB-C1CF6F1A7477}" type="sibTrans" cxnId="{2DBAFDCF-54DE-4D15-B893-14221BEBDD56}">
      <dgm:prSet/>
      <dgm:spPr/>
    </dgm:pt>
    <dgm:pt modelId="{24C18F02-310C-4755-983C-4DC1C0D5D3C7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3419B123-962E-43DC-A677-44BA78D66529}" type="parTrans" cxnId="{6ABE72A5-7E72-4C1E-B829-7DD423B2F979}">
      <dgm:prSet/>
      <dgm:spPr/>
    </dgm:pt>
    <dgm:pt modelId="{A03734D8-CC34-4381-80C0-C7A801CFCC80}" type="sibTrans" cxnId="{6ABE72A5-7E72-4C1E-B829-7DD423B2F979}">
      <dgm:prSet/>
      <dgm:spPr/>
    </dgm:pt>
    <dgm:pt modelId="{637AFE2F-021C-462A-81A0-19FBFFB3D2C3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D601D36-E3B2-4A77-87B4-B110020E022E}" type="parTrans" cxnId="{E74A3EDD-76FC-48C3-A28D-1DD1D9B88613}">
      <dgm:prSet/>
      <dgm:spPr/>
    </dgm:pt>
    <dgm:pt modelId="{7447B269-107B-4D97-9E02-8CF2D8E719C1}" type="sibTrans" cxnId="{E74A3EDD-76FC-48C3-A28D-1DD1D9B88613}">
      <dgm:prSet/>
      <dgm:spPr/>
    </dgm:pt>
    <dgm:pt modelId="{C0E5E33A-4920-40B8-9FD7-0ABE21816856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17CCB0D9-547E-4224-BC63-10F097B3D5E2}" type="parTrans" cxnId="{D6DEF2B4-42B0-426C-9609-812CEF689A75}">
      <dgm:prSet/>
      <dgm:spPr/>
    </dgm:pt>
    <dgm:pt modelId="{83C7632B-C5E8-4362-ADE1-8AFC610B2C68}" type="sibTrans" cxnId="{D6DEF2B4-42B0-426C-9609-812CEF689A75}">
      <dgm:prSet/>
      <dgm:spPr/>
    </dgm:pt>
    <dgm:pt modelId="{C5ECDE99-03EC-4360-84F3-627520CE48E5}" type="pres">
      <dgm:prSet presAssocID="{3491ACA8-1E60-4A86-A18B-52FAEBB0944A}" presName="compositeShape" presStyleCnt="0">
        <dgm:presLayoutVars>
          <dgm:chMax val="7"/>
          <dgm:dir/>
          <dgm:resizeHandles val="exact"/>
        </dgm:presLayoutVars>
      </dgm:prSet>
      <dgm:spPr/>
    </dgm:pt>
    <dgm:pt modelId="{0CFB3769-1B4F-4344-AF4D-5FB1065D4EA1}" type="pres">
      <dgm:prSet presAssocID="{6EF1369C-38CE-42B0-8651-D959301D4152}" presName="circ1" presStyleLbl="vennNode1" presStyleIdx="0" presStyleCnt="4"/>
      <dgm:spPr/>
    </dgm:pt>
    <dgm:pt modelId="{663291F0-1197-457E-AD35-3715664CA576}" type="pres">
      <dgm:prSet presAssocID="{6EF1369C-38CE-42B0-8651-D959301D415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97A1E7B-144F-42AE-BF09-2162832E62F0}" type="pres">
      <dgm:prSet presAssocID="{24C18F02-310C-4755-983C-4DC1C0D5D3C7}" presName="circ2" presStyleLbl="vennNode1" presStyleIdx="1" presStyleCnt="4"/>
      <dgm:spPr/>
    </dgm:pt>
    <dgm:pt modelId="{C14895F2-02F0-42F3-A5B6-CD59D1ADC4F9}" type="pres">
      <dgm:prSet presAssocID="{24C18F02-310C-4755-983C-4DC1C0D5D3C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DCC4A05-F981-4981-A5E1-9AA9B78CC40C}" type="pres">
      <dgm:prSet presAssocID="{637AFE2F-021C-462A-81A0-19FBFFB3D2C3}" presName="circ3" presStyleLbl="vennNode1" presStyleIdx="2" presStyleCnt="4"/>
      <dgm:spPr/>
    </dgm:pt>
    <dgm:pt modelId="{4BC976EE-DA3D-4459-A93C-FE3146D41B06}" type="pres">
      <dgm:prSet presAssocID="{637AFE2F-021C-462A-81A0-19FBFFB3D2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D2BB653-306A-48B8-9FC2-FC08BEE7A777}" type="pres">
      <dgm:prSet presAssocID="{C0E5E33A-4920-40B8-9FD7-0ABE21816856}" presName="circ4" presStyleLbl="vennNode1" presStyleIdx="3" presStyleCnt="4"/>
      <dgm:spPr/>
    </dgm:pt>
    <dgm:pt modelId="{7C10EEF2-CCF7-4CD3-A670-455F9531000F}" type="pres">
      <dgm:prSet presAssocID="{C0E5E33A-4920-40B8-9FD7-0ABE21816856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3EB6D0E-9FFD-435D-9988-75590AE8E143}" type="presOf" srcId="{6EF1369C-38CE-42B0-8651-D959301D4152}" destId="{663291F0-1197-457E-AD35-3715664CA576}" srcOrd="1" destOrd="0" presId="urn:microsoft.com/office/officeart/2005/8/layout/venn1"/>
    <dgm:cxn modelId="{D7448314-4DEF-447A-9C98-2F7D9FE07DD5}" type="presOf" srcId="{6EF1369C-38CE-42B0-8651-D959301D4152}" destId="{0CFB3769-1B4F-4344-AF4D-5FB1065D4EA1}" srcOrd="0" destOrd="0" presId="urn:microsoft.com/office/officeart/2005/8/layout/venn1"/>
    <dgm:cxn modelId="{2594FB26-5944-44C9-81C6-2BE992C5606F}" type="presOf" srcId="{637AFE2F-021C-462A-81A0-19FBFFB3D2C3}" destId="{4BC976EE-DA3D-4459-A93C-FE3146D41B06}" srcOrd="1" destOrd="0" presId="urn:microsoft.com/office/officeart/2005/8/layout/venn1"/>
    <dgm:cxn modelId="{5CAF4E56-3C0D-4F01-AC63-5F29D1D158E0}" type="presOf" srcId="{3491ACA8-1E60-4A86-A18B-52FAEBB0944A}" destId="{C5ECDE99-03EC-4360-84F3-627520CE48E5}" srcOrd="0" destOrd="0" presId="urn:microsoft.com/office/officeart/2005/8/layout/venn1"/>
    <dgm:cxn modelId="{D2453994-E17A-4414-B07D-91DCC3638B0D}" type="presOf" srcId="{C0E5E33A-4920-40B8-9FD7-0ABE21816856}" destId="{7C10EEF2-CCF7-4CD3-A670-455F9531000F}" srcOrd="1" destOrd="0" presId="urn:microsoft.com/office/officeart/2005/8/layout/venn1"/>
    <dgm:cxn modelId="{6ABE72A5-7E72-4C1E-B829-7DD423B2F979}" srcId="{3491ACA8-1E60-4A86-A18B-52FAEBB0944A}" destId="{24C18F02-310C-4755-983C-4DC1C0D5D3C7}" srcOrd="1" destOrd="0" parTransId="{3419B123-962E-43DC-A677-44BA78D66529}" sibTransId="{A03734D8-CC34-4381-80C0-C7A801CFCC80}"/>
    <dgm:cxn modelId="{D6DEF2B4-42B0-426C-9609-812CEF689A75}" srcId="{3491ACA8-1E60-4A86-A18B-52FAEBB0944A}" destId="{C0E5E33A-4920-40B8-9FD7-0ABE21816856}" srcOrd="3" destOrd="0" parTransId="{17CCB0D9-547E-4224-BC63-10F097B3D5E2}" sibTransId="{83C7632B-C5E8-4362-ADE1-8AFC610B2C68}"/>
    <dgm:cxn modelId="{E458E6CE-DDEF-4CEA-99D6-10ED0688E707}" type="presOf" srcId="{637AFE2F-021C-462A-81A0-19FBFFB3D2C3}" destId="{DDCC4A05-F981-4981-A5E1-9AA9B78CC40C}" srcOrd="0" destOrd="0" presId="urn:microsoft.com/office/officeart/2005/8/layout/venn1"/>
    <dgm:cxn modelId="{2DBAFDCF-54DE-4D15-B893-14221BEBDD56}" srcId="{3491ACA8-1E60-4A86-A18B-52FAEBB0944A}" destId="{6EF1369C-38CE-42B0-8651-D959301D4152}" srcOrd="0" destOrd="0" parTransId="{E105EB97-B381-4184-B208-16137119894B}" sibTransId="{E8AE8DF0-E69F-4767-A5CB-C1CF6F1A7477}"/>
    <dgm:cxn modelId="{C8E81DDC-07AE-477C-A9A2-85BFD2D81DC4}" type="presOf" srcId="{24C18F02-310C-4755-983C-4DC1C0D5D3C7}" destId="{897A1E7B-144F-42AE-BF09-2162832E62F0}" srcOrd="0" destOrd="0" presId="urn:microsoft.com/office/officeart/2005/8/layout/venn1"/>
    <dgm:cxn modelId="{E74A3EDD-76FC-48C3-A28D-1DD1D9B88613}" srcId="{3491ACA8-1E60-4A86-A18B-52FAEBB0944A}" destId="{637AFE2F-021C-462A-81A0-19FBFFB3D2C3}" srcOrd="2" destOrd="0" parTransId="{0D601D36-E3B2-4A77-87B4-B110020E022E}" sibTransId="{7447B269-107B-4D97-9E02-8CF2D8E719C1}"/>
    <dgm:cxn modelId="{4503B6E3-E2CE-4054-9361-49079117F4A0}" type="presOf" srcId="{C0E5E33A-4920-40B8-9FD7-0ABE21816856}" destId="{6D2BB653-306A-48B8-9FC2-FC08BEE7A777}" srcOrd="0" destOrd="0" presId="urn:microsoft.com/office/officeart/2005/8/layout/venn1"/>
    <dgm:cxn modelId="{8662D6ED-1ACA-4BF0-87F3-36407DF251A7}" type="presOf" srcId="{24C18F02-310C-4755-983C-4DC1C0D5D3C7}" destId="{C14895F2-02F0-42F3-A5B6-CD59D1ADC4F9}" srcOrd="1" destOrd="0" presId="urn:microsoft.com/office/officeart/2005/8/layout/venn1"/>
    <dgm:cxn modelId="{CAE2B4F6-2AA6-44A1-A3BB-7ED51C1C4E14}" type="presParOf" srcId="{C5ECDE99-03EC-4360-84F3-627520CE48E5}" destId="{0CFB3769-1B4F-4344-AF4D-5FB1065D4EA1}" srcOrd="0" destOrd="0" presId="urn:microsoft.com/office/officeart/2005/8/layout/venn1"/>
    <dgm:cxn modelId="{42DF2BD5-6643-4EF6-9DEE-B27E2B772A52}" type="presParOf" srcId="{C5ECDE99-03EC-4360-84F3-627520CE48E5}" destId="{663291F0-1197-457E-AD35-3715664CA576}" srcOrd="1" destOrd="0" presId="urn:microsoft.com/office/officeart/2005/8/layout/venn1"/>
    <dgm:cxn modelId="{C570F6E1-02AA-4036-8044-DBC4A1978D8E}" type="presParOf" srcId="{C5ECDE99-03EC-4360-84F3-627520CE48E5}" destId="{897A1E7B-144F-42AE-BF09-2162832E62F0}" srcOrd="2" destOrd="0" presId="urn:microsoft.com/office/officeart/2005/8/layout/venn1"/>
    <dgm:cxn modelId="{3BED632A-8ED6-4DFC-A86D-F1BDCCCDEA55}" type="presParOf" srcId="{C5ECDE99-03EC-4360-84F3-627520CE48E5}" destId="{C14895F2-02F0-42F3-A5B6-CD59D1ADC4F9}" srcOrd="3" destOrd="0" presId="urn:microsoft.com/office/officeart/2005/8/layout/venn1"/>
    <dgm:cxn modelId="{9A18D8A1-D269-42C7-9138-82A1539864EF}" type="presParOf" srcId="{C5ECDE99-03EC-4360-84F3-627520CE48E5}" destId="{DDCC4A05-F981-4981-A5E1-9AA9B78CC40C}" srcOrd="4" destOrd="0" presId="urn:microsoft.com/office/officeart/2005/8/layout/venn1"/>
    <dgm:cxn modelId="{20CA9388-FDCD-4711-A88C-6FF57974EB6B}" type="presParOf" srcId="{C5ECDE99-03EC-4360-84F3-627520CE48E5}" destId="{4BC976EE-DA3D-4459-A93C-FE3146D41B06}" srcOrd="5" destOrd="0" presId="urn:microsoft.com/office/officeart/2005/8/layout/venn1"/>
    <dgm:cxn modelId="{D3904625-17B0-4512-BD87-7D7DA7D7C7CA}" type="presParOf" srcId="{C5ECDE99-03EC-4360-84F3-627520CE48E5}" destId="{6D2BB653-306A-48B8-9FC2-FC08BEE7A777}" srcOrd="6" destOrd="0" presId="urn:microsoft.com/office/officeart/2005/8/layout/venn1"/>
    <dgm:cxn modelId="{2DDC3116-A19E-4A68-BABD-A65E44EF1E0D}" type="presParOf" srcId="{C5ECDE99-03EC-4360-84F3-627520CE48E5}" destId="{7C10EEF2-CCF7-4CD3-A670-455F9531000F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F5B30208-4E39-42F5-9AB2-C7B866E3EF8D}" type="doc">
      <dgm:prSet loTypeId="urn:microsoft.com/office/officeart/2005/8/layout/venn1" loCatId="relationship" qsTypeId="urn:microsoft.com/office/officeart/2005/8/quickstyle/3d2" qsCatId="3D" csTypeId="urn:microsoft.com/office/officeart/2005/8/colors/accent1_2" csCatId="accent1" phldr="1"/>
      <dgm:spPr/>
    </dgm:pt>
    <dgm:pt modelId="{D3262D86-C8E7-446C-B28B-544FEA72021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C1A23E7-F672-4E73-893E-976C39AAFEE4}" type="parTrans" cxnId="{38F7F786-D5A3-4022-96EE-C8FF9EDF52A6}">
      <dgm:prSet/>
      <dgm:spPr/>
    </dgm:pt>
    <dgm:pt modelId="{B7957D6F-F4B9-402D-9A08-FBF4948C0452}" type="sibTrans" cxnId="{38F7F786-D5A3-4022-96EE-C8FF9EDF52A6}">
      <dgm:prSet/>
      <dgm:spPr/>
    </dgm:pt>
    <dgm:pt modelId="{C36018A1-A641-4EB7-A206-748C6C4489F0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5C02B088-F244-4ACB-910F-0D4AC0877824}" type="parTrans" cxnId="{F220BC73-B752-4A7D-9F66-39D644EB8D5E}">
      <dgm:prSet/>
      <dgm:spPr/>
    </dgm:pt>
    <dgm:pt modelId="{5643A79E-55B2-4F59-A733-0E7E33A09FBA}" type="sibTrans" cxnId="{F220BC73-B752-4A7D-9F66-39D644EB8D5E}">
      <dgm:prSet/>
      <dgm:spPr/>
    </dgm:pt>
    <dgm:pt modelId="{A3B763A3-9FED-4936-92CA-0F6920C673F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EF14580F-C850-4AF3-A97D-6F36B116EAB1}" type="parTrans" cxnId="{99899900-A767-4DDF-80F3-8E56CA309C00}">
      <dgm:prSet/>
      <dgm:spPr/>
    </dgm:pt>
    <dgm:pt modelId="{525548F0-5EEB-4AD4-967E-6F5D50A44FC9}" type="sibTrans" cxnId="{99899900-A767-4DDF-80F3-8E56CA309C00}">
      <dgm:prSet/>
      <dgm:spPr/>
    </dgm:pt>
    <dgm:pt modelId="{E88DAD8E-A393-4758-A64D-DB5FA14B7A9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7B66C7F2-CF1A-4557-811B-BAB185DA8B41}" type="parTrans" cxnId="{F54F3712-21BC-4EF9-8669-E90ADA65E959}">
      <dgm:prSet/>
      <dgm:spPr/>
    </dgm:pt>
    <dgm:pt modelId="{CA89A2DC-6E0A-43C2-8C79-6764AE38F1A0}" type="sibTrans" cxnId="{F54F3712-21BC-4EF9-8669-E90ADA65E959}">
      <dgm:prSet/>
      <dgm:spPr/>
    </dgm:pt>
    <dgm:pt modelId="{A149622E-2EAB-44BE-9E30-DB2B09DBC1CA}" type="pres">
      <dgm:prSet presAssocID="{F5B30208-4E39-42F5-9AB2-C7B866E3EF8D}" presName="compositeShape" presStyleCnt="0">
        <dgm:presLayoutVars>
          <dgm:chMax val="7"/>
          <dgm:dir/>
          <dgm:resizeHandles val="exact"/>
        </dgm:presLayoutVars>
      </dgm:prSet>
      <dgm:spPr/>
    </dgm:pt>
    <dgm:pt modelId="{90D8C829-9D6F-419F-9607-365C68CCF0C4}" type="pres">
      <dgm:prSet presAssocID="{D3262D86-C8E7-446C-B28B-544FEA720219}" presName="circ1" presStyleLbl="vennNode1" presStyleIdx="0" presStyleCnt="4"/>
      <dgm:spPr/>
    </dgm:pt>
    <dgm:pt modelId="{D31020F5-5EFD-492C-8C0B-008DD8328018}" type="pres">
      <dgm:prSet presAssocID="{D3262D86-C8E7-446C-B28B-544FEA72021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2232F36-E6F2-4953-8979-F06CFC18978E}" type="pres">
      <dgm:prSet presAssocID="{C36018A1-A641-4EB7-A206-748C6C4489F0}" presName="circ2" presStyleLbl="vennNode1" presStyleIdx="1" presStyleCnt="4"/>
      <dgm:spPr/>
    </dgm:pt>
    <dgm:pt modelId="{280604BB-E0B5-41EA-A9FB-2EA54216F9E3}" type="pres">
      <dgm:prSet presAssocID="{C36018A1-A641-4EB7-A206-748C6C4489F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5CBC76D-66B0-4352-B78D-B6A90ECB8E5D}" type="pres">
      <dgm:prSet presAssocID="{A3B763A3-9FED-4936-92CA-0F6920C673F4}" presName="circ3" presStyleLbl="vennNode1" presStyleIdx="2" presStyleCnt="4"/>
      <dgm:spPr/>
    </dgm:pt>
    <dgm:pt modelId="{1DC45B7C-28F6-4B67-8287-A046999EE219}" type="pres">
      <dgm:prSet presAssocID="{A3B763A3-9FED-4936-92CA-0F6920C673F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185DA33-1F19-48BE-98F2-1425D9605775}" type="pres">
      <dgm:prSet presAssocID="{E88DAD8E-A393-4758-A64D-DB5FA14B7A97}" presName="circ4" presStyleLbl="vennNode1" presStyleIdx="3" presStyleCnt="4"/>
      <dgm:spPr/>
    </dgm:pt>
    <dgm:pt modelId="{45DAD767-6453-4498-A5FF-ADF673ABF4E5}" type="pres">
      <dgm:prSet presAssocID="{E88DAD8E-A393-4758-A64D-DB5FA14B7A97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9899900-A767-4DDF-80F3-8E56CA309C00}" srcId="{F5B30208-4E39-42F5-9AB2-C7B866E3EF8D}" destId="{A3B763A3-9FED-4936-92CA-0F6920C673F4}" srcOrd="2" destOrd="0" parTransId="{EF14580F-C850-4AF3-A97D-6F36B116EAB1}" sibTransId="{525548F0-5EEB-4AD4-967E-6F5D50A44FC9}"/>
    <dgm:cxn modelId="{F54F3712-21BC-4EF9-8669-E90ADA65E959}" srcId="{F5B30208-4E39-42F5-9AB2-C7B866E3EF8D}" destId="{E88DAD8E-A393-4758-A64D-DB5FA14B7A97}" srcOrd="3" destOrd="0" parTransId="{7B66C7F2-CF1A-4557-811B-BAB185DA8B41}" sibTransId="{CA89A2DC-6E0A-43C2-8C79-6764AE38F1A0}"/>
    <dgm:cxn modelId="{DEF5663D-00E8-4267-ABC5-57AC7CCCDB96}" type="presOf" srcId="{D3262D86-C8E7-446C-B28B-544FEA720219}" destId="{D31020F5-5EFD-492C-8C0B-008DD8328018}" srcOrd="1" destOrd="0" presId="urn:microsoft.com/office/officeart/2005/8/layout/venn1"/>
    <dgm:cxn modelId="{216A9840-2193-43F1-9087-F2A56C17FECD}" type="presOf" srcId="{D3262D86-C8E7-446C-B28B-544FEA720219}" destId="{90D8C829-9D6F-419F-9607-365C68CCF0C4}" srcOrd="0" destOrd="0" presId="urn:microsoft.com/office/officeart/2005/8/layout/venn1"/>
    <dgm:cxn modelId="{2CF53066-81AD-4C19-9687-A1D63936221A}" type="presOf" srcId="{E88DAD8E-A393-4758-A64D-DB5FA14B7A97}" destId="{B185DA33-1F19-48BE-98F2-1425D9605775}" srcOrd="0" destOrd="0" presId="urn:microsoft.com/office/officeart/2005/8/layout/venn1"/>
    <dgm:cxn modelId="{3D678672-D47C-448E-A2E0-13C9EBF9691C}" type="presOf" srcId="{C36018A1-A641-4EB7-A206-748C6C4489F0}" destId="{280604BB-E0B5-41EA-A9FB-2EA54216F9E3}" srcOrd="1" destOrd="0" presId="urn:microsoft.com/office/officeart/2005/8/layout/venn1"/>
    <dgm:cxn modelId="{F220BC73-B752-4A7D-9F66-39D644EB8D5E}" srcId="{F5B30208-4E39-42F5-9AB2-C7B866E3EF8D}" destId="{C36018A1-A641-4EB7-A206-748C6C4489F0}" srcOrd="1" destOrd="0" parTransId="{5C02B088-F244-4ACB-910F-0D4AC0877824}" sibTransId="{5643A79E-55B2-4F59-A733-0E7E33A09FBA}"/>
    <dgm:cxn modelId="{0D18055A-4C24-452F-A234-53F46543A027}" type="presOf" srcId="{C36018A1-A641-4EB7-A206-748C6C4489F0}" destId="{F2232F36-E6F2-4953-8979-F06CFC18978E}" srcOrd="0" destOrd="0" presId="urn:microsoft.com/office/officeart/2005/8/layout/venn1"/>
    <dgm:cxn modelId="{38F7F786-D5A3-4022-96EE-C8FF9EDF52A6}" srcId="{F5B30208-4E39-42F5-9AB2-C7B866E3EF8D}" destId="{D3262D86-C8E7-446C-B28B-544FEA720219}" srcOrd="0" destOrd="0" parTransId="{1C1A23E7-F672-4E73-893E-976C39AAFEE4}" sibTransId="{B7957D6F-F4B9-402D-9A08-FBF4948C0452}"/>
    <dgm:cxn modelId="{CD3798B9-81B3-4E0B-BAB0-EC8035D080A8}" type="presOf" srcId="{A3B763A3-9FED-4936-92CA-0F6920C673F4}" destId="{1DC45B7C-28F6-4B67-8287-A046999EE219}" srcOrd="1" destOrd="0" presId="urn:microsoft.com/office/officeart/2005/8/layout/venn1"/>
    <dgm:cxn modelId="{DF0688C3-9FA0-4022-A3D3-484BE8CC5983}" type="presOf" srcId="{A3B763A3-9FED-4936-92CA-0F6920C673F4}" destId="{55CBC76D-66B0-4352-B78D-B6A90ECB8E5D}" srcOrd="0" destOrd="0" presId="urn:microsoft.com/office/officeart/2005/8/layout/venn1"/>
    <dgm:cxn modelId="{A534F1C4-30BE-4E18-9128-DBDA49446F6E}" type="presOf" srcId="{F5B30208-4E39-42F5-9AB2-C7B866E3EF8D}" destId="{A149622E-2EAB-44BE-9E30-DB2B09DBC1CA}" srcOrd="0" destOrd="0" presId="urn:microsoft.com/office/officeart/2005/8/layout/venn1"/>
    <dgm:cxn modelId="{47FB25CF-BCF3-4A5A-BA71-896F30A8EE73}" type="presOf" srcId="{E88DAD8E-A393-4758-A64D-DB5FA14B7A97}" destId="{45DAD767-6453-4498-A5FF-ADF673ABF4E5}" srcOrd="1" destOrd="0" presId="urn:microsoft.com/office/officeart/2005/8/layout/venn1"/>
    <dgm:cxn modelId="{7CA32CBB-5BD1-4A1D-B734-8D809BC241C5}" type="presParOf" srcId="{A149622E-2EAB-44BE-9E30-DB2B09DBC1CA}" destId="{90D8C829-9D6F-419F-9607-365C68CCF0C4}" srcOrd="0" destOrd="0" presId="urn:microsoft.com/office/officeart/2005/8/layout/venn1"/>
    <dgm:cxn modelId="{5D5D1B77-3FE3-4C5D-AB5F-807DD217AE53}" type="presParOf" srcId="{A149622E-2EAB-44BE-9E30-DB2B09DBC1CA}" destId="{D31020F5-5EFD-492C-8C0B-008DD8328018}" srcOrd="1" destOrd="0" presId="urn:microsoft.com/office/officeart/2005/8/layout/venn1"/>
    <dgm:cxn modelId="{DF34AE30-A7D3-4CF4-9C3D-951E084288AA}" type="presParOf" srcId="{A149622E-2EAB-44BE-9E30-DB2B09DBC1CA}" destId="{F2232F36-E6F2-4953-8979-F06CFC18978E}" srcOrd="2" destOrd="0" presId="urn:microsoft.com/office/officeart/2005/8/layout/venn1"/>
    <dgm:cxn modelId="{92348ECE-D9C8-4C80-96FF-8A214D8B02C4}" type="presParOf" srcId="{A149622E-2EAB-44BE-9E30-DB2B09DBC1CA}" destId="{280604BB-E0B5-41EA-A9FB-2EA54216F9E3}" srcOrd="3" destOrd="0" presId="urn:microsoft.com/office/officeart/2005/8/layout/venn1"/>
    <dgm:cxn modelId="{11B1FAA0-5D63-4A75-845C-02EF0131F755}" type="presParOf" srcId="{A149622E-2EAB-44BE-9E30-DB2B09DBC1CA}" destId="{55CBC76D-66B0-4352-B78D-B6A90ECB8E5D}" srcOrd="4" destOrd="0" presId="urn:microsoft.com/office/officeart/2005/8/layout/venn1"/>
    <dgm:cxn modelId="{AE6802F4-0875-48E0-84E8-B1C4D874CDF2}" type="presParOf" srcId="{A149622E-2EAB-44BE-9E30-DB2B09DBC1CA}" destId="{1DC45B7C-28F6-4B67-8287-A046999EE219}" srcOrd="5" destOrd="0" presId="urn:microsoft.com/office/officeart/2005/8/layout/venn1"/>
    <dgm:cxn modelId="{ADB765EA-9971-47A6-B48F-E6304D276189}" type="presParOf" srcId="{A149622E-2EAB-44BE-9E30-DB2B09DBC1CA}" destId="{B185DA33-1F19-48BE-98F2-1425D9605775}" srcOrd="6" destOrd="0" presId="urn:microsoft.com/office/officeart/2005/8/layout/venn1"/>
    <dgm:cxn modelId="{91CF44CE-2F95-4F76-B90C-63BC76B23789}" type="presParOf" srcId="{A149622E-2EAB-44BE-9E30-DB2B09DBC1CA}" destId="{45DAD767-6453-4498-A5FF-ADF673ABF4E5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D2BC61C6-9ADC-42DF-93FC-CE0ED65B4700}" type="doc">
      <dgm:prSet loTypeId="urn:microsoft.com/office/officeart/2005/8/layout/venn1" loCatId="relationship" qsTypeId="urn:microsoft.com/office/officeart/2005/8/quickstyle/3d3" qsCatId="3D" csTypeId="urn:microsoft.com/office/officeart/2005/8/colors/accent1_2" csCatId="accent1" phldr="1"/>
      <dgm:spPr/>
    </dgm:pt>
    <dgm:pt modelId="{2ADF7341-2A74-472B-A684-CA6320831CA0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C580E023-CDCB-4AA9-B5E6-BFABD7A8C1CE}" type="parTrans" cxnId="{086B9103-AD46-4DE8-8ADF-FE03D6B52C84}">
      <dgm:prSet/>
      <dgm:spPr/>
    </dgm:pt>
    <dgm:pt modelId="{DB7FD2BE-96B4-4F7C-98BA-16B37828ECE4}" type="sibTrans" cxnId="{086B9103-AD46-4DE8-8ADF-FE03D6B52C84}">
      <dgm:prSet/>
      <dgm:spPr/>
    </dgm:pt>
    <dgm:pt modelId="{9DEAD4EF-FC64-4BB6-A598-A997FE9B9BA7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6F81F95A-87AA-4A1E-B454-A0A1D96E3949}" type="parTrans" cxnId="{103BD2BC-AB2A-4C5B-A2E5-9E7782CB5511}">
      <dgm:prSet/>
      <dgm:spPr/>
    </dgm:pt>
    <dgm:pt modelId="{84AE7FEC-6195-42CE-894F-F4E98603C2B2}" type="sibTrans" cxnId="{103BD2BC-AB2A-4C5B-A2E5-9E7782CB5511}">
      <dgm:prSet/>
      <dgm:spPr/>
    </dgm:pt>
    <dgm:pt modelId="{11832EC8-DDBE-43D6-9636-F7C4AC4D8AA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112E91CB-85FD-47AF-A9F4-4FA71BC79AD0}" type="parTrans" cxnId="{1935767A-7186-4363-8DD6-BFED18AC0107}">
      <dgm:prSet/>
      <dgm:spPr/>
    </dgm:pt>
    <dgm:pt modelId="{F3E6F385-DA50-4186-AAB7-B2D6A75D168A}" type="sibTrans" cxnId="{1935767A-7186-4363-8DD6-BFED18AC0107}">
      <dgm:prSet/>
      <dgm:spPr/>
    </dgm:pt>
    <dgm:pt modelId="{03FE85D1-4FE7-483C-BACD-2719073CDF01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A40B14D2-C1F1-4C27-BCEC-6A619874487A}" type="parTrans" cxnId="{9CD4E6DA-388F-45A1-90D0-00582ACD2808}">
      <dgm:prSet/>
      <dgm:spPr/>
    </dgm:pt>
    <dgm:pt modelId="{7D3310A1-54E2-40FB-B2C7-2CBA754A1071}" type="sibTrans" cxnId="{9CD4E6DA-388F-45A1-90D0-00582ACD2808}">
      <dgm:prSet/>
      <dgm:spPr/>
    </dgm:pt>
    <dgm:pt modelId="{CD3A51DE-C53A-43B9-9A4E-A296EFB1AC34}" type="pres">
      <dgm:prSet presAssocID="{D2BC61C6-9ADC-42DF-93FC-CE0ED65B4700}" presName="compositeShape" presStyleCnt="0">
        <dgm:presLayoutVars>
          <dgm:chMax val="7"/>
          <dgm:dir/>
          <dgm:resizeHandles val="exact"/>
        </dgm:presLayoutVars>
      </dgm:prSet>
      <dgm:spPr/>
    </dgm:pt>
    <dgm:pt modelId="{EF6F263A-E049-47E9-AED4-FF88F64C064A}" type="pres">
      <dgm:prSet presAssocID="{2ADF7341-2A74-472B-A684-CA6320831CA0}" presName="circ1" presStyleLbl="vennNode1" presStyleIdx="0" presStyleCnt="4"/>
      <dgm:spPr/>
    </dgm:pt>
    <dgm:pt modelId="{3BA08ED8-5BC6-4ED9-8D2C-34B90AD008CD}" type="pres">
      <dgm:prSet presAssocID="{2ADF7341-2A74-472B-A684-CA6320831CA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7123EB7-E71E-459C-9F74-C07CB11A0CEA}" type="pres">
      <dgm:prSet presAssocID="{9DEAD4EF-FC64-4BB6-A598-A997FE9B9BA7}" presName="circ2" presStyleLbl="vennNode1" presStyleIdx="1" presStyleCnt="4"/>
      <dgm:spPr/>
    </dgm:pt>
    <dgm:pt modelId="{A6075F60-1929-4ECB-A3C2-095354734E0A}" type="pres">
      <dgm:prSet presAssocID="{9DEAD4EF-FC64-4BB6-A598-A997FE9B9BA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40A28D-E607-4CBB-8794-407CF2C3E71F}" type="pres">
      <dgm:prSet presAssocID="{11832EC8-DDBE-43D6-9636-F7C4AC4D8AAB}" presName="circ3" presStyleLbl="vennNode1" presStyleIdx="2" presStyleCnt="4"/>
      <dgm:spPr/>
    </dgm:pt>
    <dgm:pt modelId="{B5182C32-59F2-4ED0-BF89-B2D0527983A1}" type="pres">
      <dgm:prSet presAssocID="{11832EC8-DDBE-43D6-9636-F7C4AC4D8AA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F9CF631-639F-44AF-A83E-262B3680D29F}" type="pres">
      <dgm:prSet presAssocID="{03FE85D1-4FE7-483C-BACD-2719073CDF01}" presName="circ4" presStyleLbl="vennNode1" presStyleIdx="3" presStyleCnt="4"/>
      <dgm:spPr/>
    </dgm:pt>
    <dgm:pt modelId="{03588768-400C-4357-9FA0-9778ACE53418}" type="pres">
      <dgm:prSet presAssocID="{03FE85D1-4FE7-483C-BACD-2719073CDF01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086B9103-AD46-4DE8-8ADF-FE03D6B52C84}" srcId="{D2BC61C6-9ADC-42DF-93FC-CE0ED65B4700}" destId="{2ADF7341-2A74-472B-A684-CA6320831CA0}" srcOrd="0" destOrd="0" parTransId="{C580E023-CDCB-4AA9-B5E6-BFABD7A8C1CE}" sibTransId="{DB7FD2BE-96B4-4F7C-98BA-16B37828ECE4}"/>
    <dgm:cxn modelId="{3B2B3C2D-F662-4530-AC85-2121431015F5}" type="presOf" srcId="{9DEAD4EF-FC64-4BB6-A598-A997FE9B9BA7}" destId="{A6075F60-1929-4ECB-A3C2-095354734E0A}" srcOrd="1" destOrd="0" presId="urn:microsoft.com/office/officeart/2005/8/layout/venn1"/>
    <dgm:cxn modelId="{CC99BC46-B1AA-4F13-BDE1-A2AE5EC8BF4C}" type="presOf" srcId="{2ADF7341-2A74-472B-A684-CA6320831CA0}" destId="{3BA08ED8-5BC6-4ED9-8D2C-34B90AD008CD}" srcOrd="1" destOrd="0" presId="urn:microsoft.com/office/officeart/2005/8/layout/venn1"/>
    <dgm:cxn modelId="{6B5B224F-0DFB-425D-A6E7-82BBF0D50993}" type="presOf" srcId="{2ADF7341-2A74-472B-A684-CA6320831CA0}" destId="{EF6F263A-E049-47E9-AED4-FF88F64C064A}" srcOrd="0" destOrd="0" presId="urn:microsoft.com/office/officeart/2005/8/layout/venn1"/>
    <dgm:cxn modelId="{B5271550-5881-4E3F-A5C3-6BFAB64A0D9B}" type="presOf" srcId="{11832EC8-DDBE-43D6-9636-F7C4AC4D8AAB}" destId="{B5182C32-59F2-4ED0-BF89-B2D0527983A1}" srcOrd="1" destOrd="0" presId="urn:microsoft.com/office/officeart/2005/8/layout/venn1"/>
    <dgm:cxn modelId="{14DADC52-41B9-4803-BB17-6219345E541D}" type="presOf" srcId="{11832EC8-DDBE-43D6-9636-F7C4AC4D8AAB}" destId="{4240A28D-E607-4CBB-8794-407CF2C3E71F}" srcOrd="0" destOrd="0" presId="urn:microsoft.com/office/officeart/2005/8/layout/venn1"/>
    <dgm:cxn modelId="{1935767A-7186-4363-8DD6-BFED18AC0107}" srcId="{D2BC61C6-9ADC-42DF-93FC-CE0ED65B4700}" destId="{11832EC8-DDBE-43D6-9636-F7C4AC4D8AAB}" srcOrd="2" destOrd="0" parTransId="{112E91CB-85FD-47AF-A9F4-4FA71BC79AD0}" sibTransId="{F3E6F385-DA50-4186-AAB7-B2D6A75D168A}"/>
    <dgm:cxn modelId="{103BD2BC-AB2A-4C5B-A2E5-9E7782CB5511}" srcId="{D2BC61C6-9ADC-42DF-93FC-CE0ED65B4700}" destId="{9DEAD4EF-FC64-4BB6-A598-A997FE9B9BA7}" srcOrd="1" destOrd="0" parTransId="{6F81F95A-87AA-4A1E-B454-A0A1D96E3949}" sibTransId="{84AE7FEC-6195-42CE-894F-F4E98603C2B2}"/>
    <dgm:cxn modelId="{39AC55C7-E47D-4847-BABA-693B03A32C17}" type="presOf" srcId="{03FE85D1-4FE7-483C-BACD-2719073CDF01}" destId="{03588768-400C-4357-9FA0-9778ACE53418}" srcOrd="1" destOrd="0" presId="urn:microsoft.com/office/officeart/2005/8/layout/venn1"/>
    <dgm:cxn modelId="{F3AE28D7-1412-4C80-8F93-ACC9115A6D4B}" type="presOf" srcId="{D2BC61C6-9ADC-42DF-93FC-CE0ED65B4700}" destId="{CD3A51DE-C53A-43B9-9A4E-A296EFB1AC34}" srcOrd="0" destOrd="0" presId="urn:microsoft.com/office/officeart/2005/8/layout/venn1"/>
    <dgm:cxn modelId="{1420CCDA-3E6D-45DE-826B-0F8A8AC78B70}" type="presOf" srcId="{03FE85D1-4FE7-483C-BACD-2719073CDF01}" destId="{7F9CF631-639F-44AF-A83E-262B3680D29F}" srcOrd="0" destOrd="0" presId="urn:microsoft.com/office/officeart/2005/8/layout/venn1"/>
    <dgm:cxn modelId="{9CD4E6DA-388F-45A1-90D0-00582ACD2808}" srcId="{D2BC61C6-9ADC-42DF-93FC-CE0ED65B4700}" destId="{03FE85D1-4FE7-483C-BACD-2719073CDF01}" srcOrd="3" destOrd="0" parTransId="{A40B14D2-C1F1-4C27-BCEC-6A619874487A}" sibTransId="{7D3310A1-54E2-40FB-B2C7-2CBA754A1071}"/>
    <dgm:cxn modelId="{4313ACEB-8D54-4B66-A388-33A43129C0AB}" type="presOf" srcId="{9DEAD4EF-FC64-4BB6-A598-A997FE9B9BA7}" destId="{07123EB7-E71E-459C-9F74-C07CB11A0CEA}" srcOrd="0" destOrd="0" presId="urn:microsoft.com/office/officeart/2005/8/layout/venn1"/>
    <dgm:cxn modelId="{601F7A47-446C-4528-AB49-DC741C517E82}" type="presParOf" srcId="{CD3A51DE-C53A-43B9-9A4E-A296EFB1AC34}" destId="{EF6F263A-E049-47E9-AED4-FF88F64C064A}" srcOrd="0" destOrd="0" presId="urn:microsoft.com/office/officeart/2005/8/layout/venn1"/>
    <dgm:cxn modelId="{58DFD14E-8A05-463E-8418-3E822B604A97}" type="presParOf" srcId="{CD3A51DE-C53A-43B9-9A4E-A296EFB1AC34}" destId="{3BA08ED8-5BC6-4ED9-8D2C-34B90AD008CD}" srcOrd="1" destOrd="0" presId="urn:microsoft.com/office/officeart/2005/8/layout/venn1"/>
    <dgm:cxn modelId="{5FDAED27-0ACC-4C14-8A16-3EE6C29C77AD}" type="presParOf" srcId="{CD3A51DE-C53A-43B9-9A4E-A296EFB1AC34}" destId="{07123EB7-E71E-459C-9F74-C07CB11A0CEA}" srcOrd="2" destOrd="0" presId="urn:microsoft.com/office/officeart/2005/8/layout/venn1"/>
    <dgm:cxn modelId="{C96DA186-176B-4A7F-A186-029CC04013F5}" type="presParOf" srcId="{CD3A51DE-C53A-43B9-9A4E-A296EFB1AC34}" destId="{A6075F60-1929-4ECB-A3C2-095354734E0A}" srcOrd="3" destOrd="0" presId="urn:microsoft.com/office/officeart/2005/8/layout/venn1"/>
    <dgm:cxn modelId="{131407A0-9179-436C-A5EB-DD7FBC8B6B5E}" type="presParOf" srcId="{CD3A51DE-C53A-43B9-9A4E-A296EFB1AC34}" destId="{4240A28D-E607-4CBB-8794-407CF2C3E71F}" srcOrd="4" destOrd="0" presId="urn:microsoft.com/office/officeart/2005/8/layout/venn1"/>
    <dgm:cxn modelId="{4AD828E1-ECEB-4867-909D-3612FEDFF32A}" type="presParOf" srcId="{CD3A51DE-C53A-43B9-9A4E-A296EFB1AC34}" destId="{B5182C32-59F2-4ED0-BF89-B2D0527983A1}" srcOrd="5" destOrd="0" presId="urn:microsoft.com/office/officeart/2005/8/layout/venn1"/>
    <dgm:cxn modelId="{CC6A4AE6-AB77-43D9-BF39-208740D0BB3E}" type="presParOf" srcId="{CD3A51DE-C53A-43B9-9A4E-A296EFB1AC34}" destId="{7F9CF631-639F-44AF-A83E-262B3680D29F}" srcOrd="6" destOrd="0" presId="urn:microsoft.com/office/officeart/2005/8/layout/venn1"/>
    <dgm:cxn modelId="{5398F46E-43DF-40EE-8D24-A32E6A08C8C1}" type="presParOf" srcId="{CD3A51DE-C53A-43B9-9A4E-A296EFB1AC34}" destId="{03588768-400C-4357-9FA0-9778ACE53418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947FC1FF-688B-42CF-BEA9-DB8EC4D3115C}" type="doc">
      <dgm:prSet loTypeId="urn:microsoft.com/office/officeart/2005/8/layout/venn1" loCatId="relationship" qsTypeId="urn:microsoft.com/office/officeart/2005/8/quickstyle/3d4" qsCatId="3D" csTypeId="urn:microsoft.com/office/officeart/2005/8/colors/accent1_2" csCatId="accent1" phldr="1"/>
      <dgm:spPr/>
    </dgm:pt>
    <dgm:pt modelId="{EB652FD0-9A3C-4E5D-AF4D-DAE9BC3B666A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2A07DD13-6FA1-4851-9680-D4104B6EA91B}" type="parTrans" cxnId="{15211790-55B1-48F5-9539-3A88F83FD7E8}">
      <dgm:prSet/>
      <dgm:spPr/>
    </dgm:pt>
    <dgm:pt modelId="{AE348188-C633-4175-BB3A-36FE7816ACD6}" type="sibTrans" cxnId="{15211790-55B1-48F5-9539-3A88F83FD7E8}">
      <dgm:prSet/>
      <dgm:spPr/>
    </dgm:pt>
    <dgm:pt modelId="{24A71429-4EEF-4CB0-AA27-C53280B39CB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208D9304-ABEE-4EE9-ADEF-D21A85084AFA}" type="parTrans" cxnId="{57956643-B7BD-4418-B968-330BA135AFBA}">
      <dgm:prSet/>
      <dgm:spPr/>
    </dgm:pt>
    <dgm:pt modelId="{2F05A831-F4F1-4C89-8A5E-7C84C410E76C}" type="sibTrans" cxnId="{57956643-B7BD-4418-B968-330BA135AFBA}">
      <dgm:prSet/>
      <dgm:spPr/>
    </dgm:pt>
    <dgm:pt modelId="{F6DD8F46-36E5-44EB-A7D9-3146EEADB902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661C09F9-535D-4C66-BE98-63D08097CB47}" type="parTrans" cxnId="{0188A21C-6889-42D9-8156-DFC985699F5F}">
      <dgm:prSet/>
      <dgm:spPr/>
    </dgm:pt>
    <dgm:pt modelId="{D02AA3C2-84EC-4B53-BA39-D2283D3F80F4}" type="sibTrans" cxnId="{0188A21C-6889-42D9-8156-DFC985699F5F}">
      <dgm:prSet/>
      <dgm:spPr/>
    </dgm:pt>
    <dgm:pt modelId="{9BB650E3-1FEA-4878-B640-DF3A4C1FC0D9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C251332-0743-4769-B6D8-42C848F94FAB}" type="parTrans" cxnId="{1D109FD3-EC2F-4F98-B31D-C5ACBD851C30}">
      <dgm:prSet/>
      <dgm:spPr/>
    </dgm:pt>
    <dgm:pt modelId="{9561DCC5-FC0B-419B-A4F8-17BD5CF277EA}" type="sibTrans" cxnId="{1D109FD3-EC2F-4F98-B31D-C5ACBD851C30}">
      <dgm:prSet/>
      <dgm:spPr/>
    </dgm:pt>
    <dgm:pt modelId="{D35F145E-8797-4555-8633-6F5791CF45CF}" type="pres">
      <dgm:prSet presAssocID="{947FC1FF-688B-42CF-BEA9-DB8EC4D3115C}" presName="compositeShape" presStyleCnt="0">
        <dgm:presLayoutVars>
          <dgm:chMax val="7"/>
          <dgm:dir/>
          <dgm:resizeHandles val="exact"/>
        </dgm:presLayoutVars>
      </dgm:prSet>
      <dgm:spPr/>
    </dgm:pt>
    <dgm:pt modelId="{6CD098C1-E885-4A35-AAC0-CC36668EB72C}" type="pres">
      <dgm:prSet presAssocID="{EB652FD0-9A3C-4E5D-AF4D-DAE9BC3B666A}" presName="circ1" presStyleLbl="vennNode1" presStyleIdx="0" presStyleCnt="4"/>
      <dgm:spPr/>
    </dgm:pt>
    <dgm:pt modelId="{E3F9F266-1136-467B-BCCA-E6A601BC3B15}" type="pres">
      <dgm:prSet presAssocID="{EB652FD0-9A3C-4E5D-AF4D-DAE9BC3B666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C804C85-8863-494C-89C9-E524B440CF69}" type="pres">
      <dgm:prSet presAssocID="{24A71429-4EEF-4CB0-AA27-C53280B39CB6}" presName="circ2" presStyleLbl="vennNode1" presStyleIdx="1" presStyleCnt="4"/>
      <dgm:spPr/>
    </dgm:pt>
    <dgm:pt modelId="{0141944B-72E2-4938-AE34-7B0639539B90}" type="pres">
      <dgm:prSet presAssocID="{24A71429-4EEF-4CB0-AA27-C53280B39CB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559BDC3-34E9-4AF4-BE7E-ABB7692C230F}" type="pres">
      <dgm:prSet presAssocID="{F6DD8F46-36E5-44EB-A7D9-3146EEADB902}" presName="circ3" presStyleLbl="vennNode1" presStyleIdx="2" presStyleCnt="4"/>
      <dgm:spPr/>
    </dgm:pt>
    <dgm:pt modelId="{DC0FCE3B-0E3D-4C2D-8E1F-D0571B2071EB}" type="pres">
      <dgm:prSet presAssocID="{F6DD8F46-36E5-44EB-A7D9-3146EEADB902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99B6A71-A2BD-483F-9895-DE2EF9F6629D}" type="pres">
      <dgm:prSet presAssocID="{9BB650E3-1FEA-4878-B640-DF3A4C1FC0D9}" presName="circ4" presStyleLbl="vennNode1" presStyleIdx="3" presStyleCnt="4"/>
      <dgm:spPr/>
    </dgm:pt>
    <dgm:pt modelId="{153F7E7B-DB62-4A4C-BE5F-D22934AFD2A2}" type="pres">
      <dgm:prSet presAssocID="{9BB650E3-1FEA-4878-B640-DF3A4C1FC0D9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DA88F15-13E7-4F5D-944B-0DC4A666898F}" type="presOf" srcId="{EB652FD0-9A3C-4E5D-AF4D-DAE9BC3B666A}" destId="{6CD098C1-E885-4A35-AAC0-CC36668EB72C}" srcOrd="0" destOrd="0" presId="urn:microsoft.com/office/officeart/2005/8/layout/venn1"/>
    <dgm:cxn modelId="{0188A21C-6889-42D9-8156-DFC985699F5F}" srcId="{947FC1FF-688B-42CF-BEA9-DB8EC4D3115C}" destId="{F6DD8F46-36E5-44EB-A7D9-3146EEADB902}" srcOrd="2" destOrd="0" parTransId="{661C09F9-535D-4C66-BE98-63D08097CB47}" sibTransId="{D02AA3C2-84EC-4B53-BA39-D2283D3F80F4}"/>
    <dgm:cxn modelId="{49A8CC1F-9663-49CE-AA65-2CA8EDFBECF1}" type="presOf" srcId="{F6DD8F46-36E5-44EB-A7D9-3146EEADB902}" destId="{8559BDC3-34E9-4AF4-BE7E-ABB7692C230F}" srcOrd="0" destOrd="0" presId="urn:microsoft.com/office/officeart/2005/8/layout/venn1"/>
    <dgm:cxn modelId="{A7FDFC28-A5EE-4E13-9378-17555001E537}" type="presOf" srcId="{24A71429-4EEF-4CB0-AA27-C53280B39CB6}" destId="{DC804C85-8863-494C-89C9-E524B440CF69}" srcOrd="0" destOrd="0" presId="urn:microsoft.com/office/officeart/2005/8/layout/venn1"/>
    <dgm:cxn modelId="{57956643-B7BD-4418-B968-330BA135AFBA}" srcId="{947FC1FF-688B-42CF-BEA9-DB8EC4D3115C}" destId="{24A71429-4EEF-4CB0-AA27-C53280B39CB6}" srcOrd="1" destOrd="0" parTransId="{208D9304-ABEE-4EE9-ADEF-D21A85084AFA}" sibTransId="{2F05A831-F4F1-4C89-8A5E-7C84C410E76C}"/>
    <dgm:cxn modelId="{5C53AD75-A414-47E0-8601-AE7A1C625926}" type="presOf" srcId="{EB652FD0-9A3C-4E5D-AF4D-DAE9BC3B666A}" destId="{E3F9F266-1136-467B-BCCA-E6A601BC3B15}" srcOrd="1" destOrd="0" presId="urn:microsoft.com/office/officeart/2005/8/layout/venn1"/>
    <dgm:cxn modelId="{DD9BBB8B-DDA2-4AAD-8DC1-BCEED80F8F39}" type="presOf" srcId="{9BB650E3-1FEA-4878-B640-DF3A4C1FC0D9}" destId="{699B6A71-A2BD-483F-9895-DE2EF9F6629D}" srcOrd="0" destOrd="0" presId="urn:microsoft.com/office/officeart/2005/8/layout/venn1"/>
    <dgm:cxn modelId="{15211790-55B1-48F5-9539-3A88F83FD7E8}" srcId="{947FC1FF-688B-42CF-BEA9-DB8EC4D3115C}" destId="{EB652FD0-9A3C-4E5D-AF4D-DAE9BC3B666A}" srcOrd="0" destOrd="0" parTransId="{2A07DD13-6FA1-4851-9680-D4104B6EA91B}" sibTransId="{AE348188-C633-4175-BB3A-36FE7816ACD6}"/>
    <dgm:cxn modelId="{EC60BE95-6D4C-4024-818D-E92C74C18FDA}" type="presOf" srcId="{947FC1FF-688B-42CF-BEA9-DB8EC4D3115C}" destId="{D35F145E-8797-4555-8633-6F5791CF45CF}" srcOrd="0" destOrd="0" presId="urn:microsoft.com/office/officeart/2005/8/layout/venn1"/>
    <dgm:cxn modelId="{EBE605CC-37BB-4B9F-80EA-AC16B22A07A8}" type="presOf" srcId="{F6DD8F46-36E5-44EB-A7D9-3146EEADB902}" destId="{DC0FCE3B-0E3D-4C2D-8E1F-D0571B2071EB}" srcOrd="1" destOrd="0" presId="urn:microsoft.com/office/officeart/2005/8/layout/venn1"/>
    <dgm:cxn modelId="{29066CCD-ADB4-4F57-A339-7A08E9BAA60F}" type="presOf" srcId="{24A71429-4EEF-4CB0-AA27-C53280B39CB6}" destId="{0141944B-72E2-4938-AE34-7B0639539B90}" srcOrd="1" destOrd="0" presId="urn:microsoft.com/office/officeart/2005/8/layout/venn1"/>
    <dgm:cxn modelId="{1D109FD3-EC2F-4F98-B31D-C5ACBD851C30}" srcId="{947FC1FF-688B-42CF-BEA9-DB8EC4D3115C}" destId="{9BB650E3-1FEA-4878-B640-DF3A4C1FC0D9}" srcOrd="3" destOrd="0" parTransId="{FC251332-0743-4769-B6D8-42C848F94FAB}" sibTransId="{9561DCC5-FC0B-419B-A4F8-17BD5CF277EA}"/>
    <dgm:cxn modelId="{583A14FC-412F-4E5D-9C62-416C7C4CA8C6}" type="presOf" srcId="{9BB650E3-1FEA-4878-B640-DF3A4C1FC0D9}" destId="{153F7E7B-DB62-4A4C-BE5F-D22934AFD2A2}" srcOrd="1" destOrd="0" presId="urn:microsoft.com/office/officeart/2005/8/layout/venn1"/>
    <dgm:cxn modelId="{006736E3-8A97-4D6A-ABA2-C0C1B389A529}" type="presParOf" srcId="{D35F145E-8797-4555-8633-6F5791CF45CF}" destId="{6CD098C1-E885-4A35-AAC0-CC36668EB72C}" srcOrd="0" destOrd="0" presId="urn:microsoft.com/office/officeart/2005/8/layout/venn1"/>
    <dgm:cxn modelId="{02A8E4A9-E2FF-471E-84CB-E2CE803B8269}" type="presParOf" srcId="{D35F145E-8797-4555-8633-6F5791CF45CF}" destId="{E3F9F266-1136-467B-BCCA-E6A601BC3B15}" srcOrd="1" destOrd="0" presId="urn:microsoft.com/office/officeart/2005/8/layout/venn1"/>
    <dgm:cxn modelId="{F02F22EA-7115-42AA-AD5E-4F6C75CC3875}" type="presParOf" srcId="{D35F145E-8797-4555-8633-6F5791CF45CF}" destId="{DC804C85-8863-494C-89C9-E524B440CF69}" srcOrd="2" destOrd="0" presId="urn:microsoft.com/office/officeart/2005/8/layout/venn1"/>
    <dgm:cxn modelId="{CB6D8814-512D-4480-A055-65050B8ED382}" type="presParOf" srcId="{D35F145E-8797-4555-8633-6F5791CF45CF}" destId="{0141944B-72E2-4938-AE34-7B0639539B90}" srcOrd="3" destOrd="0" presId="urn:microsoft.com/office/officeart/2005/8/layout/venn1"/>
    <dgm:cxn modelId="{9F878D42-3B51-4604-A1C2-2721C4CF1861}" type="presParOf" srcId="{D35F145E-8797-4555-8633-6F5791CF45CF}" destId="{8559BDC3-34E9-4AF4-BE7E-ABB7692C230F}" srcOrd="4" destOrd="0" presId="urn:microsoft.com/office/officeart/2005/8/layout/venn1"/>
    <dgm:cxn modelId="{8B425C71-F870-4F7E-9FAA-D1C22B5FF1E4}" type="presParOf" srcId="{D35F145E-8797-4555-8633-6F5791CF45CF}" destId="{DC0FCE3B-0E3D-4C2D-8E1F-D0571B2071EB}" srcOrd="5" destOrd="0" presId="urn:microsoft.com/office/officeart/2005/8/layout/venn1"/>
    <dgm:cxn modelId="{85A459AC-9C84-4375-A245-61968F5FBBE6}" type="presParOf" srcId="{D35F145E-8797-4555-8633-6F5791CF45CF}" destId="{699B6A71-A2BD-483F-9895-DE2EF9F6629D}" srcOrd="6" destOrd="0" presId="urn:microsoft.com/office/officeart/2005/8/layout/venn1"/>
    <dgm:cxn modelId="{8CC3F309-1A26-4647-9F30-F2D7E612BFE0}" type="presParOf" srcId="{D35F145E-8797-4555-8633-6F5791CF45CF}" destId="{153F7E7B-DB62-4A4C-BE5F-D22934AFD2A2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B9EB1855-013B-4CA8-AB98-107271FEADE3}" type="doc">
      <dgm:prSet loTypeId="urn:microsoft.com/office/officeart/2005/8/layout/venn1" loCatId="relationship" qsTypeId="urn:microsoft.com/office/officeart/2005/8/quickstyle/3d5" qsCatId="3D" csTypeId="urn:microsoft.com/office/officeart/2005/8/colors/accent1_2" csCatId="accent1" phldr="1"/>
      <dgm:spPr/>
    </dgm:pt>
    <dgm:pt modelId="{B38D614F-DDC9-4BEF-8F14-9A200823F2E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E90600E-7008-4621-AB07-A8F3614A070F}" type="parTrans" cxnId="{02D1C484-9F10-4E5F-8583-8ED5F0E16CD1}">
      <dgm:prSet/>
      <dgm:spPr/>
    </dgm:pt>
    <dgm:pt modelId="{E34DB56C-64A2-4919-AE5C-E66F1573C012}" type="sibTrans" cxnId="{02D1C484-9F10-4E5F-8583-8ED5F0E16CD1}">
      <dgm:prSet/>
      <dgm:spPr/>
    </dgm:pt>
    <dgm:pt modelId="{7F655013-6FDB-4753-AA60-6793921F9119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A4D0D7D1-C076-49D5-941F-DC4ADEDEBF73}" type="parTrans" cxnId="{89E0B2A8-09F1-4C41-B93F-073D8CAC38A9}">
      <dgm:prSet/>
      <dgm:spPr/>
    </dgm:pt>
    <dgm:pt modelId="{19C3DE46-E18B-4ED7-B3D1-4261EB909335}" type="sibTrans" cxnId="{89E0B2A8-09F1-4C41-B93F-073D8CAC38A9}">
      <dgm:prSet/>
      <dgm:spPr/>
    </dgm:pt>
    <dgm:pt modelId="{85B09A74-A6C7-4409-A07D-8A60FF31EC4C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C7139308-BE0C-445E-83FB-FC9662BBCA72}" type="parTrans" cxnId="{7FB64FAD-1155-4D29-B721-A91DBC383940}">
      <dgm:prSet/>
      <dgm:spPr/>
    </dgm:pt>
    <dgm:pt modelId="{91E13C78-0347-40F0-8493-24130A1574BA}" type="sibTrans" cxnId="{7FB64FAD-1155-4D29-B721-A91DBC383940}">
      <dgm:prSet/>
      <dgm:spPr/>
    </dgm:pt>
    <dgm:pt modelId="{72E26D80-136F-463E-9E01-FBB9DDA2FAD1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15FBEC7-A3FB-4E25-86F0-E961B1B77754}" type="parTrans" cxnId="{D8AD7911-D4BA-4632-9169-B65C134D60D9}">
      <dgm:prSet/>
      <dgm:spPr/>
    </dgm:pt>
    <dgm:pt modelId="{ED04249F-BBC9-48EE-B254-77F5A6ED4D91}" type="sibTrans" cxnId="{D8AD7911-D4BA-4632-9169-B65C134D60D9}">
      <dgm:prSet/>
      <dgm:spPr/>
    </dgm:pt>
    <dgm:pt modelId="{3FFE2E67-3AFA-43D0-A759-7A659EB7446C}" type="pres">
      <dgm:prSet presAssocID="{B9EB1855-013B-4CA8-AB98-107271FEADE3}" presName="compositeShape" presStyleCnt="0">
        <dgm:presLayoutVars>
          <dgm:chMax val="7"/>
          <dgm:dir/>
          <dgm:resizeHandles val="exact"/>
        </dgm:presLayoutVars>
      </dgm:prSet>
      <dgm:spPr/>
    </dgm:pt>
    <dgm:pt modelId="{213E0321-91C4-4236-A016-23BE277D947E}" type="pres">
      <dgm:prSet presAssocID="{B38D614F-DDC9-4BEF-8F14-9A200823F2E8}" presName="circ1" presStyleLbl="vennNode1" presStyleIdx="0" presStyleCnt="4"/>
      <dgm:spPr/>
    </dgm:pt>
    <dgm:pt modelId="{9A7BB582-7EE4-4468-B70B-A08CBF49B1D6}" type="pres">
      <dgm:prSet presAssocID="{B38D614F-DDC9-4BEF-8F14-9A200823F2E8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38B3C10-6015-424B-969D-1760478D9883}" type="pres">
      <dgm:prSet presAssocID="{7F655013-6FDB-4753-AA60-6793921F9119}" presName="circ2" presStyleLbl="vennNode1" presStyleIdx="1" presStyleCnt="4"/>
      <dgm:spPr/>
    </dgm:pt>
    <dgm:pt modelId="{97CE594B-8F6B-4A6C-88B0-531E3856E227}" type="pres">
      <dgm:prSet presAssocID="{7F655013-6FDB-4753-AA60-6793921F9119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A2899C9-EFDD-46F4-B411-8688840D284C}" type="pres">
      <dgm:prSet presAssocID="{85B09A74-A6C7-4409-A07D-8A60FF31EC4C}" presName="circ3" presStyleLbl="vennNode1" presStyleIdx="2" presStyleCnt="4"/>
      <dgm:spPr/>
    </dgm:pt>
    <dgm:pt modelId="{64F66F9D-4962-462D-8D31-28794E8F7720}" type="pres">
      <dgm:prSet presAssocID="{85B09A74-A6C7-4409-A07D-8A60FF31EC4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526F701-FA9E-4E5F-B154-C10516673050}" type="pres">
      <dgm:prSet presAssocID="{72E26D80-136F-463E-9E01-FBB9DDA2FAD1}" presName="circ4" presStyleLbl="vennNode1" presStyleIdx="3" presStyleCnt="4"/>
      <dgm:spPr/>
    </dgm:pt>
    <dgm:pt modelId="{514B7E15-01E9-4938-94F8-575E37294BE0}" type="pres">
      <dgm:prSet presAssocID="{72E26D80-136F-463E-9E01-FBB9DDA2FAD1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70D600F-D828-4B53-8272-250C65BE4B71}" type="presOf" srcId="{B38D614F-DDC9-4BEF-8F14-9A200823F2E8}" destId="{9A7BB582-7EE4-4468-B70B-A08CBF49B1D6}" srcOrd="1" destOrd="0" presId="urn:microsoft.com/office/officeart/2005/8/layout/venn1"/>
    <dgm:cxn modelId="{D8AD7911-D4BA-4632-9169-B65C134D60D9}" srcId="{B9EB1855-013B-4CA8-AB98-107271FEADE3}" destId="{72E26D80-136F-463E-9E01-FBB9DDA2FAD1}" srcOrd="3" destOrd="0" parTransId="{415FBEC7-A3FB-4E25-86F0-E961B1B77754}" sibTransId="{ED04249F-BBC9-48EE-B254-77F5A6ED4D91}"/>
    <dgm:cxn modelId="{62073A28-AF90-4E9A-8B3B-111D34073BB9}" type="presOf" srcId="{85B09A74-A6C7-4409-A07D-8A60FF31EC4C}" destId="{64F66F9D-4962-462D-8D31-28794E8F7720}" srcOrd="1" destOrd="0" presId="urn:microsoft.com/office/officeart/2005/8/layout/venn1"/>
    <dgm:cxn modelId="{8DECA16B-B8B9-40D1-961F-103CC857DE28}" type="presOf" srcId="{72E26D80-136F-463E-9E01-FBB9DDA2FAD1}" destId="{514B7E15-01E9-4938-94F8-575E37294BE0}" srcOrd="1" destOrd="0" presId="urn:microsoft.com/office/officeart/2005/8/layout/venn1"/>
    <dgm:cxn modelId="{893DEB79-871F-4FB4-B48C-EF1023E08467}" type="presOf" srcId="{72E26D80-136F-463E-9E01-FBB9DDA2FAD1}" destId="{5526F701-FA9E-4E5F-B154-C10516673050}" srcOrd="0" destOrd="0" presId="urn:microsoft.com/office/officeart/2005/8/layout/venn1"/>
    <dgm:cxn modelId="{2B3F467B-1E7F-460E-AAFF-9734CCC9D2C4}" type="presOf" srcId="{B38D614F-DDC9-4BEF-8F14-9A200823F2E8}" destId="{213E0321-91C4-4236-A016-23BE277D947E}" srcOrd="0" destOrd="0" presId="urn:microsoft.com/office/officeart/2005/8/layout/venn1"/>
    <dgm:cxn modelId="{02D1C484-9F10-4E5F-8583-8ED5F0E16CD1}" srcId="{B9EB1855-013B-4CA8-AB98-107271FEADE3}" destId="{B38D614F-DDC9-4BEF-8F14-9A200823F2E8}" srcOrd="0" destOrd="0" parTransId="{DE90600E-7008-4621-AB07-A8F3614A070F}" sibTransId="{E34DB56C-64A2-4919-AE5C-E66F1573C012}"/>
    <dgm:cxn modelId="{52C3CC86-1704-401B-9EC5-912B574B5820}" type="presOf" srcId="{7F655013-6FDB-4753-AA60-6793921F9119}" destId="{038B3C10-6015-424B-969D-1760478D9883}" srcOrd="0" destOrd="0" presId="urn:microsoft.com/office/officeart/2005/8/layout/venn1"/>
    <dgm:cxn modelId="{FCD06892-7777-4088-812F-12321E6F96F0}" type="presOf" srcId="{7F655013-6FDB-4753-AA60-6793921F9119}" destId="{97CE594B-8F6B-4A6C-88B0-531E3856E227}" srcOrd="1" destOrd="0" presId="urn:microsoft.com/office/officeart/2005/8/layout/venn1"/>
    <dgm:cxn modelId="{89E0B2A8-09F1-4C41-B93F-073D8CAC38A9}" srcId="{B9EB1855-013B-4CA8-AB98-107271FEADE3}" destId="{7F655013-6FDB-4753-AA60-6793921F9119}" srcOrd="1" destOrd="0" parTransId="{A4D0D7D1-C076-49D5-941F-DC4ADEDEBF73}" sibTransId="{19C3DE46-E18B-4ED7-B3D1-4261EB909335}"/>
    <dgm:cxn modelId="{7FB64FAD-1155-4D29-B721-A91DBC383940}" srcId="{B9EB1855-013B-4CA8-AB98-107271FEADE3}" destId="{85B09A74-A6C7-4409-A07D-8A60FF31EC4C}" srcOrd="2" destOrd="0" parTransId="{C7139308-BE0C-445E-83FB-FC9662BBCA72}" sibTransId="{91E13C78-0347-40F0-8493-24130A1574BA}"/>
    <dgm:cxn modelId="{FB1E74B1-9476-44BF-9047-1F68B341B7DB}" type="presOf" srcId="{85B09A74-A6C7-4409-A07D-8A60FF31EC4C}" destId="{BA2899C9-EFDD-46F4-B411-8688840D284C}" srcOrd="0" destOrd="0" presId="urn:microsoft.com/office/officeart/2005/8/layout/venn1"/>
    <dgm:cxn modelId="{8856F7DA-9F0F-4492-9656-0E47424FED30}" type="presOf" srcId="{B9EB1855-013B-4CA8-AB98-107271FEADE3}" destId="{3FFE2E67-3AFA-43D0-A759-7A659EB7446C}" srcOrd="0" destOrd="0" presId="urn:microsoft.com/office/officeart/2005/8/layout/venn1"/>
    <dgm:cxn modelId="{8F43784A-CB28-4E7C-B489-104170E713AA}" type="presParOf" srcId="{3FFE2E67-3AFA-43D0-A759-7A659EB7446C}" destId="{213E0321-91C4-4236-A016-23BE277D947E}" srcOrd="0" destOrd="0" presId="urn:microsoft.com/office/officeart/2005/8/layout/venn1"/>
    <dgm:cxn modelId="{F0003994-C22C-4788-BD0F-830977CDA38C}" type="presParOf" srcId="{3FFE2E67-3AFA-43D0-A759-7A659EB7446C}" destId="{9A7BB582-7EE4-4468-B70B-A08CBF49B1D6}" srcOrd="1" destOrd="0" presId="urn:microsoft.com/office/officeart/2005/8/layout/venn1"/>
    <dgm:cxn modelId="{451BE6E9-FF42-4FA2-B6DD-B69DCE352C71}" type="presParOf" srcId="{3FFE2E67-3AFA-43D0-A759-7A659EB7446C}" destId="{038B3C10-6015-424B-969D-1760478D9883}" srcOrd="2" destOrd="0" presId="urn:microsoft.com/office/officeart/2005/8/layout/venn1"/>
    <dgm:cxn modelId="{B5623058-A842-4CCB-9852-E85905AEA9C1}" type="presParOf" srcId="{3FFE2E67-3AFA-43D0-A759-7A659EB7446C}" destId="{97CE594B-8F6B-4A6C-88B0-531E3856E227}" srcOrd="3" destOrd="0" presId="urn:microsoft.com/office/officeart/2005/8/layout/venn1"/>
    <dgm:cxn modelId="{22857624-FEE6-47BE-AF68-6138B1A8BE22}" type="presParOf" srcId="{3FFE2E67-3AFA-43D0-A759-7A659EB7446C}" destId="{BA2899C9-EFDD-46F4-B411-8688840D284C}" srcOrd="4" destOrd="0" presId="urn:microsoft.com/office/officeart/2005/8/layout/venn1"/>
    <dgm:cxn modelId="{0647E4CF-6E5D-4066-B295-81FB4ED55F45}" type="presParOf" srcId="{3FFE2E67-3AFA-43D0-A759-7A659EB7446C}" destId="{64F66F9D-4962-462D-8D31-28794E8F7720}" srcOrd="5" destOrd="0" presId="urn:microsoft.com/office/officeart/2005/8/layout/venn1"/>
    <dgm:cxn modelId="{2D48E6FA-6DF3-4935-B82B-74C9F78C9C92}" type="presParOf" srcId="{3FFE2E67-3AFA-43D0-A759-7A659EB7446C}" destId="{5526F701-FA9E-4E5F-B154-C10516673050}" srcOrd="6" destOrd="0" presId="urn:microsoft.com/office/officeart/2005/8/layout/venn1"/>
    <dgm:cxn modelId="{9B5A28B1-247C-4688-994F-1CB06E23E2F9}" type="presParOf" srcId="{3FFE2E67-3AFA-43D0-A759-7A659EB7446C}" destId="{514B7E15-01E9-4938-94F8-575E37294BE0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352C7B33-2A65-4D92-8D70-D3F2288C4679}" type="doc">
      <dgm:prSet loTypeId="urn:microsoft.com/office/officeart/2005/8/layout/venn1" loCatId="relationship" qsTypeId="urn:microsoft.com/office/officeart/2005/8/quickstyle/3d6" qsCatId="3D" csTypeId="urn:microsoft.com/office/officeart/2005/8/colors/accent1_2" csCatId="accent1" phldr="1"/>
      <dgm:spPr/>
    </dgm:pt>
    <dgm:pt modelId="{D82569E8-A653-4AD9-A53F-438B9469C19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667A026-BE43-4234-8F18-2F2A7703FB95}" type="parTrans" cxnId="{63B16600-4A97-4E1C-96DA-791423DCA05D}">
      <dgm:prSet/>
      <dgm:spPr/>
    </dgm:pt>
    <dgm:pt modelId="{DDA4204F-FC00-43F2-8BCD-B3E36C494029}" type="sibTrans" cxnId="{63B16600-4A97-4E1C-96DA-791423DCA05D}">
      <dgm:prSet/>
      <dgm:spPr/>
    </dgm:pt>
    <dgm:pt modelId="{8E235691-C478-473D-9131-647A0860DB8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D36F54BC-AD64-49F6-8170-15B052AD4CBC}" type="parTrans" cxnId="{F8E8D588-3948-43FE-BA8E-41128B0BABC2}">
      <dgm:prSet/>
      <dgm:spPr/>
    </dgm:pt>
    <dgm:pt modelId="{44D70A82-0EDE-469F-ABE3-A388E8DB7C18}" type="sibTrans" cxnId="{F8E8D588-3948-43FE-BA8E-41128B0BABC2}">
      <dgm:prSet/>
      <dgm:spPr/>
    </dgm:pt>
    <dgm:pt modelId="{400A1159-8C1C-41BD-B09C-C3334668ACDD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5FFC216-55D0-493A-88CD-8AA4C42DE50C}" type="parTrans" cxnId="{41CBAF3D-4214-4E66-AFAF-724328195449}">
      <dgm:prSet/>
      <dgm:spPr/>
    </dgm:pt>
    <dgm:pt modelId="{FE63D6E6-F783-4EF4-918E-3EF327806090}" type="sibTrans" cxnId="{41CBAF3D-4214-4E66-AFAF-724328195449}">
      <dgm:prSet/>
      <dgm:spPr/>
    </dgm:pt>
    <dgm:pt modelId="{73A663CA-0C1F-4C10-A202-79AD08511CCE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B8965FAF-4A10-45A1-A1C4-3576CE12430F}" type="parTrans" cxnId="{E3BD75FC-F1AA-4CF3-B81E-CCB75D3281CE}">
      <dgm:prSet/>
      <dgm:spPr/>
    </dgm:pt>
    <dgm:pt modelId="{0275088D-C56F-45A6-B388-FF6083DB80A2}" type="sibTrans" cxnId="{E3BD75FC-F1AA-4CF3-B81E-CCB75D3281CE}">
      <dgm:prSet/>
      <dgm:spPr/>
    </dgm:pt>
    <dgm:pt modelId="{7B833253-EE4A-4B57-A01E-D31B4D0B2C4F}" type="pres">
      <dgm:prSet presAssocID="{352C7B33-2A65-4D92-8D70-D3F2288C4679}" presName="compositeShape" presStyleCnt="0">
        <dgm:presLayoutVars>
          <dgm:chMax val="7"/>
          <dgm:dir/>
          <dgm:resizeHandles val="exact"/>
        </dgm:presLayoutVars>
      </dgm:prSet>
      <dgm:spPr/>
    </dgm:pt>
    <dgm:pt modelId="{606295A8-FFF6-4FE8-9D19-95764A84405E}" type="pres">
      <dgm:prSet presAssocID="{D82569E8-A653-4AD9-A53F-438B9469C196}" presName="circ1" presStyleLbl="vennNode1" presStyleIdx="0" presStyleCnt="4"/>
      <dgm:spPr/>
    </dgm:pt>
    <dgm:pt modelId="{69D788B6-7431-4FA5-ADFB-177671477BF4}" type="pres">
      <dgm:prSet presAssocID="{D82569E8-A653-4AD9-A53F-438B9469C19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DBF085B-A781-4AC8-9B4C-ACC975AC7EF6}" type="pres">
      <dgm:prSet presAssocID="{8E235691-C478-473D-9131-647A0860DB8E}" presName="circ2" presStyleLbl="vennNode1" presStyleIdx="1" presStyleCnt="4"/>
      <dgm:spPr/>
    </dgm:pt>
    <dgm:pt modelId="{CF6D0EB6-DABA-4960-B046-265EA1755800}" type="pres">
      <dgm:prSet presAssocID="{8E235691-C478-473D-9131-647A0860DB8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D1255DE-046F-4FE4-ADB4-A7219C955554}" type="pres">
      <dgm:prSet presAssocID="{400A1159-8C1C-41BD-B09C-C3334668ACDD}" presName="circ3" presStyleLbl="vennNode1" presStyleIdx="2" presStyleCnt="4"/>
      <dgm:spPr/>
    </dgm:pt>
    <dgm:pt modelId="{6496C8BC-10B3-49E6-AE71-22F0FBED830F}" type="pres">
      <dgm:prSet presAssocID="{400A1159-8C1C-41BD-B09C-C3334668ACD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CF575A8-265D-41D3-A6A2-E2C6AB80B10B}" type="pres">
      <dgm:prSet presAssocID="{73A663CA-0C1F-4C10-A202-79AD08511CCE}" presName="circ4" presStyleLbl="vennNode1" presStyleIdx="3" presStyleCnt="4"/>
      <dgm:spPr/>
    </dgm:pt>
    <dgm:pt modelId="{EAD376C1-31D7-4ACF-B43D-05C7713B0EC4}" type="pres">
      <dgm:prSet presAssocID="{73A663CA-0C1F-4C10-A202-79AD08511CCE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63B16600-4A97-4E1C-96DA-791423DCA05D}" srcId="{352C7B33-2A65-4D92-8D70-D3F2288C4679}" destId="{D82569E8-A653-4AD9-A53F-438B9469C196}" srcOrd="0" destOrd="0" parTransId="{1667A026-BE43-4234-8F18-2F2A7703FB95}" sibTransId="{DDA4204F-FC00-43F2-8BCD-B3E36C494029}"/>
    <dgm:cxn modelId="{4A42DC1D-6BBB-4E28-9333-598BC124371C}" type="presOf" srcId="{D82569E8-A653-4AD9-A53F-438B9469C196}" destId="{606295A8-FFF6-4FE8-9D19-95764A84405E}" srcOrd="0" destOrd="0" presId="urn:microsoft.com/office/officeart/2005/8/layout/venn1"/>
    <dgm:cxn modelId="{41CBAF3D-4214-4E66-AFAF-724328195449}" srcId="{352C7B33-2A65-4D92-8D70-D3F2288C4679}" destId="{400A1159-8C1C-41BD-B09C-C3334668ACDD}" srcOrd="2" destOrd="0" parTransId="{A5FFC216-55D0-493A-88CD-8AA4C42DE50C}" sibTransId="{FE63D6E6-F783-4EF4-918E-3EF327806090}"/>
    <dgm:cxn modelId="{BA654465-AB38-4E29-B77D-D89783198F07}" type="presOf" srcId="{73A663CA-0C1F-4C10-A202-79AD08511CCE}" destId="{8CF575A8-265D-41D3-A6A2-E2C6AB80B10B}" srcOrd="0" destOrd="0" presId="urn:microsoft.com/office/officeart/2005/8/layout/venn1"/>
    <dgm:cxn modelId="{E9337245-86A9-4711-9D66-AFD506CC5592}" type="presOf" srcId="{400A1159-8C1C-41BD-B09C-C3334668ACDD}" destId="{6496C8BC-10B3-49E6-AE71-22F0FBED830F}" srcOrd="1" destOrd="0" presId="urn:microsoft.com/office/officeart/2005/8/layout/venn1"/>
    <dgm:cxn modelId="{E7434653-86EA-45E7-AFF1-2C24D57467B5}" type="presOf" srcId="{8E235691-C478-473D-9131-647A0860DB8E}" destId="{2DBF085B-A781-4AC8-9B4C-ACC975AC7EF6}" srcOrd="0" destOrd="0" presId="urn:microsoft.com/office/officeart/2005/8/layout/venn1"/>
    <dgm:cxn modelId="{F8E8D588-3948-43FE-BA8E-41128B0BABC2}" srcId="{352C7B33-2A65-4D92-8D70-D3F2288C4679}" destId="{8E235691-C478-473D-9131-647A0860DB8E}" srcOrd="1" destOrd="0" parTransId="{D36F54BC-AD64-49F6-8170-15B052AD4CBC}" sibTransId="{44D70A82-0EDE-469F-ABE3-A388E8DB7C18}"/>
    <dgm:cxn modelId="{4B7A8CC8-423B-4D7B-865C-E3B497CA2537}" type="presOf" srcId="{D82569E8-A653-4AD9-A53F-438B9469C196}" destId="{69D788B6-7431-4FA5-ADFB-177671477BF4}" srcOrd="1" destOrd="0" presId="urn:microsoft.com/office/officeart/2005/8/layout/venn1"/>
    <dgm:cxn modelId="{883168D3-C057-42E0-B324-5AABB2671612}" type="presOf" srcId="{8E235691-C478-473D-9131-647A0860DB8E}" destId="{CF6D0EB6-DABA-4960-B046-265EA1755800}" srcOrd="1" destOrd="0" presId="urn:microsoft.com/office/officeart/2005/8/layout/venn1"/>
    <dgm:cxn modelId="{123F5CDD-4716-4BF7-B5EC-21D64A1BF68E}" type="presOf" srcId="{400A1159-8C1C-41BD-B09C-C3334668ACDD}" destId="{5D1255DE-046F-4FE4-ADB4-A7219C955554}" srcOrd="0" destOrd="0" presId="urn:microsoft.com/office/officeart/2005/8/layout/venn1"/>
    <dgm:cxn modelId="{04D7F4EB-CFFB-4152-AF24-65F71BC4D117}" type="presOf" srcId="{352C7B33-2A65-4D92-8D70-D3F2288C4679}" destId="{7B833253-EE4A-4B57-A01E-D31B4D0B2C4F}" srcOrd="0" destOrd="0" presId="urn:microsoft.com/office/officeart/2005/8/layout/venn1"/>
    <dgm:cxn modelId="{E28F17F3-52DC-4581-875F-2052DA39445C}" type="presOf" srcId="{73A663CA-0C1F-4C10-A202-79AD08511CCE}" destId="{EAD376C1-31D7-4ACF-B43D-05C7713B0EC4}" srcOrd="1" destOrd="0" presId="urn:microsoft.com/office/officeart/2005/8/layout/venn1"/>
    <dgm:cxn modelId="{E3BD75FC-F1AA-4CF3-B81E-CCB75D3281CE}" srcId="{352C7B33-2A65-4D92-8D70-D3F2288C4679}" destId="{73A663CA-0C1F-4C10-A202-79AD08511CCE}" srcOrd="3" destOrd="0" parTransId="{B8965FAF-4A10-45A1-A1C4-3576CE12430F}" sibTransId="{0275088D-C56F-45A6-B388-FF6083DB80A2}"/>
    <dgm:cxn modelId="{AB98561C-FD09-470A-992B-03464E461296}" type="presParOf" srcId="{7B833253-EE4A-4B57-A01E-D31B4D0B2C4F}" destId="{606295A8-FFF6-4FE8-9D19-95764A84405E}" srcOrd="0" destOrd="0" presId="urn:microsoft.com/office/officeart/2005/8/layout/venn1"/>
    <dgm:cxn modelId="{9BC0732C-798A-4391-96DD-B3C05EC57AB5}" type="presParOf" srcId="{7B833253-EE4A-4B57-A01E-D31B4D0B2C4F}" destId="{69D788B6-7431-4FA5-ADFB-177671477BF4}" srcOrd="1" destOrd="0" presId="urn:microsoft.com/office/officeart/2005/8/layout/venn1"/>
    <dgm:cxn modelId="{A1B154D8-564C-4CB6-A138-D3CAE88769F3}" type="presParOf" srcId="{7B833253-EE4A-4B57-A01E-D31B4D0B2C4F}" destId="{2DBF085B-A781-4AC8-9B4C-ACC975AC7EF6}" srcOrd="2" destOrd="0" presId="urn:microsoft.com/office/officeart/2005/8/layout/venn1"/>
    <dgm:cxn modelId="{83C68D08-0C2D-420C-823A-FFB3B7EFDC03}" type="presParOf" srcId="{7B833253-EE4A-4B57-A01E-D31B4D0B2C4F}" destId="{CF6D0EB6-DABA-4960-B046-265EA1755800}" srcOrd="3" destOrd="0" presId="urn:microsoft.com/office/officeart/2005/8/layout/venn1"/>
    <dgm:cxn modelId="{64F7FCFE-5E8B-4296-B955-B90A51BBA0F1}" type="presParOf" srcId="{7B833253-EE4A-4B57-A01E-D31B4D0B2C4F}" destId="{5D1255DE-046F-4FE4-ADB4-A7219C955554}" srcOrd="4" destOrd="0" presId="urn:microsoft.com/office/officeart/2005/8/layout/venn1"/>
    <dgm:cxn modelId="{0F887FE8-4E1F-43B5-9EA2-95F4BC4F33C1}" type="presParOf" srcId="{7B833253-EE4A-4B57-A01E-D31B4D0B2C4F}" destId="{6496C8BC-10B3-49E6-AE71-22F0FBED830F}" srcOrd="5" destOrd="0" presId="urn:microsoft.com/office/officeart/2005/8/layout/venn1"/>
    <dgm:cxn modelId="{695D2788-CA93-407B-A0B7-ED40A8EF4A2F}" type="presParOf" srcId="{7B833253-EE4A-4B57-A01E-D31B4D0B2C4F}" destId="{8CF575A8-265D-41D3-A6A2-E2C6AB80B10B}" srcOrd="6" destOrd="0" presId="urn:microsoft.com/office/officeart/2005/8/layout/venn1"/>
    <dgm:cxn modelId="{F3598693-0D91-4732-AE90-69ED0AB920EE}" type="presParOf" srcId="{7B833253-EE4A-4B57-A01E-D31B4D0B2C4F}" destId="{EAD376C1-31D7-4ACF-B43D-05C7713B0EC4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36B41E37-0E80-459C-ABB3-B2E78D9A7739}" type="doc">
      <dgm:prSet loTypeId="urn:microsoft.com/office/officeart/2005/8/layout/venn1" loCatId="relationship" qsTypeId="urn:microsoft.com/office/officeart/2005/8/quickstyle/3d7" qsCatId="3D" csTypeId="urn:microsoft.com/office/officeart/2005/8/colors/accent1_2" csCatId="accent1" phldr="1"/>
      <dgm:spPr/>
    </dgm:pt>
    <dgm:pt modelId="{E0D57F4C-4156-4437-9F70-6E5ED0BC4CC4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98988C9-3329-4C41-8D4E-28B25B42B15E}" type="parTrans" cxnId="{708BB905-49D0-4347-B428-79429D414778}">
      <dgm:prSet/>
      <dgm:spPr/>
    </dgm:pt>
    <dgm:pt modelId="{158B5C27-629D-4855-90B9-BB678E79393B}" type="sibTrans" cxnId="{708BB905-49D0-4347-B428-79429D414778}">
      <dgm:prSet/>
      <dgm:spPr/>
    </dgm:pt>
    <dgm:pt modelId="{D7B3F04D-1153-40F7-97A0-0FF08F20F0DB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7C9172C-36C1-4C4E-ADDD-87A8C88793F7}" type="parTrans" cxnId="{A6828C39-B2C4-462A-833D-1981122A7C27}">
      <dgm:prSet/>
      <dgm:spPr/>
    </dgm:pt>
    <dgm:pt modelId="{17584981-B6ED-4F12-BC25-C42C74E7651E}" type="sibTrans" cxnId="{A6828C39-B2C4-462A-833D-1981122A7C27}">
      <dgm:prSet/>
      <dgm:spPr/>
    </dgm:pt>
    <dgm:pt modelId="{EE7E427E-400C-45CD-BAA2-2A5D4818EFC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88437B70-D5FF-4C12-8F07-9F145100D37B}" type="parTrans" cxnId="{B43CEF9E-3985-45EA-B450-BE2CE5645025}">
      <dgm:prSet/>
      <dgm:spPr/>
    </dgm:pt>
    <dgm:pt modelId="{426F4306-322D-47DD-B569-4FEACCAB6C7F}" type="sibTrans" cxnId="{B43CEF9E-3985-45EA-B450-BE2CE5645025}">
      <dgm:prSet/>
      <dgm:spPr/>
    </dgm:pt>
    <dgm:pt modelId="{038386E5-E901-487C-8F6C-030590470C8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E2F3C670-4A25-4703-A4CC-9C4860A85158}" type="parTrans" cxnId="{9C478FF7-935C-40B2-A8F4-83F428101E98}">
      <dgm:prSet/>
      <dgm:spPr/>
    </dgm:pt>
    <dgm:pt modelId="{23D22C50-6AB9-46ED-A8B2-77F36244B6A5}" type="sibTrans" cxnId="{9C478FF7-935C-40B2-A8F4-83F428101E98}">
      <dgm:prSet/>
      <dgm:spPr/>
    </dgm:pt>
    <dgm:pt modelId="{D6CBF318-6425-4DBA-9ACE-DBF6F56DA019}" type="pres">
      <dgm:prSet presAssocID="{36B41E37-0E80-459C-ABB3-B2E78D9A7739}" presName="compositeShape" presStyleCnt="0">
        <dgm:presLayoutVars>
          <dgm:chMax val="7"/>
          <dgm:dir/>
          <dgm:resizeHandles val="exact"/>
        </dgm:presLayoutVars>
      </dgm:prSet>
      <dgm:spPr/>
    </dgm:pt>
    <dgm:pt modelId="{E1483475-B2B5-4EF4-97E9-0F8C7E00E7FF}" type="pres">
      <dgm:prSet presAssocID="{E0D57F4C-4156-4437-9F70-6E5ED0BC4CC4}" presName="circ1" presStyleLbl="vennNode1" presStyleIdx="0" presStyleCnt="4"/>
      <dgm:spPr/>
    </dgm:pt>
    <dgm:pt modelId="{F7FED210-B43C-43E0-9D46-9BCFEB462133}" type="pres">
      <dgm:prSet presAssocID="{E0D57F4C-4156-4437-9F70-6E5ED0BC4CC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76D519C-3D23-4ADB-8C6C-928BDD1CDE98}" type="pres">
      <dgm:prSet presAssocID="{D7B3F04D-1153-40F7-97A0-0FF08F20F0DB}" presName="circ2" presStyleLbl="vennNode1" presStyleIdx="1" presStyleCnt="4"/>
      <dgm:spPr/>
    </dgm:pt>
    <dgm:pt modelId="{E5A37B44-9621-44C2-9FE5-AF082441547C}" type="pres">
      <dgm:prSet presAssocID="{D7B3F04D-1153-40F7-97A0-0FF08F20F0D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802C610-DA12-4014-AFCD-1B1FEE6546AF}" type="pres">
      <dgm:prSet presAssocID="{EE7E427E-400C-45CD-BAA2-2A5D4818EFCF}" presName="circ3" presStyleLbl="vennNode1" presStyleIdx="2" presStyleCnt="4"/>
      <dgm:spPr/>
    </dgm:pt>
    <dgm:pt modelId="{89EF1FFE-C8ED-4BE6-A13B-562A739ED254}" type="pres">
      <dgm:prSet presAssocID="{EE7E427E-400C-45CD-BAA2-2A5D4818EFC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F358E43-3E93-4323-B26E-19F6A85CA60F}" type="pres">
      <dgm:prSet presAssocID="{038386E5-E901-487C-8F6C-030590470C8A}" presName="circ4" presStyleLbl="vennNode1" presStyleIdx="3" presStyleCnt="4"/>
      <dgm:spPr/>
    </dgm:pt>
    <dgm:pt modelId="{B61FA2F8-1F96-4876-A22F-21250C59AF2D}" type="pres">
      <dgm:prSet presAssocID="{038386E5-E901-487C-8F6C-030590470C8A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08BB905-49D0-4347-B428-79429D414778}" srcId="{36B41E37-0E80-459C-ABB3-B2E78D9A7739}" destId="{E0D57F4C-4156-4437-9F70-6E5ED0BC4CC4}" srcOrd="0" destOrd="0" parTransId="{E98988C9-3329-4C41-8D4E-28B25B42B15E}" sibTransId="{158B5C27-629D-4855-90B9-BB678E79393B}"/>
    <dgm:cxn modelId="{90F75708-4424-482F-B22A-45CD2E9909EA}" type="presOf" srcId="{36B41E37-0E80-459C-ABB3-B2E78D9A7739}" destId="{D6CBF318-6425-4DBA-9ACE-DBF6F56DA019}" srcOrd="0" destOrd="0" presId="urn:microsoft.com/office/officeart/2005/8/layout/venn1"/>
    <dgm:cxn modelId="{48F61F2E-E767-480F-B023-94790423248E}" type="presOf" srcId="{038386E5-E901-487C-8F6C-030590470C8A}" destId="{B61FA2F8-1F96-4876-A22F-21250C59AF2D}" srcOrd="1" destOrd="0" presId="urn:microsoft.com/office/officeart/2005/8/layout/venn1"/>
    <dgm:cxn modelId="{A6828C39-B2C4-462A-833D-1981122A7C27}" srcId="{36B41E37-0E80-459C-ABB3-B2E78D9A7739}" destId="{D7B3F04D-1153-40F7-97A0-0FF08F20F0DB}" srcOrd="1" destOrd="0" parTransId="{B7C9172C-36C1-4C4E-ADDD-87A8C88793F7}" sibTransId="{17584981-B6ED-4F12-BC25-C42C74E7651E}"/>
    <dgm:cxn modelId="{F512136F-1AC3-497F-94A5-01FE914E2EEF}" type="presOf" srcId="{E0D57F4C-4156-4437-9F70-6E5ED0BC4CC4}" destId="{E1483475-B2B5-4EF4-97E9-0F8C7E00E7FF}" srcOrd="0" destOrd="0" presId="urn:microsoft.com/office/officeart/2005/8/layout/venn1"/>
    <dgm:cxn modelId="{24CA497A-E6B9-440A-8756-A2159818FC84}" type="presOf" srcId="{EE7E427E-400C-45CD-BAA2-2A5D4818EFCF}" destId="{A802C610-DA12-4014-AFCD-1B1FEE6546AF}" srcOrd="0" destOrd="0" presId="urn:microsoft.com/office/officeart/2005/8/layout/venn1"/>
    <dgm:cxn modelId="{0C10C07B-E467-45FF-9733-0182D1FE04A9}" type="presOf" srcId="{EE7E427E-400C-45CD-BAA2-2A5D4818EFCF}" destId="{89EF1FFE-C8ED-4BE6-A13B-562A739ED254}" srcOrd="1" destOrd="0" presId="urn:microsoft.com/office/officeart/2005/8/layout/venn1"/>
    <dgm:cxn modelId="{7B09A289-F33B-4C14-A10E-4A5324B92E49}" type="presOf" srcId="{D7B3F04D-1153-40F7-97A0-0FF08F20F0DB}" destId="{E5A37B44-9621-44C2-9FE5-AF082441547C}" srcOrd="1" destOrd="0" presId="urn:microsoft.com/office/officeart/2005/8/layout/venn1"/>
    <dgm:cxn modelId="{B43CEF9E-3985-45EA-B450-BE2CE5645025}" srcId="{36B41E37-0E80-459C-ABB3-B2E78D9A7739}" destId="{EE7E427E-400C-45CD-BAA2-2A5D4818EFCF}" srcOrd="2" destOrd="0" parTransId="{88437B70-D5FF-4C12-8F07-9F145100D37B}" sibTransId="{426F4306-322D-47DD-B569-4FEACCAB6C7F}"/>
    <dgm:cxn modelId="{F49666BA-A5B5-4B62-8CE0-45CBF285AFF1}" type="presOf" srcId="{038386E5-E901-487C-8F6C-030590470C8A}" destId="{FF358E43-3E93-4323-B26E-19F6A85CA60F}" srcOrd="0" destOrd="0" presId="urn:microsoft.com/office/officeart/2005/8/layout/venn1"/>
    <dgm:cxn modelId="{9C478FF7-935C-40B2-A8F4-83F428101E98}" srcId="{36B41E37-0E80-459C-ABB3-B2E78D9A7739}" destId="{038386E5-E901-487C-8F6C-030590470C8A}" srcOrd="3" destOrd="0" parTransId="{E2F3C670-4A25-4703-A4CC-9C4860A85158}" sibTransId="{23D22C50-6AB9-46ED-A8B2-77F36244B6A5}"/>
    <dgm:cxn modelId="{C3A26DFA-61C3-4DD1-9162-B38978EB9815}" type="presOf" srcId="{D7B3F04D-1153-40F7-97A0-0FF08F20F0DB}" destId="{476D519C-3D23-4ADB-8C6C-928BDD1CDE98}" srcOrd="0" destOrd="0" presId="urn:microsoft.com/office/officeart/2005/8/layout/venn1"/>
    <dgm:cxn modelId="{B5CD61FE-52E5-4BE4-A03A-30A136809C73}" type="presOf" srcId="{E0D57F4C-4156-4437-9F70-6E5ED0BC4CC4}" destId="{F7FED210-B43C-43E0-9D46-9BCFEB462133}" srcOrd="1" destOrd="0" presId="urn:microsoft.com/office/officeart/2005/8/layout/venn1"/>
    <dgm:cxn modelId="{51C8DF44-A891-42BE-987A-F67826FF55A8}" type="presParOf" srcId="{D6CBF318-6425-4DBA-9ACE-DBF6F56DA019}" destId="{E1483475-B2B5-4EF4-97E9-0F8C7E00E7FF}" srcOrd="0" destOrd="0" presId="urn:microsoft.com/office/officeart/2005/8/layout/venn1"/>
    <dgm:cxn modelId="{D3D6DA0D-B5DE-4F3C-957E-2EA64C21ACCB}" type="presParOf" srcId="{D6CBF318-6425-4DBA-9ACE-DBF6F56DA019}" destId="{F7FED210-B43C-43E0-9D46-9BCFEB462133}" srcOrd="1" destOrd="0" presId="urn:microsoft.com/office/officeart/2005/8/layout/venn1"/>
    <dgm:cxn modelId="{2653554F-32F7-46D3-A10E-2903CB667410}" type="presParOf" srcId="{D6CBF318-6425-4DBA-9ACE-DBF6F56DA019}" destId="{476D519C-3D23-4ADB-8C6C-928BDD1CDE98}" srcOrd="2" destOrd="0" presId="urn:microsoft.com/office/officeart/2005/8/layout/venn1"/>
    <dgm:cxn modelId="{B969BF69-ED63-4A6A-9EA2-A8BB53B338A4}" type="presParOf" srcId="{D6CBF318-6425-4DBA-9ACE-DBF6F56DA019}" destId="{E5A37B44-9621-44C2-9FE5-AF082441547C}" srcOrd="3" destOrd="0" presId="urn:microsoft.com/office/officeart/2005/8/layout/venn1"/>
    <dgm:cxn modelId="{3083E72F-6012-40B4-B290-26EB178BA89C}" type="presParOf" srcId="{D6CBF318-6425-4DBA-9ACE-DBF6F56DA019}" destId="{A802C610-DA12-4014-AFCD-1B1FEE6546AF}" srcOrd="4" destOrd="0" presId="urn:microsoft.com/office/officeart/2005/8/layout/venn1"/>
    <dgm:cxn modelId="{25119AF8-9836-43CD-B23A-FBEFEB74C42F}" type="presParOf" srcId="{D6CBF318-6425-4DBA-9ACE-DBF6F56DA019}" destId="{89EF1FFE-C8ED-4BE6-A13B-562A739ED254}" srcOrd="5" destOrd="0" presId="urn:microsoft.com/office/officeart/2005/8/layout/venn1"/>
    <dgm:cxn modelId="{553BDFA7-ED23-4E45-9E27-0EAC4F3081A1}" type="presParOf" srcId="{D6CBF318-6425-4DBA-9ACE-DBF6F56DA019}" destId="{FF358E43-3E93-4323-B26E-19F6A85CA60F}" srcOrd="6" destOrd="0" presId="urn:microsoft.com/office/officeart/2005/8/layout/venn1"/>
    <dgm:cxn modelId="{BFCF4581-A572-40A3-919F-83423C6D72F5}" type="presParOf" srcId="{D6CBF318-6425-4DBA-9ACE-DBF6F56DA019}" destId="{B61FA2F8-1F96-4876-A22F-21250C59AF2D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0DF8A833-2B7B-4279-87A3-05FBF18790AA}" type="doc">
      <dgm:prSet loTypeId="urn:microsoft.com/office/officeart/2005/8/layout/venn1" loCatId="relationship" qsTypeId="urn:microsoft.com/office/officeart/2009/2/quickstyle/3d8" qsCatId="3D" csTypeId="urn:microsoft.com/office/officeart/2005/8/colors/accent1_2" csCatId="accent1" phldr="1"/>
      <dgm:spPr/>
    </dgm:pt>
    <dgm:pt modelId="{3DED89C7-67B1-4B1F-AE5E-AD59D660D393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0DFFBFE-B5AE-4699-9648-3752C866D5E4}" type="parTrans" cxnId="{37150DFB-356A-42D6-940E-80020B066B6F}">
      <dgm:prSet/>
      <dgm:spPr/>
    </dgm:pt>
    <dgm:pt modelId="{F0E4C509-FBBE-4D64-BA1A-327030A6085E}" type="sibTrans" cxnId="{37150DFB-356A-42D6-940E-80020B066B6F}">
      <dgm:prSet/>
      <dgm:spPr/>
    </dgm:pt>
    <dgm:pt modelId="{36679B4A-956B-4765-ACE4-5B8E5EF13DD2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9060DEBA-8F1C-48B4-A868-927D501A67A9}" type="parTrans" cxnId="{F3BEC557-BAA0-4BF1-8F5B-35EF6C236551}">
      <dgm:prSet/>
      <dgm:spPr/>
    </dgm:pt>
    <dgm:pt modelId="{B4360A96-1DF9-442E-980E-899AFE8E3AE9}" type="sibTrans" cxnId="{F3BEC557-BAA0-4BF1-8F5B-35EF6C236551}">
      <dgm:prSet/>
      <dgm:spPr/>
    </dgm:pt>
    <dgm:pt modelId="{FFDCA716-F052-40A4-96F9-5BA5711AEAC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8DEC513-EAC1-4DFB-85DA-357B4D16ADBD}" type="parTrans" cxnId="{9729F329-51BD-48E1-ACC4-942443E44264}">
      <dgm:prSet/>
      <dgm:spPr/>
    </dgm:pt>
    <dgm:pt modelId="{35D9B34B-099F-49DF-9D55-F345FC9D103A}" type="sibTrans" cxnId="{9729F329-51BD-48E1-ACC4-942443E44264}">
      <dgm:prSet/>
      <dgm:spPr/>
    </dgm:pt>
    <dgm:pt modelId="{3C2D2243-6357-465B-AC3E-9CA08C57C6AC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C11380E9-7641-49DB-8A78-66AA46980723}" type="parTrans" cxnId="{97387D98-FA7A-431E-AAA5-3A6E62F1EEDD}">
      <dgm:prSet/>
      <dgm:spPr/>
    </dgm:pt>
    <dgm:pt modelId="{02376212-2BF2-4B8D-A128-45E1454F8938}" type="sibTrans" cxnId="{97387D98-FA7A-431E-AAA5-3A6E62F1EEDD}">
      <dgm:prSet/>
      <dgm:spPr/>
    </dgm:pt>
    <dgm:pt modelId="{064AEDA0-159E-4503-A197-EC3CEFFA6142}" type="pres">
      <dgm:prSet presAssocID="{0DF8A833-2B7B-4279-87A3-05FBF18790AA}" presName="compositeShape" presStyleCnt="0">
        <dgm:presLayoutVars>
          <dgm:chMax val="7"/>
          <dgm:dir/>
          <dgm:resizeHandles val="exact"/>
        </dgm:presLayoutVars>
      </dgm:prSet>
      <dgm:spPr/>
    </dgm:pt>
    <dgm:pt modelId="{538624E8-7313-4066-A17E-AA90816A732D}" type="pres">
      <dgm:prSet presAssocID="{3DED89C7-67B1-4B1F-AE5E-AD59D660D393}" presName="circ1" presStyleLbl="vennNode1" presStyleIdx="0" presStyleCnt="4"/>
      <dgm:spPr/>
    </dgm:pt>
    <dgm:pt modelId="{611A1E76-9B72-4603-95CF-CF3121887535}" type="pres">
      <dgm:prSet presAssocID="{3DED89C7-67B1-4B1F-AE5E-AD59D660D393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0E820B9-B8A4-4E61-97D3-3A2D8127B0AA}" type="pres">
      <dgm:prSet presAssocID="{36679B4A-956B-4765-ACE4-5B8E5EF13DD2}" presName="circ2" presStyleLbl="vennNode1" presStyleIdx="1" presStyleCnt="4"/>
      <dgm:spPr/>
    </dgm:pt>
    <dgm:pt modelId="{9AE4BCA2-47BD-4129-B20F-7B5C4392C0FA}" type="pres">
      <dgm:prSet presAssocID="{36679B4A-956B-4765-ACE4-5B8E5EF13DD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296540E-2FAE-4228-97D9-84DBCEA420B9}" type="pres">
      <dgm:prSet presAssocID="{FFDCA716-F052-40A4-96F9-5BA5711AEACB}" presName="circ3" presStyleLbl="vennNode1" presStyleIdx="2" presStyleCnt="4"/>
      <dgm:spPr/>
    </dgm:pt>
    <dgm:pt modelId="{D3CD063B-91E9-43B4-99DF-4EC65CC87AAA}" type="pres">
      <dgm:prSet presAssocID="{FFDCA716-F052-40A4-96F9-5BA5711AEAC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8A3FA35-EFE2-4407-BDC8-16DB455C982C}" type="pres">
      <dgm:prSet presAssocID="{3C2D2243-6357-465B-AC3E-9CA08C57C6AC}" presName="circ4" presStyleLbl="vennNode1" presStyleIdx="3" presStyleCnt="4"/>
      <dgm:spPr/>
    </dgm:pt>
    <dgm:pt modelId="{FD5A7599-4FDA-4A6C-825F-851AA249605F}" type="pres">
      <dgm:prSet presAssocID="{3C2D2243-6357-465B-AC3E-9CA08C57C6A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9C7F000-B579-46EA-8DF8-714CEEA8A5B2}" type="presOf" srcId="{3C2D2243-6357-465B-AC3E-9CA08C57C6AC}" destId="{A8A3FA35-EFE2-4407-BDC8-16DB455C982C}" srcOrd="0" destOrd="0" presId="urn:microsoft.com/office/officeart/2005/8/layout/venn1"/>
    <dgm:cxn modelId="{2C871501-6D0B-4E99-A1CB-E493E71292A6}" type="presOf" srcId="{36679B4A-956B-4765-ACE4-5B8E5EF13DD2}" destId="{50E820B9-B8A4-4E61-97D3-3A2D8127B0AA}" srcOrd="0" destOrd="0" presId="urn:microsoft.com/office/officeart/2005/8/layout/venn1"/>
    <dgm:cxn modelId="{E3AE490D-7003-4395-B089-C79CC1734EB1}" type="presOf" srcId="{FFDCA716-F052-40A4-96F9-5BA5711AEACB}" destId="{8296540E-2FAE-4228-97D9-84DBCEA420B9}" srcOrd="0" destOrd="0" presId="urn:microsoft.com/office/officeart/2005/8/layout/venn1"/>
    <dgm:cxn modelId="{F6916220-09D3-4B6E-AFCE-971F3FBA80D2}" type="presOf" srcId="{36679B4A-956B-4765-ACE4-5B8E5EF13DD2}" destId="{9AE4BCA2-47BD-4129-B20F-7B5C4392C0FA}" srcOrd="1" destOrd="0" presId="urn:microsoft.com/office/officeart/2005/8/layout/venn1"/>
    <dgm:cxn modelId="{9729F329-51BD-48E1-ACC4-942443E44264}" srcId="{0DF8A833-2B7B-4279-87A3-05FBF18790AA}" destId="{FFDCA716-F052-40A4-96F9-5BA5711AEACB}" srcOrd="2" destOrd="0" parTransId="{B8DEC513-EAC1-4DFB-85DA-357B4D16ADBD}" sibTransId="{35D9B34B-099F-49DF-9D55-F345FC9D103A}"/>
    <dgm:cxn modelId="{0558D745-2ADA-49D4-9413-7DA99864C900}" type="presOf" srcId="{3C2D2243-6357-465B-AC3E-9CA08C57C6AC}" destId="{FD5A7599-4FDA-4A6C-825F-851AA249605F}" srcOrd="1" destOrd="0" presId="urn:microsoft.com/office/officeart/2005/8/layout/venn1"/>
    <dgm:cxn modelId="{F69E054E-34C2-42E4-96B9-B9213DF77EDA}" type="presOf" srcId="{0DF8A833-2B7B-4279-87A3-05FBF18790AA}" destId="{064AEDA0-159E-4503-A197-EC3CEFFA6142}" srcOrd="0" destOrd="0" presId="urn:microsoft.com/office/officeart/2005/8/layout/venn1"/>
    <dgm:cxn modelId="{F3BEC557-BAA0-4BF1-8F5B-35EF6C236551}" srcId="{0DF8A833-2B7B-4279-87A3-05FBF18790AA}" destId="{36679B4A-956B-4765-ACE4-5B8E5EF13DD2}" srcOrd="1" destOrd="0" parTransId="{9060DEBA-8F1C-48B4-A868-927D501A67A9}" sibTransId="{B4360A96-1DF9-442E-980E-899AFE8E3AE9}"/>
    <dgm:cxn modelId="{97387D98-FA7A-431E-AAA5-3A6E62F1EEDD}" srcId="{0DF8A833-2B7B-4279-87A3-05FBF18790AA}" destId="{3C2D2243-6357-465B-AC3E-9CA08C57C6AC}" srcOrd="3" destOrd="0" parTransId="{C11380E9-7641-49DB-8A78-66AA46980723}" sibTransId="{02376212-2BF2-4B8D-A128-45E1454F8938}"/>
    <dgm:cxn modelId="{FB671AA1-135F-4AC6-837A-531988F425A8}" type="presOf" srcId="{FFDCA716-F052-40A4-96F9-5BA5711AEACB}" destId="{D3CD063B-91E9-43B4-99DF-4EC65CC87AAA}" srcOrd="1" destOrd="0" presId="urn:microsoft.com/office/officeart/2005/8/layout/venn1"/>
    <dgm:cxn modelId="{58141BBB-299C-4927-933D-226B8ADFD463}" type="presOf" srcId="{3DED89C7-67B1-4B1F-AE5E-AD59D660D393}" destId="{611A1E76-9B72-4603-95CF-CF3121887535}" srcOrd="1" destOrd="0" presId="urn:microsoft.com/office/officeart/2005/8/layout/venn1"/>
    <dgm:cxn modelId="{BA14E4C0-8B52-4723-B284-754C7965035A}" type="presOf" srcId="{3DED89C7-67B1-4B1F-AE5E-AD59D660D393}" destId="{538624E8-7313-4066-A17E-AA90816A732D}" srcOrd="0" destOrd="0" presId="urn:microsoft.com/office/officeart/2005/8/layout/venn1"/>
    <dgm:cxn modelId="{37150DFB-356A-42D6-940E-80020B066B6F}" srcId="{0DF8A833-2B7B-4279-87A3-05FBF18790AA}" destId="{3DED89C7-67B1-4B1F-AE5E-AD59D660D393}" srcOrd="0" destOrd="0" parTransId="{D0DFFBFE-B5AE-4699-9648-3752C866D5E4}" sibTransId="{F0E4C509-FBBE-4D64-BA1A-327030A6085E}"/>
    <dgm:cxn modelId="{3E5541BA-B21D-4A20-BCBB-7AC9EC6A1000}" type="presParOf" srcId="{064AEDA0-159E-4503-A197-EC3CEFFA6142}" destId="{538624E8-7313-4066-A17E-AA90816A732D}" srcOrd="0" destOrd="0" presId="urn:microsoft.com/office/officeart/2005/8/layout/venn1"/>
    <dgm:cxn modelId="{D410F572-A22C-41EC-B595-A98DEAE61A1A}" type="presParOf" srcId="{064AEDA0-159E-4503-A197-EC3CEFFA6142}" destId="{611A1E76-9B72-4603-95CF-CF3121887535}" srcOrd="1" destOrd="0" presId="urn:microsoft.com/office/officeart/2005/8/layout/venn1"/>
    <dgm:cxn modelId="{4B227244-B57E-4CE2-9B2A-09ABF9A7E564}" type="presParOf" srcId="{064AEDA0-159E-4503-A197-EC3CEFFA6142}" destId="{50E820B9-B8A4-4E61-97D3-3A2D8127B0AA}" srcOrd="2" destOrd="0" presId="urn:microsoft.com/office/officeart/2005/8/layout/venn1"/>
    <dgm:cxn modelId="{45CC8C2D-528D-4480-B9B6-9EC3243A18C1}" type="presParOf" srcId="{064AEDA0-159E-4503-A197-EC3CEFFA6142}" destId="{9AE4BCA2-47BD-4129-B20F-7B5C4392C0FA}" srcOrd="3" destOrd="0" presId="urn:microsoft.com/office/officeart/2005/8/layout/venn1"/>
    <dgm:cxn modelId="{0EE91C9D-BE3D-49A9-94B8-39B4C5FB2184}" type="presParOf" srcId="{064AEDA0-159E-4503-A197-EC3CEFFA6142}" destId="{8296540E-2FAE-4228-97D9-84DBCEA420B9}" srcOrd="4" destOrd="0" presId="urn:microsoft.com/office/officeart/2005/8/layout/venn1"/>
    <dgm:cxn modelId="{00D58C7C-02F5-4111-8D7E-7CD8D9ABE747}" type="presParOf" srcId="{064AEDA0-159E-4503-A197-EC3CEFFA6142}" destId="{D3CD063B-91E9-43B4-99DF-4EC65CC87AAA}" srcOrd="5" destOrd="0" presId="urn:microsoft.com/office/officeart/2005/8/layout/venn1"/>
    <dgm:cxn modelId="{45D79BAD-0278-4A73-9E62-198436EFB666}" type="presParOf" srcId="{064AEDA0-159E-4503-A197-EC3CEFFA6142}" destId="{A8A3FA35-EFE2-4407-BDC8-16DB455C982C}" srcOrd="6" destOrd="0" presId="urn:microsoft.com/office/officeart/2005/8/layout/venn1"/>
    <dgm:cxn modelId="{BD767E70-4D49-4869-A356-169D1EEF30C8}" type="presParOf" srcId="{064AEDA0-159E-4503-A197-EC3CEFFA6142}" destId="{FD5A7599-4FDA-4A6C-825F-851AA249605F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D6054EDE-38EB-4193-9599-B99171BF4B76}" type="doc">
      <dgm:prSet loTypeId="urn:microsoft.com/office/officeart/2005/8/layout/venn1" loCatId="relationship" qsTypeId="urn:microsoft.com/office/officeart/2005/8/quickstyle/3d9" qsCatId="3D" csTypeId="urn:microsoft.com/office/officeart/2005/8/colors/accent1_2" csCatId="accent1" phldr="1"/>
      <dgm:spPr/>
    </dgm:pt>
    <dgm:pt modelId="{0CB918C8-70FE-463C-B647-D2C72D86F3D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62FAA54-276F-46C4-AD51-91299DF192AC}" type="parTrans" cxnId="{BD260A44-B256-46A8-848E-0864FF316B78}">
      <dgm:prSet/>
      <dgm:spPr/>
    </dgm:pt>
    <dgm:pt modelId="{1F5671EF-B988-45FE-A2E9-9169E31F30A1}" type="sibTrans" cxnId="{BD260A44-B256-46A8-848E-0864FF316B78}">
      <dgm:prSet/>
      <dgm:spPr/>
    </dgm:pt>
    <dgm:pt modelId="{2F3486E3-7D62-41B2-8E80-09258DF31662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52CA21A4-29D5-449B-9AD6-60A91D54747B}" type="parTrans" cxnId="{31B7F705-4CFD-4404-A067-1EAABD043530}">
      <dgm:prSet/>
      <dgm:spPr/>
    </dgm:pt>
    <dgm:pt modelId="{49BDA9CE-1D81-4C3F-B9B1-456A4077B3E1}" type="sibTrans" cxnId="{31B7F705-4CFD-4404-A067-1EAABD043530}">
      <dgm:prSet/>
      <dgm:spPr/>
    </dgm:pt>
    <dgm:pt modelId="{1944D2B9-4B21-4934-BA36-21D9882CD82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CD7F5A8-C35A-4FD6-B3D5-15C361AA977B}" type="parTrans" cxnId="{FEDD2476-B253-4E7D-BF2E-E4D8809BABA5}">
      <dgm:prSet/>
      <dgm:spPr/>
    </dgm:pt>
    <dgm:pt modelId="{9DF8677B-6372-43C2-ABF7-24ABF1B3B5FC}" type="sibTrans" cxnId="{FEDD2476-B253-4E7D-BF2E-E4D8809BABA5}">
      <dgm:prSet/>
      <dgm:spPr/>
    </dgm:pt>
    <dgm:pt modelId="{B96E2E07-2CD5-4A08-B9B8-948C50D39C4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7596D83A-68A5-4453-94AE-09D5FF67A2B0}" type="parTrans" cxnId="{CDAB716D-B33B-47A1-8B27-23563CF64BE5}">
      <dgm:prSet/>
      <dgm:spPr/>
    </dgm:pt>
    <dgm:pt modelId="{AF16F4A2-DEF5-43A0-8236-3A1D7923BC08}" type="sibTrans" cxnId="{CDAB716D-B33B-47A1-8B27-23563CF64BE5}">
      <dgm:prSet/>
      <dgm:spPr/>
    </dgm:pt>
    <dgm:pt modelId="{48F4BF56-E003-4E94-9FB7-D68274B93F68}" type="pres">
      <dgm:prSet presAssocID="{D6054EDE-38EB-4193-9599-B99171BF4B76}" presName="compositeShape" presStyleCnt="0">
        <dgm:presLayoutVars>
          <dgm:chMax val="7"/>
          <dgm:dir/>
          <dgm:resizeHandles val="exact"/>
        </dgm:presLayoutVars>
      </dgm:prSet>
      <dgm:spPr/>
    </dgm:pt>
    <dgm:pt modelId="{7C00FEFA-9B62-45A6-AC99-CC38A33E9768}" type="pres">
      <dgm:prSet presAssocID="{0CB918C8-70FE-463C-B647-D2C72D86F3D7}" presName="circ1" presStyleLbl="vennNode1" presStyleIdx="0" presStyleCnt="4"/>
      <dgm:spPr/>
    </dgm:pt>
    <dgm:pt modelId="{0E49FFB3-5895-47C3-9D21-83C94B5C398F}" type="pres">
      <dgm:prSet presAssocID="{0CB918C8-70FE-463C-B647-D2C72D86F3D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1D728EF-6420-412B-BB6F-9C3979F0B393}" type="pres">
      <dgm:prSet presAssocID="{2F3486E3-7D62-41B2-8E80-09258DF31662}" presName="circ2" presStyleLbl="vennNode1" presStyleIdx="1" presStyleCnt="4"/>
      <dgm:spPr/>
    </dgm:pt>
    <dgm:pt modelId="{81AD12CB-ED29-4805-9C49-414D1630FC39}" type="pres">
      <dgm:prSet presAssocID="{2F3486E3-7D62-41B2-8E80-09258DF3166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80040EB-DD5E-4120-9839-A067B81F5A5A}" type="pres">
      <dgm:prSet presAssocID="{1944D2B9-4B21-4934-BA36-21D9882CD82A}" presName="circ3" presStyleLbl="vennNode1" presStyleIdx="2" presStyleCnt="4"/>
      <dgm:spPr/>
    </dgm:pt>
    <dgm:pt modelId="{330E8B7A-5665-4753-AFC5-0EB6A02CA0E2}" type="pres">
      <dgm:prSet presAssocID="{1944D2B9-4B21-4934-BA36-21D9882CD82A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C952BAC-FA02-46F6-A83A-A0109AA5FD5A}" type="pres">
      <dgm:prSet presAssocID="{B96E2E07-2CD5-4A08-B9B8-948C50D39C4A}" presName="circ4" presStyleLbl="vennNode1" presStyleIdx="3" presStyleCnt="4"/>
      <dgm:spPr/>
    </dgm:pt>
    <dgm:pt modelId="{47006B89-69BD-4F03-B317-A9C046D75470}" type="pres">
      <dgm:prSet presAssocID="{B96E2E07-2CD5-4A08-B9B8-948C50D39C4A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1B7F705-4CFD-4404-A067-1EAABD043530}" srcId="{D6054EDE-38EB-4193-9599-B99171BF4B76}" destId="{2F3486E3-7D62-41B2-8E80-09258DF31662}" srcOrd="1" destOrd="0" parTransId="{52CA21A4-29D5-449B-9AD6-60A91D54747B}" sibTransId="{49BDA9CE-1D81-4C3F-B9B1-456A4077B3E1}"/>
    <dgm:cxn modelId="{ED54B610-DF7C-4644-8DB5-31C906E443CA}" type="presOf" srcId="{0CB918C8-70FE-463C-B647-D2C72D86F3D7}" destId="{0E49FFB3-5895-47C3-9D21-83C94B5C398F}" srcOrd="1" destOrd="0" presId="urn:microsoft.com/office/officeart/2005/8/layout/venn1"/>
    <dgm:cxn modelId="{68DE8D1E-D40E-47F8-A110-51BA735EF3CA}" type="presOf" srcId="{1944D2B9-4B21-4934-BA36-21D9882CD82A}" destId="{580040EB-DD5E-4120-9839-A067B81F5A5A}" srcOrd="0" destOrd="0" presId="urn:microsoft.com/office/officeart/2005/8/layout/venn1"/>
    <dgm:cxn modelId="{E1649E25-758F-4CE7-B7F0-00BD27270361}" type="presOf" srcId="{1944D2B9-4B21-4934-BA36-21D9882CD82A}" destId="{330E8B7A-5665-4753-AFC5-0EB6A02CA0E2}" srcOrd="1" destOrd="0" presId="urn:microsoft.com/office/officeart/2005/8/layout/venn1"/>
    <dgm:cxn modelId="{7C97723B-495E-4CA6-A1AB-A15CEA8DF01E}" type="presOf" srcId="{2F3486E3-7D62-41B2-8E80-09258DF31662}" destId="{81AD12CB-ED29-4805-9C49-414D1630FC39}" srcOrd="1" destOrd="0" presId="urn:microsoft.com/office/officeart/2005/8/layout/venn1"/>
    <dgm:cxn modelId="{BD260A44-B256-46A8-848E-0864FF316B78}" srcId="{D6054EDE-38EB-4193-9599-B99171BF4B76}" destId="{0CB918C8-70FE-463C-B647-D2C72D86F3D7}" srcOrd="0" destOrd="0" parTransId="{662FAA54-276F-46C4-AD51-91299DF192AC}" sibTransId="{1F5671EF-B988-45FE-A2E9-9169E31F30A1}"/>
    <dgm:cxn modelId="{CDAB716D-B33B-47A1-8B27-23563CF64BE5}" srcId="{D6054EDE-38EB-4193-9599-B99171BF4B76}" destId="{B96E2E07-2CD5-4A08-B9B8-948C50D39C4A}" srcOrd="3" destOrd="0" parTransId="{7596D83A-68A5-4453-94AE-09D5FF67A2B0}" sibTransId="{AF16F4A2-DEF5-43A0-8236-3A1D7923BC08}"/>
    <dgm:cxn modelId="{E1766252-5BBB-4F3D-9F70-E4F4388B5BC5}" type="presOf" srcId="{B96E2E07-2CD5-4A08-B9B8-948C50D39C4A}" destId="{3C952BAC-FA02-46F6-A83A-A0109AA5FD5A}" srcOrd="0" destOrd="0" presId="urn:microsoft.com/office/officeart/2005/8/layout/venn1"/>
    <dgm:cxn modelId="{FEDD2476-B253-4E7D-BF2E-E4D8809BABA5}" srcId="{D6054EDE-38EB-4193-9599-B99171BF4B76}" destId="{1944D2B9-4B21-4934-BA36-21D9882CD82A}" srcOrd="2" destOrd="0" parTransId="{7CD7F5A8-C35A-4FD6-B3D5-15C361AA977B}" sibTransId="{9DF8677B-6372-43C2-ABF7-24ABF1B3B5FC}"/>
    <dgm:cxn modelId="{D733628C-096D-4BAC-98F1-2D2AB452240B}" type="presOf" srcId="{B96E2E07-2CD5-4A08-B9B8-948C50D39C4A}" destId="{47006B89-69BD-4F03-B317-A9C046D75470}" srcOrd="1" destOrd="0" presId="urn:microsoft.com/office/officeart/2005/8/layout/venn1"/>
    <dgm:cxn modelId="{0C79F5B9-CF3A-4719-96B8-0A43B49B28ED}" type="presOf" srcId="{D6054EDE-38EB-4193-9599-B99171BF4B76}" destId="{48F4BF56-E003-4E94-9FB7-D68274B93F68}" srcOrd="0" destOrd="0" presId="urn:microsoft.com/office/officeart/2005/8/layout/venn1"/>
    <dgm:cxn modelId="{4F15C8BB-8E90-4664-9C0A-70E94448AF25}" type="presOf" srcId="{0CB918C8-70FE-463C-B647-D2C72D86F3D7}" destId="{7C00FEFA-9B62-45A6-AC99-CC38A33E9768}" srcOrd="0" destOrd="0" presId="urn:microsoft.com/office/officeart/2005/8/layout/venn1"/>
    <dgm:cxn modelId="{715530D9-1A9A-43C9-8188-28B76612A0DA}" type="presOf" srcId="{2F3486E3-7D62-41B2-8E80-09258DF31662}" destId="{91D728EF-6420-412B-BB6F-9C3979F0B393}" srcOrd="0" destOrd="0" presId="urn:microsoft.com/office/officeart/2005/8/layout/venn1"/>
    <dgm:cxn modelId="{54949301-991C-411E-B601-06A15592376B}" type="presParOf" srcId="{48F4BF56-E003-4E94-9FB7-D68274B93F68}" destId="{7C00FEFA-9B62-45A6-AC99-CC38A33E9768}" srcOrd="0" destOrd="0" presId="urn:microsoft.com/office/officeart/2005/8/layout/venn1"/>
    <dgm:cxn modelId="{DA7CF013-5AA2-45DD-8DBA-8C52E91B4ED7}" type="presParOf" srcId="{48F4BF56-E003-4E94-9FB7-D68274B93F68}" destId="{0E49FFB3-5895-47C3-9D21-83C94B5C398F}" srcOrd="1" destOrd="0" presId="urn:microsoft.com/office/officeart/2005/8/layout/venn1"/>
    <dgm:cxn modelId="{3F45EA8A-6EFC-4F77-99CF-CE4C0B1649DC}" type="presParOf" srcId="{48F4BF56-E003-4E94-9FB7-D68274B93F68}" destId="{91D728EF-6420-412B-BB6F-9C3979F0B393}" srcOrd="2" destOrd="0" presId="urn:microsoft.com/office/officeart/2005/8/layout/venn1"/>
    <dgm:cxn modelId="{6FF01006-7933-44BA-95BE-AE58AE4BF5A5}" type="presParOf" srcId="{48F4BF56-E003-4E94-9FB7-D68274B93F68}" destId="{81AD12CB-ED29-4805-9C49-414D1630FC39}" srcOrd="3" destOrd="0" presId="urn:microsoft.com/office/officeart/2005/8/layout/venn1"/>
    <dgm:cxn modelId="{A60672FD-7960-4CF4-9A4E-1E8D634D0625}" type="presParOf" srcId="{48F4BF56-E003-4E94-9FB7-D68274B93F68}" destId="{580040EB-DD5E-4120-9839-A067B81F5A5A}" srcOrd="4" destOrd="0" presId="urn:microsoft.com/office/officeart/2005/8/layout/venn1"/>
    <dgm:cxn modelId="{711E3AED-5688-436F-99AF-AF8CBDDCD1DD}" type="presParOf" srcId="{48F4BF56-E003-4E94-9FB7-D68274B93F68}" destId="{330E8B7A-5665-4753-AFC5-0EB6A02CA0E2}" srcOrd="5" destOrd="0" presId="urn:microsoft.com/office/officeart/2005/8/layout/venn1"/>
    <dgm:cxn modelId="{DB2DCC50-9352-4577-9545-822C328653C5}" type="presParOf" srcId="{48F4BF56-E003-4E94-9FB7-D68274B93F68}" destId="{3C952BAC-FA02-46F6-A83A-A0109AA5FD5A}" srcOrd="6" destOrd="0" presId="urn:microsoft.com/office/officeart/2005/8/layout/venn1"/>
    <dgm:cxn modelId="{7020F46D-47C2-4D98-8AFB-1AF6D0EED963}" type="presParOf" srcId="{48F4BF56-E003-4E94-9FB7-D68274B93F68}" destId="{47006B89-69BD-4F03-B317-A9C046D75470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6494AC98-A463-4CD0-955C-10EE111E215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08367BC-A2EF-4908-A344-0AF0FA650C7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10E594B-B709-4EEA-8589-E9CE68A50463}" type="parTrans" cxnId="{B7B477B4-F281-445C-8D0A-8E3EAE4FEE79}">
      <dgm:prSet/>
      <dgm:spPr/>
    </dgm:pt>
    <dgm:pt modelId="{24ECE536-449B-44BE-B5DB-89EC3BA30784}" type="sibTrans" cxnId="{B7B477B4-F281-445C-8D0A-8E3EAE4FEE79}">
      <dgm:prSet/>
      <dgm:spPr/>
    </dgm:pt>
    <dgm:pt modelId="{BD125191-1F2E-4467-8D67-8B03093A1EB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F81343F-7EBA-4F61-B16C-615D251E6D28}" type="parTrans" cxnId="{395DF7CA-16BE-4E13-81B9-CBBF28557371}">
      <dgm:prSet/>
      <dgm:spPr/>
    </dgm:pt>
    <dgm:pt modelId="{85923AF3-129E-4039-95AC-81B15A08D887}" type="sibTrans" cxnId="{395DF7CA-16BE-4E13-81B9-CBBF28557371}">
      <dgm:prSet/>
      <dgm:spPr/>
    </dgm:pt>
    <dgm:pt modelId="{77B79E1E-5F30-47E4-9C57-7D3691E2A86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901E58A1-4620-451E-A4D9-D007AF42E403}" type="parTrans" cxnId="{6717DEBC-6E8E-4F1D-851D-FDE2BFF7F731}">
      <dgm:prSet/>
      <dgm:spPr/>
    </dgm:pt>
    <dgm:pt modelId="{7C4F0947-6515-4BD1-BED5-FFA7485D8AE2}" type="sibTrans" cxnId="{6717DEBC-6E8E-4F1D-851D-FDE2BFF7F731}">
      <dgm:prSet/>
      <dgm:spPr/>
    </dgm:pt>
    <dgm:pt modelId="{8BE8DAC1-E16B-4B3F-AD69-0C427F23A438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D694F877-EDEE-4B0E-8558-CB07FEE4E718}" type="parTrans" cxnId="{85EE61BB-10C0-4D20-B033-C4B4796BE776}">
      <dgm:prSet/>
      <dgm:spPr/>
    </dgm:pt>
    <dgm:pt modelId="{0322D6FE-AFA5-4F1E-BD22-19ADCC3E94A9}" type="sibTrans" cxnId="{85EE61BB-10C0-4D20-B033-C4B4796BE776}">
      <dgm:prSet/>
      <dgm:spPr/>
    </dgm:pt>
    <dgm:pt modelId="{6C3A338E-E7F3-4603-A021-6D630E612157}" type="pres">
      <dgm:prSet presAssocID="{6494AC98-A463-4CD0-955C-10EE111E2155}" presName="Name0" presStyleCnt="0">
        <dgm:presLayoutVars>
          <dgm:dir/>
          <dgm:animLvl val="lvl"/>
          <dgm:resizeHandles val="exact"/>
        </dgm:presLayoutVars>
      </dgm:prSet>
      <dgm:spPr/>
    </dgm:pt>
    <dgm:pt modelId="{CB17D329-DEBD-41D8-BDFC-EB4A39051493}" type="pres">
      <dgm:prSet presAssocID="{908367BC-A2EF-4908-A344-0AF0FA650C76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D1A7A52-BAAC-45E1-8FBD-EFA927713EFD}" type="pres">
      <dgm:prSet presAssocID="{24ECE536-449B-44BE-B5DB-89EC3BA30784}" presName="parTxOnlySpace" presStyleCnt="0"/>
      <dgm:spPr/>
    </dgm:pt>
    <dgm:pt modelId="{EA8585B2-10A8-4C26-9308-99B63143D34A}" type="pres">
      <dgm:prSet presAssocID="{BD125191-1F2E-4467-8D67-8B03093A1EBE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4572626-4401-4F2F-A0F7-A6C19F11634B}" type="pres">
      <dgm:prSet presAssocID="{85923AF3-129E-4039-95AC-81B15A08D887}" presName="parTxOnlySpace" presStyleCnt="0"/>
      <dgm:spPr/>
    </dgm:pt>
    <dgm:pt modelId="{B07D8CAC-C7D4-4FE7-A07A-71BE3E966081}" type="pres">
      <dgm:prSet presAssocID="{77B79E1E-5F30-47E4-9C57-7D3691E2A86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D65B7FF-5CB3-48C4-82B9-F49214EF9916}" type="pres">
      <dgm:prSet presAssocID="{7C4F0947-6515-4BD1-BED5-FFA7485D8AE2}" presName="parTxOnlySpace" presStyleCnt="0"/>
      <dgm:spPr/>
    </dgm:pt>
    <dgm:pt modelId="{BE4EA435-FA0A-42A8-B590-AA62A1FFD8CE}" type="pres">
      <dgm:prSet presAssocID="{8BE8DAC1-E16B-4B3F-AD69-0C427F23A438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E116738-499A-48F8-865A-AE3D2516B9D2}" type="presOf" srcId="{BD125191-1F2E-4467-8D67-8B03093A1EBE}" destId="{EA8585B2-10A8-4C26-9308-99B63143D34A}" srcOrd="0" destOrd="0" presId="urn:microsoft.com/office/officeart/2005/8/layout/chevron1"/>
    <dgm:cxn modelId="{AEA9F63A-98CF-4996-91A8-5CC69210CA1D}" type="presOf" srcId="{8BE8DAC1-E16B-4B3F-AD69-0C427F23A438}" destId="{BE4EA435-FA0A-42A8-B590-AA62A1FFD8CE}" srcOrd="0" destOrd="0" presId="urn:microsoft.com/office/officeart/2005/8/layout/chevron1"/>
    <dgm:cxn modelId="{CA53B082-3DFA-4965-BCC3-B39B47FD1747}" type="presOf" srcId="{908367BC-A2EF-4908-A344-0AF0FA650C76}" destId="{CB17D329-DEBD-41D8-BDFC-EB4A39051493}" srcOrd="0" destOrd="0" presId="urn:microsoft.com/office/officeart/2005/8/layout/chevron1"/>
    <dgm:cxn modelId="{B187638F-75FD-40ED-A24C-2BB62C93A2A4}" type="presOf" srcId="{77B79E1E-5F30-47E4-9C57-7D3691E2A86B}" destId="{B07D8CAC-C7D4-4FE7-A07A-71BE3E966081}" srcOrd="0" destOrd="0" presId="urn:microsoft.com/office/officeart/2005/8/layout/chevron1"/>
    <dgm:cxn modelId="{B7B477B4-F281-445C-8D0A-8E3EAE4FEE79}" srcId="{6494AC98-A463-4CD0-955C-10EE111E2155}" destId="{908367BC-A2EF-4908-A344-0AF0FA650C76}" srcOrd="0" destOrd="0" parTransId="{610E594B-B709-4EEA-8589-E9CE68A50463}" sibTransId="{24ECE536-449B-44BE-B5DB-89EC3BA30784}"/>
    <dgm:cxn modelId="{85EE61BB-10C0-4D20-B033-C4B4796BE776}" srcId="{6494AC98-A463-4CD0-955C-10EE111E2155}" destId="{8BE8DAC1-E16B-4B3F-AD69-0C427F23A438}" srcOrd="3" destOrd="0" parTransId="{D694F877-EDEE-4B0E-8558-CB07FEE4E718}" sibTransId="{0322D6FE-AFA5-4F1E-BD22-19ADCC3E94A9}"/>
    <dgm:cxn modelId="{6717DEBC-6E8E-4F1D-851D-FDE2BFF7F731}" srcId="{6494AC98-A463-4CD0-955C-10EE111E2155}" destId="{77B79E1E-5F30-47E4-9C57-7D3691E2A86B}" srcOrd="2" destOrd="0" parTransId="{901E58A1-4620-451E-A4D9-D007AF42E403}" sibTransId="{7C4F0947-6515-4BD1-BED5-FFA7485D8AE2}"/>
    <dgm:cxn modelId="{395DF7CA-16BE-4E13-81B9-CBBF28557371}" srcId="{6494AC98-A463-4CD0-955C-10EE111E2155}" destId="{BD125191-1F2E-4467-8D67-8B03093A1EBE}" srcOrd="1" destOrd="0" parTransId="{BF81343F-7EBA-4F61-B16C-615D251E6D28}" sibTransId="{85923AF3-129E-4039-95AC-81B15A08D887}"/>
    <dgm:cxn modelId="{7EE3CDEF-916B-4776-A41C-B452D03ED888}" type="presOf" srcId="{6494AC98-A463-4CD0-955C-10EE111E2155}" destId="{6C3A338E-E7F3-4603-A021-6D630E612157}" srcOrd="0" destOrd="0" presId="urn:microsoft.com/office/officeart/2005/8/layout/chevron1"/>
    <dgm:cxn modelId="{932D453C-C919-4F7C-8063-F2F039168269}" type="presParOf" srcId="{6C3A338E-E7F3-4603-A021-6D630E612157}" destId="{CB17D329-DEBD-41D8-BDFC-EB4A39051493}" srcOrd="0" destOrd="0" presId="urn:microsoft.com/office/officeart/2005/8/layout/chevron1"/>
    <dgm:cxn modelId="{79E3F617-C17A-4B1D-8605-07715B3F7DAD}" type="presParOf" srcId="{6C3A338E-E7F3-4603-A021-6D630E612157}" destId="{BD1A7A52-BAAC-45E1-8FBD-EFA927713EFD}" srcOrd="1" destOrd="0" presId="urn:microsoft.com/office/officeart/2005/8/layout/chevron1"/>
    <dgm:cxn modelId="{DE36EF99-9666-452C-B6C9-97F3EAA53B3B}" type="presParOf" srcId="{6C3A338E-E7F3-4603-A021-6D630E612157}" destId="{EA8585B2-10A8-4C26-9308-99B63143D34A}" srcOrd="2" destOrd="0" presId="urn:microsoft.com/office/officeart/2005/8/layout/chevron1"/>
    <dgm:cxn modelId="{4F8C1679-D777-4318-8417-2A3F21525CCA}" type="presParOf" srcId="{6C3A338E-E7F3-4603-A021-6D630E612157}" destId="{94572626-4401-4F2F-A0F7-A6C19F11634B}" srcOrd="3" destOrd="0" presId="urn:microsoft.com/office/officeart/2005/8/layout/chevron1"/>
    <dgm:cxn modelId="{AC0529F4-EDDA-4D06-BD43-C2817EEB1CF1}" type="presParOf" srcId="{6C3A338E-E7F3-4603-A021-6D630E612157}" destId="{B07D8CAC-C7D4-4FE7-A07A-71BE3E966081}" srcOrd="4" destOrd="0" presId="urn:microsoft.com/office/officeart/2005/8/layout/chevron1"/>
    <dgm:cxn modelId="{B6C8AA44-FA97-40FD-A8D8-AD1B90496500}" type="presParOf" srcId="{6C3A338E-E7F3-4603-A021-6D630E612157}" destId="{BD65B7FF-5CB3-48C4-82B9-F49214EF9916}" srcOrd="5" destOrd="0" presId="urn:microsoft.com/office/officeart/2005/8/layout/chevron1"/>
    <dgm:cxn modelId="{96F8F002-A1E3-4287-8D08-0AC8E3725630}" type="presParOf" srcId="{6C3A338E-E7F3-4603-A021-6D630E612157}" destId="{BE4EA435-FA0A-42A8-B590-AA62A1FFD8CE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85A03E1C-F1AD-4EC2-B73A-74C770F21CF4}" type="doc">
      <dgm:prSet loTypeId="urn:microsoft.com/office/officeart/2005/8/layout/chevron1" loCatId="process" qsTypeId="urn:microsoft.com/office/officeart/2005/8/quickstyle/simple2" qsCatId="simple" csTypeId="urn:microsoft.com/office/officeart/2005/8/colors/accent1_2" csCatId="accent1" phldr="1"/>
      <dgm:spPr/>
    </dgm:pt>
    <dgm:pt modelId="{DF28AE48-B88D-4AC2-B9FD-73B6C1EE8901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6A20A421-97B4-4D29-B5DB-CA68F64C8612}" type="parTrans" cxnId="{CB14E489-6B94-47E6-BAB5-05D9BA46940C}">
      <dgm:prSet/>
      <dgm:spPr/>
    </dgm:pt>
    <dgm:pt modelId="{CF23FE0F-5F01-4286-8D19-4DAFBC3CC29E}" type="sibTrans" cxnId="{CB14E489-6B94-47E6-BAB5-05D9BA46940C}">
      <dgm:prSet/>
      <dgm:spPr/>
    </dgm:pt>
    <dgm:pt modelId="{14E50CC5-AEB0-4F58-B314-9DB6534C3EFC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7B12896-9697-442A-98DE-3CFEDC86223B}" type="parTrans" cxnId="{34FE4C52-5063-4152-805D-3A8B4633B118}">
      <dgm:prSet/>
      <dgm:spPr/>
    </dgm:pt>
    <dgm:pt modelId="{F37F043B-34FF-456C-A582-F981DD784D9B}" type="sibTrans" cxnId="{34FE4C52-5063-4152-805D-3A8B4633B118}">
      <dgm:prSet/>
      <dgm:spPr/>
    </dgm:pt>
    <dgm:pt modelId="{C836BBE9-19DD-413F-8AE6-0B513B3C68A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E9D66B0-5731-48D5-9CDE-EBD2B587C83C}" type="parTrans" cxnId="{E9ED5C81-FEB1-4F94-B3B2-2B81ABC910A1}">
      <dgm:prSet/>
      <dgm:spPr/>
    </dgm:pt>
    <dgm:pt modelId="{C6EA45F7-EF60-4C0E-9AAD-B2865A53001E}" type="sibTrans" cxnId="{E9ED5C81-FEB1-4F94-B3B2-2B81ABC910A1}">
      <dgm:prSet/>
      <dgm:spPr/>
    </dgm:pt>
    <dgm:pt modelId="{4CECFF68-BEB3-4FC2-A4C5-1FBFE361BA4D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BE8657B1-E63F-4F55-9901-1F94C6FBCA59}" type="parTrans" cxnId="{FCC67FCF-B590-4165-B104-A3EBBA17FE0F}">
      <dgm:prSet/>
      <dgm:spPr/>
    </dgm:pt>
    <dgm:pt modelId="{6E1D9C05-B517-4FAB-BD9A-936D7434BAE9}" type="sibTrans" cxnId="{FCC67FCF-B590-4165-B104-A3EBBA17FE0F}">
      <dgm:prSet/>
      <dgm:spPr/>
    </dgm:pt>
    <dgm:pt modelId="{558ACA39-43C7-47C8-84CC-C37318D4C8E6}" type="pres">
      <dgm:prSet presAssocID="{85A03E1C-F1AD-4EC2-B73A-74C770F21CF4}" presName="Name0" presStyleCnt="0">
        <dgm:presLayoutVars>
          <dgm:dir/>
          <dgm:animLvl val="lvl"/>
          <dgm:resizeHandles val="exact"/>
        </dgm:presLayoutVars>
      </dgm:prSet>
      <dgm:spPr/>
    </dgm:pt>
    <dgm:pt modelId="{FE546F41-B622-40B3-8896-41451FC069ED}" type="pres">
      <dgm:prSet presAssocID="{DF28AE48-B88D-4AC2-B9FD-73B6C1EE89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4856C0B-7E97-4F96-B055-8D847D4CCF6F}" type="pres">
      <dgm:prSet presAssocID="{CF23FE0F-5F01-4286-8D19-4DAFBC3CC29E}" presName="parTxOnlySpace" presStyleCnt="0"/>
      <dgm:spPr/>
    </dgm:pt>
    <dgm:pt modelId="{83C482C4-F5AF-43DD-AFF4-5DE154FECA1B}" type="pres">
      <dgm:prSet presAssocID="{14E50CC5-AEB0-4F58-B314-9DB6534C3EFC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FFB7424-3C9D-46A7-A1E2-4C912294D3E9}" type="pres">
      <dgm:prSet presAssocID="{F37F043B-34FF-456C-A582-F981DD784D9B}" presName="parTxOnlySpace" presStyleCnt="0"/>
      <dgm:spPr/>
    </dgm:pt>
    <dgm:pt modelId="{36826458-E16B-42F5-A606-8E05108ED830}" type="pres">
      <dgm:prSet presAssocID="{C836BBE9-19DD-413F-8AE6-0B513B3C68A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6D6540D-79AE-4548-A909-595CF5082294}" type="pres">
      <dgm:prSet presAssocID="{C6EA45F7-EF60-4C0E-9AAD-B2865A53001E}" presName="parTxOnlySpace" presStyleCnt="0"/>
      <dgm:spPr/>
    </dgm:pt>
    <dgm:pt modelId="{FD3C2CE7-4A81-452B-97EC-2A437788EAB6}" type="pres">
      <dgm:prSet presAssocID="{4CECFF68-BEB3-4FC2-A4C5-1FBFE361BA4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21E7A20-254A-49F3-AC80-6F0FD09ABDB8}" type="presOf" srcId="{85A03E1C-F1AD-4EC2-B73A-74C770F21CF4}" destId="{558ACA39-43C7-47C8-84CC-C37318D4C8E6}" srcOrd="0" destOrd="0" presId="urn:microsoft.com/office/officeart/2005/8/layout/chevron1"/>
    <dgm:cxn modelId="{4F81D34A-1153-4250-9E84-7DAAA0807348}" type="presOf" srcId="{C836BBE9-19DD-413F-8AE6-0B513B3C68AB}" destId="{36826458-E16B-42F5-A606-8E05108ED830}" srcOrd="0" destOrd="0" presId="urn:microsoft.com/office/officeart/2005/8/layout/chevron1"/>
    <dgm:cxn modelId="{34FE4C52-5063-4152-805D-3A8B4633B118}" srcId="{85A03E1C-F1AD-4EC2-B73A-74C770F21CF4}" destId="{14E50CC5-AEB0-4F58-B314-9DB6534C3EFC}" srcOrd="1" destOrd="0" parTransId="{87B12896-9697-442A-98DE-3CFEDC86223B}" sibTransId="{F37F043B-34FF-456C-A582-F981DD784D9B}"/>
    <dgm:cxn modelId="{E9ED5C81-FEB1-4F94-B3B2-2B81ABC910A1}" srcId="{85A03E1C-F1AD-4EC2-B73A-74C770F21CF4}" destId="{C836BBE9-19DD-413F-8AE6-0B513B3C68AB}" srcOrd="2" destOrd="0" parTransId="{2E9D66B0-5731-48D5-9CDE-EBD2B587C83C}" sibTransId="{C6EA45F7-EF60-4C0E-9AAD-B2865A53001E}"/>
    <dgm:cxn modelId="{CB14E489-6B94-47E6-BAB5-05D9BA46940C}" srcId="{85A03E1C-F1AD-4EC2-B73A-74C770F21CF4}" destId="{DF28AE48-B88D-4AC2-B9FD-73B6C1EE8901}" srcOrd="0" destOrd="0" parTransId="{6A20A421-97B4-4D29-B5DB-CA68F64C8612}" sibTransId="{CF23FE0F-5F01-4286-8D19-4DAFBC3CC29E}"/>
    <dgm:cxn modelId="{D833569C-8193-4EB2-A1BB-5FC18F38C252}" type="presOf" srcId="{DF28AE48-B88D-4AC2-B9FD-73B6C1EE8901}" destId="{FE546F41-B622-40B3-8896-41451FC069ED}" srcOrd="0" destOrd="0" presId="urn:microsoft.com/office/officeart/2005/8/layout/chevron1"/>
    <dgm:cxn modelId="{D53FB4B8-9884-46A6-B015-03BD4F0B3A59}" type="presOf" srcId="{4CECFF68-BEB3-4FC2-A4C5-1FBFE361BA4D}" destId="{FD3C2CE7-4A81-452B-97EC-2A437788EAB6}" srcOrd="0" destOrd="0" presId="urn:microsoft.com/office/officeart/2005/8/layout/chevron1"/>
    <dgm:cxn modelId="{8F0EE6C5-D167-47E5-833C-21455DC87979}" type="presOf" srcId="{14E50CC5-AEB0-4F58-B314-9DB6534C3EFC}" destId="{83C482C4-F5AF-43DD-AFF4-5DE154FECA1B}" srcOrd="0" destOrd="0" presId="urn:microsoft.com/office/officeart/2005/8/layout/chevron1"/>
    <dgm:cxn modelId="{FCC67FCF-B590-4165-B104-A3EBBA17FE0F}" srcId="{85A03E1C-F1AD-4EC2-B73A-74C770F21CF4}" destId="{4CECFF68-BEB3-4FC2-A4C5-1FBFE361BA4D}" srcOrd="3" destOrd="0" parTransId="{BE8657B1-E63F-4F55-9901-1F94C6FBCA59}" sibTransId="{6E1D9C05-B517-4FAB-BD9A-936D7434BAE9}"/>
    <dgm:cxn modelId="{2888F253-C44D-43BA-B2B3-AC8E6191729B}" type="presParOf" srcId="{558ACA39-43C7-47C8-84CC-C37318D4C8E6}" destId="{FE546F41-B622-40B3-8896-41451FC069ED}" srcOrd="0" destOrd="0" presId="urn:microsoft.com/office/officeart/2005/8/layout/chevron1"/>
    <dgm:cxn modelId="{A60C7F1D-A0F2-4E14-BF18-B2580F331062}" type="presParOf" srcId="{558ACA39-43C7-47C8-84CC-C37318D4C8E6}" destId="{E4856C0B-7E97-4F96-B055-8D847D4CCF6F}" srcOrd="1" destOrd="0" presId="urn:microsoft.com/office/officeart/2005/8/layout/chevron1"/>
    <dgm:cxn modelId="{33CCF6A5-1F01-49F1-AB3D-96D071462148}" type="presParOf" srcId="{558ACA39-43C7-47C8-84CC-C37318D4C8E6}" destId="{83C482C4-F5AF-43DD-AFF4-5DE154FECA1B}" srcOrd="2" destOrd="0" presId="urn:microsoft.com/office/officeart/2005/8/layout/chevron1"/>
    <dgm:cxn modelId="{F94EC09C-68C3-4B9E-822B-A9951A164F6B}" type="presParOf" srcId="{558ACA39-43C7-47C8-84CC-C37318D4C8E6}" destId="{CFFB7424-3C9D-46A7-A1E2-4C912294D3E9}" srcOrd="3" destOrd="0" presId="urn:microsoft.com/office/officeart/2005/8/layout/chevron1"/>
    <dgm:cxn modelId="{6B8490AC-E7E2-46A2-8A66-27BB7E7BD22B}" type="presParOf" srcId="{558ACA39-43C7-47C8-84CC-C37318D4C8E6}" destId="{36826458-E16B-42F5-A606-8E05108ED830}" srcOrd="4" destOrd="0" presId="urn:microsoft.com/office/officeart/2005/8/layout/chevron1"/>
    <dgm:cxn modelId="{104FEECB-F579-4956-8C74-36C2420C2D70}" type="presParOf" srcId="{558ACA39-43C7-47C8-84CC-C37318D4C8E6}" destId="{C6D6540D-79AE-4548-A909-595CF5082294}" srcOrd="5" destOrd="0" presId="urn:microsoft.com/office/officeart/2005/8/layout/chevron1"/>
    <dgm:cxn modelId="{8F0EE269-ACBB-4068-8547-7C33BDD15DF0}" type="presParOf" srcId="{558ACA39-43C7-47C8-84CC-C37318D4C8E6}" destId="{FD3C2CE7-4A81-452B-97EC-2A437788EAB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0CFE7597-3FB9-4B32-BC96-4F66E3B5A27B}" type="doc">
      <dgm:prSet loTypeId="urn:microsoft.com/office/officeart/2005/8/layout/chevron1" loCatId="process" qsTypeId="urn:microsoft.com/office/officeart/2005/8/quickstyle/simple3" qsCatId="simple" csTypeId="urn:microsoft.com/office/officeart/2005/8/colors/accent1_2" csCatId="accent1" phldr="1"/>
      <dgm:spPr/>
    </dgm:pt>
    <dgm:pt modelId="{15D088F0-E381-4A8D-83A2-70543AA0EC8E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DCCB513-8AA3-48EB-A2F7-E9FA94CF69B6}" type="parTrans" cxnId="{B298CD26-49A1-4929-B227-7045FCC21E0A}">
      <dgm:prSet/>
      <dgm:spPr/>
    </dgm:pt>
    <dgm:pt modelId="{7250F080-2275-45DA-AA92-29317C65E310}" type="sibTrans" cxnId="{B298CD26-49A1-4929-B227-7045FCC21E0A}">
      <dgm:prSet/>
      <dgm:spPr/>
    </dgm:pt>
    <dgm:pt modelId="{B05258BC-C21F-4AF0-A03C-7822A027A435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F7F2E8A4-E6DB-478A-8541-3C395783878F}" type="parTrans" cxnId="{E99B05BC-FCF4-4AC4-B422-619943013425}">
      <dgm:prSet/>
      <dgm:spPr/>
    </dgm:pt>
    <dgm:pt modelId="{6D264AA0-14D0-4056-9F8E-985986745633}" type="sibTrans" cxnId="{E99B05BC-FCF4-4AC4-B422-619943013425}">
      <dgm:prSet/>
      <dgm:spPr/>
    </dgm:pt>
    <dgm:pt modelId="{E432769B-1C15-41D3-A060-01A452293B92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6280DD0-88DF-44B4-B19D-7AAC8E5C11DA}" type="parTrans" cxnId="{66AE1503-DC7D-497E-A31B-11877619719E}">
      <dgm:prSet/>
      <dgm:spPr/>
    </dgm:pt>
    <dgm:pt modelId="{BE656A8D-4EAC-4556-B4D7-B9A57A99AE4B}" type="sibTrans" cxnId="{66AE1503-DC7D-497E-A31B-11877619719E}">
      <dgm:prSet/>
      <dgm:spPr/>
    </dgm:pt>
    <dgm:pt modelId="{7164F8BE-40A5-4739-9DAA-8C7425731A8B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E80EEA33-E0F1-4419-AD06-9DF55D5C1F80}" type="parTrans" cxnId="{81E05BA0-489A-4BD0-844C-E32DEAB2E601}">
      <dgm:prSet/>
      <dgm:spPr/>
    </dgm:pt>
    <dgm:pt modelId="{32E73FBC-0DC0-4677-A986-07330FC9DC99}" type="sibTrans" cxnId="{81E05BA0-489A-4BD0-844C-E32DEAB2E601}">
      <dgm:prSet/>
      <dgm:spPr/>
    </dgm:pt>
    <dgm:pt modelId="{56BC5FF9-EB8E-4496-A2C0-E772F137F19B}" type="pres">
      <dgm:prSet presAssocID="{0CFE7597-3FB9-4B32-BC96-4F66E3B5A27B}" presName="Name0" presStyleCnt="0">
        <dgm:presLayoutVars>
          <dgm:dir/>
          <dgm:animLvl val="lvl"/>
          <dgm:resizeHandles val="exact"/>
        </dgm:presLayoutVars>
      </dgm:prSet>
      <dgm:spPr/>
    </dgm:pt>
    <dgm:pt modelId="{D8B52875-40DC-4AEF-8CE1-92A242FADE92}" type="pres">
      <dgm:prSet presAssocID="{15D088F0-E381-4A8D-83A2-70543AA0EC8E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9D6A139-1939-445F-9DA1-DD39C21D792E}" type="pres">
      <dgm:prSet presAssocID="{7250F080-2275-45DA-AA92-29317C65E310}" presName="parTxOnlySpace" presStyleCnt="0"/>
      <dgm:spPr/>
    </dgm:pt>
    <dgm:pt modelId="{58A34F7A-33DD-486B-9CF7-DB75D99B1D52}" type="pres">
      <dgm:prSet presAssocID="{B05258BC-C21F-4AF0-A03C-7822A027A435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2533F5D-D43F-473A-90A2-FCBE411B1A2F}" type="pres">
      <dgm:prSet presAssocID="{6D264AA0-14D0-4056-9F8E-985986745633}" presName="parTxOnlySpace" presStyleCnt="0"/>
      <dgm:spPr/>
    </dgm:pt>
    <dgm:pt modelId="{598A30C3-438A-4941-91D8-7059E2491BB7}" type="pres">
      <dgm:prSet presAssocID="{E432769B-1C15-41D3-A060-01A452293B92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0A5C427-B925-443D-B106-C56D87469C9F}" type="pres">
      <dgm:prSet presAssocID="{BE656A8D-4EAC-4556-B4D7-B9A57A99AE4B}" presName="parTxOnlySpace" presStyleCnt="0"/>
      <dgm:spPr/>
    </dgm:pt>
    <dgm:pt modelId="{24DCBB1B-4F29-4508-9FC2-D97DFA2926AA}" type="pres">
      <dgm:prSet presAssocID="{7164F8BE-40A5-4739-9DAA-8C7425731A8B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6AE1503-DC7D-497E-A31B-11877619719E}" srcId="{0CFE7597-3FB9-4B32-BC96-4F66E3B5A27B}" destId="{E432769B-1C15-41D3-A060-01A452293B92}" srcOrd="2" destOrd="0" parTransId="{06280DD0-88DF-44B4-B19D-7AAC8E5C11DA}" sibTransId="{BE656A8D-4EAC-4556-B4D7-B9A57A99AE4B}"/>
    <dgm:cxn modelId="{41250E0F-32EB-47E3-B70A-E26F064040B3}" type="presOf" srcId="{7164F8BE-40A5-4739-9DAA-8C7425731A8B}" destId="{24DCBB1B-4F29-4508-9FC2-D97DFA2926AA}" srcOrd="0" destOrd="0" presId="urn:microsoft.com/office/officeart/2005/8/layout/chevron1"/>
    <dgm:cxn modelId="{4ACB7019-307F-444B-A83A-BA59B406CE11}" type="presOf" srcId="{E432769B-1C15-41D3-A060-01A452293B92}" destId="{598A30C3-438A-4941-91D8-7059E2491BB7}" srcOrd="0" destOrd="0" presId="urn:microsoft.com/office/officeart/2005/8/layout/chevron1"/>
    <dgm:cxn modelId="{8A10B51F-576F-49E5-B60F-A29E585B0F76}" type="presOf" srcId="{0CFE7597-3FB9-4B32-BC96-4F66E3B5A27B}" destId="{56BC5FF9-EB8E-4496-A2C0-E772F137F19B}" srcOrd="0" destOrd="0" presId="urn:microsoft.com/office/officeart/2005/8/layout/chevron1"/>
    <dgm:cxn modelId="{B298CD26-49A1-4929-B227-7045FCC21E0A}" srcId="{0CFE7597-3FB9-4B32-BC96-4F66E3B5A27B}" destId="{15D088F0-E381-4A8D-83A2-70543AA0EC8E}" srcOrd="0" destOrd="0" parTransId="{DDCCB513-8AA3-48EB-A2F7-E9FA94CF69B6}" sibTransId="{7250F080-2275-45DA-AA92-29317C65E310}"/>
    <dgm:cxn modelId="{81E05BA0-489A-4BD0-844C-E32DEAB2E601}" srcId="{0CFE7597-3FB9-4B32-BC96-4F66E3B5A27B}" destId="{7164F8BE-40A5-4739-9DAA-8C7425731A8B}" srcOrd="3" destOrd="0" parTransId="{E80EEA33-E0F1-4419-AD06-9DF55D5C1F80}" sibTransId="{32E73FBC-0DC0-4677-A986-07330FC9DC99}"/>
    <dgm:cxn modelId="{E99B05BC-FCF4-4AC4-B422-619943013425}" srcId="{0CFE7597-3FB9-4B32-BC96-4F66E3B5A27B}" destId="{B05258BC-C21F-4AF0-A03C-7822A027A435}" srcOrd="1" destOrd="0" parTransId="{F7F2E8A4-E6DB-478A-8541-3C395783878F}" sibTransId="{6D264AA0-14D0-4056-9F8E-985986745633}"/>
    <dgm:cxn modelId="{555376C0-D330-477A-98F2-7C77B430F248}" type="presOf" srcId="{B05258BC-C21F-4AF0-A03C-7822A027A435}" destId="{58A34F7A-33DD-486B-9CF7-DB75D99B1D52}" srcOrd="0" destOrd="0" presId="urn:microsoft.com/office/officeart/2005/8/layout/chevron1"/>
    <dgm:cxn modelId="{6761C7FA-9999-4A26-8C7B-1167A8DAD468}" type="presOf" srcId="{15D088F0-E381-4A8D-83A2-70543AA0EC8E}" destId="{D8B52875-40DC-4AEF-8CE1-92A242FADE92}" srcOrd="0" destOrd="0" presId="urn:microsoft.com/office/officeart/2005/8/layout/chevron1"/>
    <dgm:cxn modelId="{F1193DB9-9F7E-4DFB-A218-FD929C0ABCC3}" type="presParOf" srcId="{56BC5FF9-EB8E-4496-A2C0-E772F137F19B}" destId="{D8B52875-40DC-4AEF-8CE1-92A242FADE92}" srcOrd="0" destOrd="0" presId="urn:microsoft.com/office/officeart/2005/8/layout/chevron1"/>
    <dgm:cxn modelId="{728FD60C-7770-4EDE-8469-94633F897E3C}" type="presParOf" srcId="{56BC5FF9-EB8E-4496-A2C0-E772F137F19B}" destId="{09D6A139-1939-445F-9DA1-DD39C21D792E}" srcOrd="1" destOrd="0" presId="urn:microsoft.com/office/officeart/2005/8/layout/chevron1"/>
    <dgm:cxn modelId="{A51E2DE0-C867-4009-B861-FC103EB43724}" type="presParOf" srcId="{56BC5FF9-EB8E-4496-A2C0-E772F137F19B}" destId="{58A34F7A-33DD-486B-9CF7-DB75D99B1D52}" srcOrd="2" destOrd="0" presId="urn:microsoft.com/office/officeart/2005/8/layout/chevron1"/>
    <dgm:cxn modelId="{B2BB3237-648B-4625-AF04-3453305A7248}" type="presParOf" srcId="{56BC5FF9-EB8E-4496-A2C0-E772F137F19B}" destId="{52533F5D-D43F-473A-90A2-FCBE411B1A2F}" srcOrd="3" destOrd="0" presId="urn:microsoft.com/office/officeart/2005/8/layout/chevron1"/>
    <dgm:cxn modelId="{6928D02F-3817-49E1-B9D1-0D75378B6449}" type="presParOf" srcId="{56BC5FF9-EB8E-4496-A2C0-E772F137F19B}" destId="{598A30C3-438A-4941-91D8-7059E2491BB7}" srcOrd="4" destOrd="0" presId="urn:microsoft.com/office/officeart/2005/8/layout/chevron1"/>
    <dgm:cxn modelId="{7D734964-9D30-4574-807D-9E2738E69D30}" type="presParOf" srcId="{56BC5FF9-EB8E-4496-A2C0-E772F137F19B}" destId="{B0A5C427-B925-443D-B106-C56D87469C9F}" srcOrd="5" destOrd="0" presId="urn:microsoft.com/office/officeart/2005/8/layout/chevron1"/>
    <dgm:cxn modelId="{84977D32-B704-4844-B07A-76F57FCA48EE}" type="presParOf" srcId="{56BC5FF9-EB8E-4496-A2C0-E772F137F19B}" destId="{24DCBB1B-4F29-4508-9FC2-D97DFA2926AA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48A2132E-E8AD-4A9C-B502-7F99FDE27F38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 phldr="1"/>
      <dgm:spPr/>
    </dgm:pt>
    <dgm:pt modelId="{CAC2109E-EF97-4DC1-BF27-E54A64B504A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7D4CE84-75CA-407D-9E9E-A1BBAAAAFB15}" type="parTrans" cxnId="{30BBED32-E0F6-4B2D-A9B3-1B8EC5E7B65F}">
      <dgm:prSet/>
      <dgm:spPr/>
    </dgm:pt>
    <dgm:pt modelId="{EB4BE3E8-66D0-4B57-A6AC-1E900232E50A}" type="sibTrans" cxnId="{30BBED32-E0F6-4B2D-A9B3-1B8EC5E7B65F}">
      <dgm:prSet/>
      <dgm:spPr/>
    </dgm:pt>
    <dgm:pt modelId="{555068EC-DBA3-4567-B5FB-95EEB8B727E0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DC118CE-8648-43E2-91D5-CA932EF8445E}" type="parTrans" cxnId="{5DAA5524-49DF-41E3-8426-6EA0FD121A35}">
      <dgm:prSet/>
      <dgm:spPr/>
    </dgm:pt>
    <dgm:pt modelId="{B2351EEB-A19B-4D89-B3DB-2B1C7D90C0C0}" type="sibTrans" cxnId="{5DAA5524-49DF-41E3-8426-6EA0FD121A35}">
      <dgm:prSet/>
      <dgm:spPr/>
    </dgm:pt>
    <dgm:pt modelId="{ECF37C37-F404-444F-90B5-FE068488E14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0719BF5-A77B-4C5B-A36B-C132F8066E7E}" type="parTrans" cxnId="{93C92C84-1A6C-4CA3-984B-A7372A2CC861}">
      <dgm:prSet/>
      <dgm:spPr/>
    </dgm:pt>
    <dgm:pt modelId="{87AA6C04-6D1B-4D64-8887-F4A8162D56B4}" type="sibTrans" cxnId="{93C92C84-1A6C-4CA3-984B-A7372A2CC861}">
      <dgm:prSet/>
      <dgm:spPr/>
    </dgm:pt>
    <dgm:pt modelId="{73A02FD9-C2E8-47C6-8482-85596A3A88B1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8B3F1E35-C28B-468D-B16E-5F91F7A15321}" type="parTrans" cxnId="{808E6505-79DE-4C9A-894E-4504C3F1A64C}">
      <dgm:prSet/>
      <dgm:spPr/>
    </dgm:pt>
    <dgm:pt modelId="{B65C68D2-CF85-47F4-BC5A-AAB75CA87944}" type="sibTrans" cxnId="{808E6505-79DE-4C9A-894E-4504C3F1A64C}">
      <dgm:prSet/>
      <dgm:spPr/>
    </dgm:pt>
    <dgm:pt modelId="{817E5969-AFE8-44CB-AE77-4F9A1534925D}" type="pres">
      <dgm:prSet presAssocID="{48A2132E-E8AD-4A9C-B502-7F99FDE27F38}" presName="Name0" presStyleCnt="0">
        <dgm:presLayoutVars>
          <dgm:dir/>
          <dgm:animLvl val="lvl"/>
          <dgm:resizeHandles val="exact"/>
        </dgm:presLayoutVars>
      </dgm:prSet>
      <dgm:spPr/>
    </dgm:pt>
    <dgm:pt modelId="{841B8BE3-CA43-49F9-ACE6-AFA9E33DDF5E}" type="pres">
      <dgm:prSet presAssocID="{CAC2109E-EF97-4DC1-BF27-E54A64B504A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06DA063-B9B1-4D2A-B1B4-977095BE400C}" type="pres">
      <dgm:prSet presAssocID="{EB4BE3E8-66D0-4B57-A6AC-1E900232E50A}" presName="parTxOnlySpace" presStyleCnt="0"/>
      <dgm:spPr/>
    </dgm:pt>
    <dgm:pt modelId="{9668BE91-F0D5-409F-958B-82C50781D311}" type="pres">
      <dgm:prSet presAssocID="{555068EC-DBA3-4567-B5FB-95EEB8B727E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AEC4D43-63CF-4E0F-8030-DBC83A200A7A}" type="pres">
      <dgm:prSet presAssocID="{B2351EEB-A19B-4D89-B3DB-2B1C7D90C0C0}" presName="parTxOnlySpace" presStyleCnt="0"/>
      <dgm:spPr/>
    </dgm:pt>
    <dgm:pt modelId="{86F85250-F678-4F6D-BBD3-45A9DEB3EF16}" type="pres">
      <dgm:prSet presAssocID="{ECF37C37-F404-444F-90B5-FE068488E144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2854021-598B-4D8D-BBD9-E2B0F57CB409}" type="pres">
      <dgm:prSet presAssocID="{87AA6C04-6D1B-4D64-8887-F4A8162D56B4}" presName="parTxOnlySpace" presStyleCnt="0"/>
      <dgm:spPr/>
    </dgm:pt>
    <dgm:pt modelId="{D4F7615C-B251-4563-BD9A-15508F323C1A}" type="pres">
      <dgm:prSet presAssocID="{73A02FD9-C2E8-47C6-8482-85596A3A88B1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08E6505-79DE-4C9A-894E-4504C3F1A64C}" srcId="{48A2132E-E8AD-4A9C-B502-7F99FDE27F38}" destId="{73A02FD9-C2E8-47C6-8482-85596A3A88B1}" srcOrd="3" destOrd="0" parTransId="{8B3F1E35-C28B-468D-B16E-5F91F7A15321}" sibTransId="{B65C68D2-CF85-47F4-BC5A-AAB75CA87944}"/>
    <dgm:cxn modelId="{A89FFA1D-4949-4D0C-9CBE-2239E942E35E}" type="presOf" srcId="{73A02FD9-C2E8-47C6-8482-85596A3A88B1}" destId="{D4F7615C-B251-4563-BD9A-15508F323C1A}" srcOrd="0" destOrd="0" presId="urn:microsoft.com/office/officeart/2005/8/layout/chevron1"/>
    <dgm:cxn modelId="{5DAA5524-49DF-41E3-8426-6EA0FD121A35}" srcId="{48A2132E-E8AD-4A9C-B502-7F99FDE27F38}" destId="{555068EC-DBA3-4567-B5FB-95EEB8B727E0}" srcOrd="1" destOrd="0" parTransId="{7DC118CE-8648-43E2-91D5-CA932EF8445E}" sibTransId="{B2351EEB-A19B-4D89-B3DB-2B1C7D90C0C0}"/>
    <dgm:cxn modelId="{30BBED32-E0F6-4B2D-A9B3-1B8EC5E7B65F}" srcId="{48A2132E-E8AD-4A9C-B502-7F99FDE27F38}" destId="{CAC2109E-EF97-4DC1-BF27-E54A64B504A7}" srcOrd="0" destOrd="0" parTransId="{37D4CE84-75CA-407D-9E9E-A1BBAAAAFB15}" sibTransId="{EB4BE3E8-66D0-4B57-A6AC-1E900232E50A}"/>
    <dgm:cxn modelId="{D7039735-2266-455D-8893-A85D3E4AA457}" type="presOf" srcId="{555068EC-DBA3-4567-B5FB-95EEB8B727E0}" destId="{9668BE91-F0D5-409F-958B-82C50781D311}" srcOrd="0" destOrd="0" presId="urn:microsoft.com/office/officeart/2005/8/layout/chevron1"/>
    <dgm:cxn modelId="{C8F42E3F-2802-4FA2-B0CD-3F1BAAA0BBFE}" type="presOf" srcId="{ECF37C37-F404-444F-90B5-FE068488E144}" destId="{86F85250-F678-4F6D-BBD3-45A9DEB3EF16}" srcOrd="0" destOrd="0" presId="urn:microsoft.com/office/officeart/2005/8/layout/chevron1"/>
    <dgm:cxn modelId="{71E28356-A311-4CBF-8BF7-D16799842B1F}" type="presOf" srcId="{CAC2109E-EF97-4DC1-BF27-E54A64B504A7}" destId="{841B8BE3-CA43-49F9-ACE6-AFA9E33DDF5E}" srcOrd="0" destOrd="0" presId="urn:microsoft.com/office/officeart/2005/8/layout/chevron1"/>
    <dgm:cxn modelId="{93C92C84-1A6C-4CA3-984B-A7372A2CC861}" srcId="{48A2132E-E8AD-4A9C-B502-7F99FDE27F38}" destId="{ECF37C37-F404-444F-90B5-FE068488E144}" srcOrd="2" destOrd="0" parTransId="{B0719BF5-A77B-4C5B-A36B-C132F8066E7E}" sibTransId="{87AA6C04-6D1B-4D64-8887-F4A8162D56B4}"/>
    <dgm:cxn modelId="{5DA7869D-4D2E-48EA-9081-7827B4828310}" type="presOf" srcId="{48A2132E-E8AD-4A9C-B502-7F99FDE27F38}" destId="{817E5969-AFE8-44CB-AE77-4F9A1534925D}" srcOrd="0" destOrd="0" presId="urn:microsoft.com/office/officeart/2005/8/layout/chevron1"/>
    <dgm:cxn modelId="{D1689D81-2101-47F9-B81C-4541327A82DA}" type="presParOf" srcId="{817E5969-AFE8-44CB-AE77-4F9A1534925D}" destId="{841B8BE3-CA43-49F9-ACE6-AFA9E33DDF5E}" srcOrd="0" destOrd="0" presId="urn:microsoft.com/office/officeart/2005/8/layout/chevron1"/>
    <dgm:cxn modelId="{DAC8A04A-C2E5-42CC-8C1F-C503D8DC5394}" type="presParOf" srcId="{817E5969-AFE8-44CB-AE77-4F9A1534925D}" destId="{106DA063-B9B1-4D2A-B1B4-977095BE400C}" srcOrd="1" destOrd="0" presId="urn:microsoft.com/office/officeart/2005/8/layout/chevron1"/>
    <dgm:cxn modelId="{DC9AFE74-369D-4C64-925D-270373B239CC}" type="presParOf" srcId="{817E5969-AFE8-44CB-AE77-4F9A1534925D}" destId="{9668BE91-F0D5-409F-958B-82C50781D311}" srcOrd="2" destOrd="0" presId="urn:microsoft.com/office/officeart/2005/8/layout/chevron1"/>
    <dgm:cxn modelId="{7C4752CA-D891-4378-B44A-C6A7F5391846}" type="presParOf" srcId="{817E5969-AFE8-44CB-AE77-4F9A1534925D}" destId="{BAEC4D43-63CF-4E0F-8030-DBC83A200A7A}" srcOrd="3" destOrd="0" presId="urn:microsoft.com/office/officeart/2005/8/layout/chevron1"/>
    <dgm:cxn modelId="{3728E671-476A-4510-A08B-C6E9C87DBFA6}" type="presParOf" srcId="{817E5969-AFE8-44CB-AE77-4F9A1534925D}" destId="{86F85250-F678-4F6D-BBD3-45A9DEB3EF16}" srcOrd="4" destOrd="0" presId="urn:microsoft.com/office/officeart/2005/8/layout/chevron1"/>
    <dgm:cxn modelId="{AD29CDB0-337A-4AE4-8965-5828770F8875}" type="presParOf" srcId="{817E5969-AFE8-44CB-AE77-4F9A1534925D}" destId="{32854021-598B-4D8D-BBD9-E2B0F57CB409}" srcOrd="5" destOrd="0" presId="urn:microsoft.com/office/officeart/2005/8/layout/chevron1"/>
    <dgm:cxn modelId="{06F33F15-CDE6-4A85-AB3F-B7283131468A}" type="presParOf" srcId="{817E5969-AFE8-44CB-AE77-4F9A1534925D}" destId="{D4F7615C-B251-4563-BD9A-15508F323C1A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7011FA27-5729-4432-9FB6-A8C351C2D8BF}" type="doc">
      <dgm:prSet loTypeId="urn:microsoft.com/office/officeart/2005/8/layout/chevron1" loCatId="process" qsTypeId="urn:microsoft.com/office/officeart/2005/8/quickstyle/simple5" qsCatId="simple" csTypeId="urn:microsoft.com/office/officeart/2005/8/colors/accent1_2" csCatId="accent1" phldr="1"/>
      <dgm:spPr/>
    </dgm:pt>
    <dgm:pt modelId="{0DDA4C82-8F61-49E6-93C4-55CA86CF59D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96C973E4-F44A-4AE5-8639-0C6E3677037B}" type="parTrans" cxnId="{3F96A82E-FE6D-4282-87CB-DF0E1449982F}">
      <dgm:prSet/>
      <dgm:spPr/>
    </dgm:pt>
    <dgm:pt modelId="{C616FE30-6EBC-4FAC-91D6-F176E73C3A8A}" type="sibTrans" cxnId="{3F96A82E-FE6D-4282-87CB-DF0E1449982F}">
      <dgm:prSet/>
      <dgm:spPr/>
    </dgm:pt>
    <dgm:pt modelId="{F8323686-A7E2-4848-9E88-AF286E641E40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41FB7C77-9A14-4810-BC9C-3FD0A63A6A7C}" type="parTrans" cxnId="{F0DD724C-6CC4-490C-A01E-629C57776CAF}">
      <dgm:prSet/>
      <dgm:spPr/>
    </dgm:pt>
    <dgm:pt modelId="{500D1DDC-6CCC-466F-AB15-B5AA29A1D454}" type="sibTrans" cxnId="{F0DD724C-6CC4-490C-A01E-629C57776CAF}">
      <dgm:prSet/>
      <dgm:spPr/>
    </dgm:pt>
    <dgm:pt modelId="{86A263CB-E3FC-4F4B-9FD8-38FF00CD9AE2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67D98D9-91B2-43C4-955C-E747D60093B2}" type="parTrans" cxnId="{B5652EC2-0E18-439C-944D-EBCF676C9F2C}">
      <dgm:prSet/>
      <dgm:spPr/>
    </dgm:pt>
    <dgm:pt modelId="{9A7950E2-A238-4C62-84AF-654BE0CE298D}" type="sibTrans" cxnId="{B5652EC2-0E18-439C-944D-EBCF676C9F2C}">
      <dgm:prSet/>
      <dgm:spPr/>
    </dgm:pt>
    <dgm:pt modelId="{8EDB3B3C-81B8-481C-81C0-EFB94E7E42B2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59CE2211-4BAB-47C6-B68A-43EB30F32DC1}" type="parTrans" cxnId="{E4499DC7-FD16-42E9-A65A-FD93ADE86E14}">
      <dgm:prSet/>
      <dgm:spPr/>
    </dgm:pt>
    <dgm:pt modelId="{4F9CEA64-D357-4876-BC36-A8CA26B276F6}" type="sibTrans" cxnId="{E4499DC7-FD16-42E9-A65A-FD93ADE86E14}">
      <dgm:prSet/>
      <dgm:spPr/>
    </dgm:pt>
    <dgm:pt modelId="{3E1C9A0D-B720-4EAD-8DE1-3976DEDBB06D}" type="pres">
      <dgm:prSet presAssocID="{7011FA27-5729-4432-9FB6-A8C351C2D8BF}" presName="Name0" presStyleCnt="0">
        <dgm:presLayoutVars>
          <dgm:dir/>
          <dgm:animLvl val="lvl"/>
          <dgm:resizeHandles val="exact"/>
        </dgm:presLayoutVars>
      </dgm:prSet>
      <dgm:spPr/>
    </dgm:pt>
    <dgm:pt modelId="{E2782782-F4E1-45CA-A431-D21BDEAF381F}" type="pres">
      <dgm:prSet presAssocID="{0DDA4C82-8F61-49E6-93C4-55CA86CF59D8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020DF0C-ACC4-46DD-B185-A4FD9FB39DFE}" type="pres">
      <dgm:prSet presAssocID="{C616FE30-6EBC-4FAC-91D6-F176E73C3A8A}" presName="parTxOnlySpace" presStyleCnt="0"/>
      <dgm:spPr/>
    </dgm:pt>
    <dgm:pt modelId="{671995CD-AD7B-427A-9514-585D97E94D8A}" type="pres">
      <dgm:prSet presAssocID="{F8323686-A7E2-4848-9E88-AF286E641E4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0457D9F-42B8-4CE1-A813-13AD53E5D7D6}" type="pres">
      <dgm:prSet presAssocID="{500D1DDC-6CCC-466F-AB15-B5AA29A1D454}" presName="parTxOnlySpace" presStyleCnt="0"/>
      <dgm:spPr/>
    </dgm:pt>
    <dgm:pt modelId="{A9F00240-A121-45FC-A5CC-EA5D70160B3F}" type="pres">
      <dgm:prSet presAssocID="{86A263CB-E3FC-4F4B-9FD8-38FF00CD9AE2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80C8C1E-AB5C-404E-A376-0AF1ED5341E1}" type="pres">
      <dgm:prSet presAssocID="{9A7950E2-A238-4C62-84AF-654BE0CE298D}" presName="parTxOnlySpace" presStyleCnt="0"/>
      <dgm:spPr/>
    </dgm:pt>
    <dgm:pt modelId="{AB6A7A2A-C004-4B24-880A-E6FF5C8039B4}" type="pres">
      <dgm:prSet presAssocID="{8EDB3B3C-81B8-481C-81C0-EFB94E7E42B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141742D-34B4-496B-BD67-712907D667CF}" type="presOf" srcId="{F8323686-A7E2-4848-9E88-AF286E641E40}" destId="{671995CD-AD7B-427A-9514-585D97E94D8A}" srcOrd="0" destOrd="0" presId="urn:microsoft.com/office/officeart/2005/8/layout/chevron1"/>
    <dgm:cxn modelId="{3F96A82E-FE6D-4282-87CB-DF0E1449982F}" srcId="{7011FA27-5729-4432-9FB6-A8C351C2D8BF}" destId="{0DDA4C82-8F61-49E6-93C4-55CA86CF59D8}" srcOrd="0" destOrd="0" parTransId="{96C973E4-F44A-4AE5-8639-0C6E3677037B}" sibTransId="{C616FE30-6EBC-4FAC-91D6-F176E73C3A8A}"/>
    <dgm:cxn modelId="{81AE0735-175C-474B-BD64-C8E9046881CA}" type="presOf" srcId="{7011FA27-5729-4432-9FB6-A8C351C2D8BF}" destId="{3E1C9A0D-B720-4EAD-8DE1-3976DEDBB06D}" srcOrd="0" destOrd="0" presId="urn:microsoft.com/office/officeart/2005/8/layout/chevron1"/>
    <dgm:cxn modelId="{F0DD724C-6CC4-490C-A01E-629C57776CAF}" srcId="{7011FA27-5729-4432-9FB6-A8C351C2D8BF}" destId="{F8323686-A7E2-4848-9E88-AF286E641E40}" srcOrd="1" destOrd="0" parTransId="{41FB7C77-9A14-4810-BC9C-3FD0A63A6A7C}" sibTransId="{500D1DDC-6CCC-466F-AB15-B5AA29A1D454}"/>
    <dgm:cxn modelId="{C16D33A5-732A-410F-A17C-D99A1283E0F6}" type="presOf" srcId="{8EDB3B3C-81B8-481C-81C0-EFB94E7E42B2}" destId="{AB6A7A2A-C004-4B24-880A-E6FF5C8039B4}" srcOrd="0" destOrd="0" presId="urn:microsoft.com/office/officeart/2005/8/layout/chevron1"/>
    <dgm:cxn modelId="{81C559B5-531E-4DA8-8A0E-E61A94400631}" type="presOf" srcId="{0DDA4C82-8F61-49E6-93C4-55CA86CF59D8}" destId="{E2782782-F4E1-45CA-A431-D21BDEAF381F}" srcOrd="0" destOrd="0" presId="urn:microsoft.com/office/officeart/2005/8/layout/chevron1"/>
    <dgm:cxn modelId="{B5652EC2-0E18-439C-944D-EBCF676C9F2C}" srcId="{7011FA27-5729-4432-9FB6-A8C351C2D8BF}" destId="{86A263CB-E3FC-4F4B-9FD8-38FF00CD9AE2}" srcOrd="2" destOrd="0" parTransId="{A67D98D9-91B2-43C4-955C-E747D60093B2}" sibTransId="{9A7950E2-A238-4C62-84AF-654BE0CE298D}"/>
    <dgm:cxn modelId="{E4499DC7-FD16-42E9-A65A-FD93ADE86E14}" srcId="{7011FA27-5729-4432-9FB6-A8C351C2D8BF}" destId="{8EDB3B3C-81B8-481C-81C0-EFB94E7E42B2}" srcOrd="3" destOrd="0" parTransId="{59CE2211-4BAB-47C6-B68A-43EB30F32DC1}" sibTransId="{4F9CEA64-D357-4876-BC36-A8CA26B276F6}"/>
    <dgm:cxn modelId="{68D5E4D2-E764-4978-8C84-075650C50453}" type="presOf" srcId="{86A263CB-E3FC-4F4B-9FD8-38FF00CD9AE2}" destId="{A9F00240-A121-45FC-A5CC-EA5D70160B3F}" srcOrd="0" destOrd="0" presId="urn:microsoft.com/office/officeart/2005/8/layout/chevron1"/>
    <dgm:cxn modelId="{73AEE45B-864F-4657-9D00-69FD30E189DC}" type="presParOf" srcId="{3E1C9A0D-B720-4EAD-8DE1-3976DEDBB06D}" destId="{E2782782-F4E1-45CA-A431-D21BDEAF381F}" srcOrd="0" destOrd="0" presId="urn:microsoft.com/office/officeart/2005/8/layout/chevron1"/>
    <dgm:cxn modelId="{91AC4E90-3965-4CAC-A48D-56B6B7C589BC}" type="presParOf" srcId="{3E1C9A0D-B720-4EAD-8DE1-3976DEDBB06D}" destId="{2020DF0C-ACC4-46DD-B185-A4FD9FB39DFE}" srcOrd="1" destOrd="0" presId="urn:microsoft.com/office/officeart/2005/8/layout/chevron1"/>
    <dgm:cxn modelId="{2C061392-2685-40B9-B480-35AC6EEDDB86}" type="presParOf" srcId="{3E1C9A0D-B720-4EAD-8DE1-3976DEDBB06D}" destId="{671995CD-AD7B-427A-9514-585D97E94D8A}" srcOrd="2" destOrd="0" presId="urn:microsoft.com/office/officeart/2005/8/layout/chevron1"/>
    <dgm:cxn modelId="{BBE3C61B-E511-4612-8E64-E2AC4CCF7FCD}" type="presParOf" srcId="{3E1C9A0D-B720-4EAD-8DE1-3976DEDBB06D}" destId="{D0457D9F-42B8-4CE1-A813-13AD53E5D7D6}" srcOrd="3" destOrd="0" presId="urn:microsoft.com/office/officeart/2005/8/layout/chevron1"/>
    <dgm:cxn modelId="{99563889-D2CD-4A85-9EE0-41FDD9C1433C}" type="presParOf" srcId="{3E1C9A0D-B720-4EAD-8DE1-3976DEDBB06D}" destId="{A9F00240-A121-45FC-A5CC-EA5D70160B3F}" srcOrd="4" destOrd="0" presId="urn:microsoft.com/office/officeart/2005/8/layout/chevron1"/>
    <dgm:cxn modelId="{6BC0DB49-F12B-440C-A850-3A436EE1D101}" type="presParOf" srcId="{3E1C9A0D-B720-4EAD-8DE1-3976DEDBB06D}" destId="{B80C8C1E-AB5C-404E-A376-0AF1ED5341E1}" srcOrd="5" destOrd="0" presId="urn:microsoft.com/office/officeart/2005/8/layout/chevron1"/>
    <dgm:cxn modelId="{90E4FC8A-A25F-4970-BFF2-E56AA4C91A40}" type="presParOf" srcId="{3E1C9A0D-B720-4EAD-8DE1-3976DEDBB06D}" destId="{AB6A7A2A-C004-4B24-880A-E6FF5C8039B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E0DB8D23-31E4-4F4C-9676-5C2887C81964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DEE3B697-9ABE-4844-A849-F2C17B090BE5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4B558C0-56B0-4D31-9BC3-4DCFF5D56C63}" type="parTrans" cxnId="{F8C3E52A-EE2A-4462-B8D4-6029A702C1A5}">
      <dgm:prSet/>
      <dgm:spPr/>
    </dgm:pt>
    <dgm:pt modelId="{C0581D7A-FEA5-4F3D-B75A-6AF4B1C6CD67}" type="sibTrans" cxnId="{F8C3E52A-EE2A-4462-B8D4-6029A702C1A5}">
      <dgm:prSet/>
      <dgm:spPr/>
    </dgm:pt>
    <dgm:pt modelId="{E8722A3D-BF7F-4FE6-B3AD-5DA0D8CF513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E6163C96-4547-4899-8255-98C77FF8A3C3}" type="parTrans" cxnId="{C2D01A5E-FD6E-4B83-A049-05528FD076DF}">
      <dgm:prSet/>
      <dgm:spPr/>
    </dgm:pt>
    <dgm:pt modelId="{15CF53B0-BC79-4488-9C67-C79C41F4274C}" type="sibTrans" cxnId="{C2D01A5E-FD6E-4B83-A049-05528FD076DF}">
      <dgm:prSet/>
      <dgm:spPr/>
    </dgm:pt>
    <dgm:pt modelId="{1DC70A44-B5BB-492D-AF05-74F8ABB39898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883B9B3-8941-4613-BF5E-F712F8AFF064}" type="parTrans" cxnId="{15D395CD-9622-4525-9BFE-BE0B1F611BDF}">
      <dgm:prSet/>
      <dgm:spPr/>
    </dgm:pt>
    <dgm:pt modelId="{3637637E-7851-4324-AEBD-C92AC9FD3C33}" type="sibTrans" cxnId="{15D395CD-9622-4525-9BFE-BE0B1F611BDF}">
      <dgm:prSet/>
      <dgm:spPr/>
    </dgm:pt>
    <dgm:pt modelId="{BA2A4659-9F88-40FF-91CC-3F34F75F97E3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048DF6BE-C9FA-4E3D-8E1F-7FFA209782C7}" type="parTrans" cxnId="{E83069CA-ECB3-4413-A61B-51B6A1389D56}">
      <dgm:prSet/>
      <dgm:spPr/>
    </dgm:pt>
    <dgm:pt modelId="{D198003D-B487-4ACB-9DD7-193EC7B278B6}" type="sibTrans" cxnId="{E83069CA-ECB3-4413-A61B-51B6A1389D56}">
      <dgm:prSet/>
      <dgm:spPr/>
    </dgm:pt>
    <dgm:pt modelId="{E2959A0E-3217-4C1C-8935-1F1BA13EDCDA}" type="pres">
      <dgm:prSet presAssocID="{E0DB8D23-31E4-4F4C-9676-5C2887C81964}" presName="Name0" presStyleCnt="0">
        <dgm:presLayoutVars>
          <dgm:dir/>
          <dgm:animLvl val="lvl"/>
          <dgm:resizeHandles val="exact"/>
        </dgm:presLayoutVars>
      </dgm:prSet>
      <dgm:spPr/>
    </dgm:pt>
    <dgm:pt modelId="{3EE1A30F-6021-4CC1-BEDC-E06CAC8ECDE9}" type="pres">
      <dgm:prSet presAssocID="{DEE3B697-9ABE-4844-A849-F2C17B090BE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911727A-30C7-4EC3-972C-CF95E81191DC}" type="pres">
      <dgm:prSet presAssocID="{C0581D7A-FEA5-4F3D-B75A-6AF4B1C6CD67}" presName="parTxOnlySpace" presStyleCnt="0"/>
      <dgm:spPr/>
    </dgm:pt>
    <dgm:pt modelId="{33218A36-CD81-43F0-A695-F020E78DD12F}" type="pres">
      <dgm:prSet presAssocID="{E8722A3D-BF7F-4FE6-B3AD-5DA0D8CF513E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85CD7E3-3E6D-4776-9AEB-B67D84C06CFF}" type="pres">
      <dgm:prSet presAssocID="{15CF53B0-BC79-4488-9C67-C79C41F4274C}" presName="parTxOnlySpace" presStyleCnt="0"/>
      <dgm:spPr/>
    </dgm:pt>
    <dgm:pt modelId="{6D7D4B36-F6E7-452B-B6FA-4D569B89710D}" type="pres">
      <dgm:prSet presAssocID="{1DC70A44-B5BB-492D-AF05-74F8ABB3989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BA48B15-2958-4D27-ABEE-BB21B7C9B438}" type="pres">
      <dgm:prSet presAssocID="{3637637E-7851-4324-AEBD-C92AC9FD3C33}" presName="parTxOnlySpace" presStyleCnt="0"/>
      <dgm:spPr/>
    </dgm:pt>
    <dgm:pt modelId="{0C485BA5-0CC1-4807-998E-C69CA6550BAA}" type="pres">
      <dgm:prSet presAssocID="{BA2A4659-9F88-40FF-91CC-3F34F75F97E3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8C3E52A-EE2A-4462-B8D4-6029A702C1A5}" srcId="{E0DB8D23-31E4-4F4C-9676-5C2887C81964}" destId="{DEE3B697-9ABE-4844-A849-F2C17B090BE5}" srcOrd="0" destOrd="0" parTransId="{D4B558C0-56B0-4D31-9BC3-4DCFF5D56C63}" sibTransId="{C0581D7A-FEA5-4F3D-B75A-6AF4B1C6CD67}"/>
    <dgm:cxn modelId="{C2D01A5E-FD6E-4B83-A049-05528FD076DF}" srcId="{E0DB8D23-31E4-4F4C-9676-5C2887C81964}" destId="{E8722A3D-BF7F-4FE6-B3AD-5DA0D8CF513E}" srcOrd="1" destOrd="0" parTransId="{E6163C96-4547-4899-8255-98C77FF8A3C3}" sibTransId="{15CF53B0-BC79-4488-9C67-C79C41F4274C}"/>
    <dgm:cxn modelId="{7CBE7374-5F9A-414C-8533-8688FB66F63B}" type="presOf" srcId="{1DC70A44-B5BB-492D-AF05-74F8ABB39898}" destId="{6D7D4B36-F6E7-452B-B6FA-4D569B89710D}" srcOrd="0" destOrd="0" presId="urn:microsoft.com/office/officeart/2005/8/layout/chevron1"/>
    <dgm:cxn modelId="{B22B007C-084B-42A6-AA41-9C86FF4839CD}" type="presOf" srcId="{E8722A3D-BF7F-4FE6-B3AD-5DA0D8CF513E}" destId="{33218A36-CD81-43F0-A695-F020E78DD12F}" srcOrd="0" destOrd="0" presId="urn:microsoft.com/office/officeart/2005/8/layout/chevron1"/>
    <dgm:cxn modelId="{3B46BD87-4C8D-464E-A0CF-6729E0D7EDC7}" type="presOf" srcId="{DEE3B697-9ABE-4844-A849-F2C17B090BE5}" destId="{3EE1A30F-6021-4CC1-BEDC-E06CAC8ECDE9}" srcOrd="0" destOrd="0" presId="urn:microsoft.com/office/officeart/2005/8/layout/chevron1"/>
    <dgm:cxn modelId="{7DDF3D91-3D8E-4B22-809D-0CBD453A734E}" type="presOf" srcId="{BA2A4659-9F88-40FF-91CC-3F34F75F97E3}" destId="{0C485BA5-0CC1-4807-998E-C69CA6550BAA}" srcOrd="0" destOrd="0" presId="urn:microsoft.com/office/officeart/2005/8/layout/chevron1"/>
    <dgm:cxn modelId="{E83069CA-ECB3-4413-A61B-51B6A1389D56}" srcId="{E0DB8D23-31E4-4F4C-9676-5C2887C81964}" destId="{BA2A4659-9F88-40FF-91CC-3F34F75F97E3}" srcOrd="3" destOrd="0" parTransId="{048DF6BE-C9FA-4E3D-8E1F-7FFA209782C7}" sibTransId="{D198003D-B487-4ACB-9DD7-193EC7B278B6}"/>
    <dgm:cxn modelId="{15D395CD-9622-4525-9BFE-BE0B1F611BDF}" srcId="{E0DB8D23-31E4-4F4C-9676-5C2887C81964}" destId="{1DC70A44-B5BB-492D-AF05-74F8ABB39898}" srcOrd="2" destOrd="0" parTransId="{D883B9B3-8941-4613-BF5E-F712F8AFF064}" sibTransId="{3637637E-7851-4324-AEBD-C92AC9FD3C33}"/>
    <dgm:cxn modelId="{EE36D4E7-83F0-4D77-8029-177B150EF338}" type="presOf" srcId="{E0DB8D23-31E4-4F4C-9676-5C2887C81964}" destId="{E2959A0E-3217-4C1C-8935-1F1BA13EDCDA}" srcOrd="0" destOrd="0" presId="urn:microsoft.com/office/officeart/2005/8/layout/chevron1"/>
    <dgm:cxn modelId="{CD9B106D-BEF5-4422-BCB8-A5DCF70B2264}" type="presParOf" srcId="{E2959A0E-3217-4C1C-8935-1F1BA13EDCDA}" destId="{3EE1A30F-6021-4CC1-BEDC-E06CAC8ECDE9}" srcOrd="0" destOrd="0" presId="urn:microsoft.com/office/officeart/2005/8/layout/chevron1"/>
    <dgm:cxn modelId="{35E5BACE-DCE3-491E-8D77-EC0EEA2218C1}" type="presParOf" srcId="{E2959A0E-3217-4C1C-8935-1F1BA13EDCDA}" destId="{B911727A-30C7-4EC3-972C-CF95E81191DC}" srcOrd="1" destOrd="0" presId="urn:microsoft.com/office/officeart/2005/8/layout/chevron1"/>
    <dgm:cxn modelId="{9AB2F2C4-06FA-478B-A760-383967CA292F}" type="presParOf" srcId="{E2959A0E-3217-4C1C-8935-1F1BA13EDCDA}" destId="{33218A36-CD81-43F0-A695-F020E78DD12F}" srcOrd="2" destOrd="0" presId="urn:microsoft.com/office/officeart/2005/8/layout/chevron1"/>
    <dgm:cxn modelId="{C066C13B-22EB-4FE6-AD20-BC7A36C72A56}" type="presParOf" srcId="{E2959A0E-3217-4C1C-8935-1F1BA13EDCDA}" destId="{985CD7E3-3E6D-4776-9AEB-B67D84C06CFF}" srcOrd="3" destOrd="0" presId="urn:microsoft.com/office/officeart/2005/8/layout/chevron1"/>
    <dgm:cxn modelId="{2BE9CFAD-D5B1-4067-BA6B-B0827259EECA}" type="presParOf" srcId="{E2959A0E-3217-4C1C-8935-1F1BA13EDCDA}" destId="{6D7D4B36-F6E7-452B-B6FA-4D569B89710D}" srcOrd="4" destOrd="0" presId="urn:microsoft.com/office/officeart/2005/8/layout/chevron1"/>
    <dgm:cxn modelId="{BEA5874C-F886-4909-AEF6-290DA0B98E65}" type="presParOf" srcId="{E2959A0E-3217-4C1C-8935-1F1BA13EDCDA}" destId="{BBA48B15-2958-4D27-ABEE-BB21B7C9B438}" srcOrd="5" destOrd="0" presId="urn:microsoft.com/office/officeart/2005/8/layout/chevron1"/>
    <dgm:cxn modelId="{F7B7C6EB-1D00-42C5-80EE-647D43463FEB}" type="presParOf" srcId="{E2959A0E-3217-4C1C-8935-1F1BA13EDCDA}" destId="{0C485BA5-0CC1-4807-998E-C69CA6550BAA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184E090B-B2B3-4B56-88FF-FC38CAB33C3D}" type="doc">
      <dgm:prSet loTypeId="urn:microsoft.com/office/officeart/2005/8/layout/chevron1" loCatId="process" qsTypeId="urn:microsoft.com/office/officeart/2005/8/quickstyle/3d2" qsCatId="3D" csTypeId="urn:microsoft.com/office/officeart/2005/8/colors/accent1_2" csCatId="accent1" phldr="1"/>
      <dgm:spPr/>
    </dgm:pt>
    <dgm:pt modelId="{AB9F580A-EB9A-4456-B63E-5D6B222FE18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9B729164-8880-486D-9D5B-50CCED4957E3}" type="parTrans" cxnId="{1F539E94-F7FB-4F3A-A628-49D7EA24CCC8}">
      <dgm:prSet/>
      <dgm:spPr/>
    </dgm:pt>
    <dgm:pt modelId="{9B4C896D-A2F0-4FBD-B4C5-FC9AE0DE00CC}" type="sibTrans" cxnId="{1F539E94-F7FB-4F3A-A628-49D7EA24CCC8}">
      <dgm:prSet/>
      <dgm:spPr/>
    </dgm:pt>
    <dgm:pt modelId="{6402EA6A-51FE-4599-8152-E508130B5213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4AD2872-2209-4CAB-944E-7DFD0DDD204A}" type="parTrans" cxnId="{8FD2165B-2B18-4B2D-ABE7-CFC3FE642043}">
      <dgm:prSet/>
      <dgm:spPr/>
    </dgm:pt>
    <dgm:pt modelId="{571D4F74-8D4D-4DE6-9D24-BE6627924990}" type="sibTrans" cxnId="{8FD2165B-2B18-4B2D-ABE7-CFC3FE642043}">
      <dgm:prSet/>
      <dgm:spPr/>
    </dgm:pt>
    <dgm:pt modelId="{8FFA6254-7B6C-4674-913F-845E2A5293D7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5DDDB3C-86AF-4A25-BE1F-A4931DE7FCE4}" type="parTrans" cxnId="{1713BDEC-F8D4-489B-9F2B-EACBE83B7012}">
      <dgm:prSet/>
      <dgm:spPr/>
    </dgm:pt>
    <dgm:pt modelId="{7F1344E1-B961-449A-B49A-64BFCDDB51FD}" type="sibTrans" cxnId="{1713BDEC-F8D4-489B-9F2B-EACBE83B7012}">
      <dgm:prSet/>
      <dgm:spPr/>
    </dgm:pt>
    <dgm:pt modelId="{E91F6550-0868-4313-9D74-C7388E0F8E6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C99B4EB-757E-4A63-A6AC-0FDDD7B1164E}" type="parTrans" cxnId="{5980E826-6D10-477A-B829-A1C3C0A66E97}">
      <dgm:prSet/>
      <dgm:spPr/>
    </dgm:pt>
    <dgm:pt modelId="{FD88E66F-2233-4A4B-B211-17964DA84D87}" type="sibTrans" cxnId="{5980E826-6D10-477A-B829-A1C3C0A66E97}">
      <dgm:prSet/>
      <dgm:spPr/>
    </dgm:pt>
    <dgm:pt modelId="{33EDCCF3-23B7-4E67-8CE1-B5B05CA27294}" type="pres">
      <dgm:prSet presAssocID="{184E090B-B2B3-4B56-88FF-FC38CAB33C3D}" presName="Name0" presStyleCnt="0">
        <dgm:presLayoutVars>
          <dgm:dir/>
          <dgm:animLvl val="lvl"/>
          <dgm:resizeHandles val="exact"/>
        </dgm:presLayoutVars>
      </dgm:prSet>
      <dgm:spPr/>
    </dgm:pt>
    <dgm:pt modelId="{2D8BE489-3A9E-4B8E-80D3-3728C6FEA81D}" type="pres">
      <dgm:prSet presAssocID="{AB9F580A-EB9A-4456-B63E-5D6B222FE188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A8C90A4-2688-4C2E-9E91-1EB076CB9B4A}" type="pres">
      <dgm:prSet presAssocID="{9B4C896D-A2F0-4FBD-B4C5-FC9AE0DE00CC}" presName="parTxOnlySpace" presStyleCnt="0"/>
      <dgm:spPr/>
    </dgm:pt>
    <dgm:pt modelId="{B099206E-8A23-4B99-AED1-37A8C30F0097}" type="pres">
      <dgm:prSet presAssocID="{6402EA6A-51FE-4599-8152-E508130B5213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3C979D-12B7-4935-8E21-3D840BC2680A}" type="pres">
      <dgm:prSet presAssocID="{571D4F74-8D4D-4DE6-9D24-BE6627924990}" presName="parTxOnlySpace" presStyleCnt="0"/>
      <dgm:spPr/>
    </dgm:pt>
    <dgm:pt modelId="{1A29F7AF-F62C-4577-821C-BC2E05F0C08D}" type="pres">
      <dgm:prSet presAssocID="{8FFA6254-7B6C-4674-913F-845E2A5293D7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81C6305-87F5-4C90-9C7F-3D9A1D02480F}" type="pres">
      <dgm:prSet presAssocID="{7F1344E1-B961-449A-B49A-64BFCDDB51FD}" presName="parTxOnlySpace" presStyleCnt="0"/>
      <dgm:spPr/>
    </dgm:pt>
    <dgm:pt modelId="{68C4FA94-EDEC-4294-BB3C-0E08633AB7AD}" type="pres">
      <dgm:prSet presAssocID="{E91F6550-0868-4313-9D74-C7388E0F8E6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E32FA05-BC39-4A4C-854F-BC58E4AA872C}" type="presOf" srcId="{E91F6550-0868-4313-9D74-C7388E0F8E67}" destId="{68C4FA94-EDEC-4294-BB3C-0E08633AB7AD}" srcOrd="0" destOrd="0" presId="urn:microsoft.com/office/officeart/2005/8/layout/chevron1"/>
    <dgm:cxn modelId="{12282B1F-874C-4655-BD7B-297B44148BEA}" type="presOf" srcId="{184E090B-B2B3-4B56-88FF-FC38CAB33C3D}" destId="{33EDCCF3-23B7-4E67-8CE1-B5B05CA27294}" srcOrd="0" destOrd="0" presId="urn:microsoft.com/office/officeart/2005/8/layout/chevron1"/>
    <dgm:cxn modelId="{5980E826-6D10-477A-B829-A1C3C0A66E97}" srcId="{184E090B-B2B3-4B56-88FF-FC38CAB33C3D}" destId="{E91F6550-0868-4313-9D74-C7388E0F8E67}" srcOrd="3" destOrd="0" parTransId="{FC99B4EB-757E-4A63-A6AC-0FDDD7B1164E}" sibTransId="{FD88E66F-2233-4A4B-B211-17964DA84D87}"/>
    <dgm:cxn modelId="{8FD2165B-2B18-4B2D-ABE7-CFC3FE642043}" srcId="{184E090B-B2B3-4B56-88FF-FC38CAB33C3D}" destId="{6402EA6A-51FE-4599-8152-E508130B5213}" srcOrd="1" destOrd="0" parTransId="{84AD2872-2209-4CAB-944E-7DFD0DDD204A}" sibTransId="{571D4F74-8D4D-4DE6-9D24-BE6627924990}"/>
    <dgm:cxn modelId="{DF1B3C90-8817-4EFB-B195-C451F0FD8081}" type="presOf" srcId="{8FFA6254-7B6C-4674-913F-845E2A5293D7}" destId="{1A29F7AF-F62C-4577-821C-BC2E05F0C08D}" srcOrd="0" destOrd="0" presId="urn:microsoft.com/office/officeart/2005/8/layout/chevron1"/>
    <dgm:cxn modelId="{1F539E94-F7FB-4F3A-A628-49D7EA24CCC8}" srcId="{184E090B-B2B3-4B56-88FF-FC38CAB33C3D}" destId="{AB9F580A-EB9A-4456-B63E-5D6B222FE188}" srcOrd="0" destOrd="0" parTransId="{9B729164-8880-486D-9D5B-50CCED4957E3}" sibTransId="{9B4C896D-A2F0-4FBD-B4C5-FC9AE0DE00CC}"/>
    <dgm:cxn modelId="{784AF2A0-9A19-4BCC-866D-FCD13CD5A9CD}" type="presOf" srcId="{6402EA6A-51FE-4599-8152-E508130B5213}" destId="{B099206E-8A23-4B99-AED1-37A8C30F0097}" srcOrd="0" destOrd="0" presId="urn:microsoft.com/office/officeart/2005/8/layout/chevron1"/>
    <dgm:cxn modelId="{1713BDEC-F8D4-489B-9F2B-EACBE83B7012}" srcId="{184E090B-B2B3-4B56-88FF-FC38CAB33C3D}" destId="{8FFA6254-7B6C-4674-913F-845E2A5293D7}" srcOrd="2" destOrd="0" parTransId="{D5DDDB3C-86AF-4A25-BE1F-A4931DE7FCE4}" sibTransId="{7F1344E1-B961-449A-B49A-64BFCDDB51FD}"/>
    <dgm:cxn modelId="{087C6CF0-8EFF-4E66-B7E3-A859EC843501}" type="presOf" srcId="{AB9F580A-EB9A-4456-B63E-5D6B222FE188}" destId="{2D8BE489-3A9E-4B8E-80D3-3728C6FEA81D}" srcOrd="0" destOrd="0" presId="urn:microsoft.com/office/officeart/2005/8/layout/chevron1"/>
    <dgm:cxn modelId="{419DB304-0DA2-436B-B47C-01B653BFC87E}" type="presParOf" srcId="{33EDCCF3-23B7-4E67-8CE1-B5B05CA27294}" destId="{2D8BE489-3A9E-4B8E-80D3-3728C6FEA81D}" srcOrd="0" destOrd="0" presId="urn:microsoft.com/office/officeart/2005/8/layout/chevron1"/>
    <dgm:cxn modelId="{134F7725-89EB-4618-87F5-29B73E81B7CD}" type="presParOf" srcId="{33EDCCF3-23B7-4E67-8CE1-B5B05CA27294}" destId="{0A8C90A4-2688-4C2E-9E91-1EB076CB9B4A}" srcOrd="1" destOrd="0" presId="urn:microsoft.com/office/officeart/2005/8/layout/chevron1"/>
    <dgm:cxn modelId="{4052861D-7D4F-4590-A189-DB6C372209F5}" type="presParOf" srcId="{33EDCCF3-23B7-4E67-8CE1-B5B05CA27294}" destId="{B099206E-8A23-4B99-AED1-37A8C30F0097}" srcOrd="2" destOrd="0" presId="urn:microsoft.com/office/officeart/2005/8/layout/chevron1"/>
    <dgm:cxn modelId="{2A2259CF-0894-404A-868F-50DD9836D91F}" type="presParOf" srcId="{33EDCCF3-23B7-4E67-8CE1-B5B05CA27294}" destId="{723C979D-12B7-4935-8E21-3D840BC2680A}" srcOrd="3" destOrd="0" presId="urn:microsoft.com/office/officeart/2005/8/layout/chevron1"/>
    <dgm:cxn modelId="{1704D4FC-9C4F-49E9-B4B1-0EB7F2C62051}" type="presParOf" srcId="{33EDCCF3-23B7-4E67-8CE1-B5B05CA27294}" destId="{1A29F7AF-F62C-4577-821C-BC2E05F0C08D}" srcOrd="4" destOrd="0" presId="urn:microsoft.com/office/officeart/2005/8/layout/chevron1"/>
    <dgm:cxn modelId="{152B8645-C891-48C8-84A3-0B2FF0A5DEE9}" type="presParOf" srcId="{33EDCCF3-23B7-4E67-8CE1-B5B05CA27294}" destId="{C81C6305-87F5-4C90-9C7F-3D9A1D02480F}" srcOrd="5" destOrd="0" presId="urn:microsoft.com/office/officeart/2005/8/layout/chevron1"/>
    <dgm:cxn modelId="{4ABB8098-9778-47D5-8F0D-02EBCDFF62C9}" type="presParOf" srcId="{33EDCCF3-23B7-4E67-8CE1-B5B05CA27294}" destId="{68C4FA94-EDEC-4294-BB3C-0E08633AB7A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26943CC9-426F-4D14-BF5F-B3E7E5898FA7}" type="doc">
      <dgm:prSet loTypeId="urn:microsoft.com/office/officeart/2005/8/layout/chevron1" loCatId="process" qsTypeId="urn:microsoft.com/office/officeart/2005/8/quickstyle/3d3" qsCatId="3D" csTypeId="urn:microsoft.com/office/officeart/2005/8/colors/accent1_2" csCatId="accent1" phldr="1"/>
      <dgm:spPr/>
    </dgm:pt>
    <dgm:pt modelId="{B0098018-2CF2-4710-8DCE-7ECEFDBFC9A5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5848E698-344B-42C7-8972-3500FEC35F6D}" type="parTrans" cxnId="{E824F40E-D767-4D1D-9FAD-F85D37507946}">
      <dgm:prSet/>
      <dgm:spPr/>
    </dgm:pt>
    <dgm:pt modelId="{814E451E-313E-48E0-951E-E47844AF1850}" type="sibTrans" cxnId="{E824F40E-D767-4D1D-9FAD-F85D37507946}">
      <dgm:prSet/>
      <dgm:spPr/>
    </dgm:pt>
    <dgm:pt modelId="{E7ED7A0B-FE48-451B-B90C-4BD6E5087D5B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D708307B-C15D-4538-90E2-527B1BE27CAC}" type="parTrans" cxnId="{01657D10-2660-4853-9657-DFA7D55B6BC3}">
      <dgm:prSet/>
      <dgm:spPr/>
    </dgm:pt>
    <dgm:pt modelId="{FBDC599A-B96A-4F4A-9249-4608C6937703}" type="sibTrans" cxnId="{01657D10-2660-4853-9657-DFA7D55B6BC3}">
      <dgm:prSet/>
      <dgm:spPr/>
    </dgm:pt>
    <dgm:pt modelId="{FEEC1902-FA77-40C4-8196-C41A7B78C3E2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B964C50-681F-4F45-978D-BB2C1401740E}" type="parTrans" cxnId="{9D9C991B-47DE-4BEB-B9E3-3683EECA74AE}">
      <dgm:prSet/>
      <dgm:spPr/>
    </dgm:pt>
    <dgm:pt modelId="{B014F028-3F4C-475C-8C92-2E66FCA331DB}" type="sibTrans" cxnId="{9D9C991B-47DE-4BEB-B9E3-3683EECA74AE}">
      <dgm:prSet/>
      <dgm:spPr/>
    </dgm:pt>
    <dgm:pt modelId="{84B05D7E-29B5-4AFE-8D50-A6C05D13610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27610217-98BD-4AA8-9A95-EEF94FADDDBC}" type="parTrans" cxnId="{EDC96AA5-CC06-4C2D-87A4-2936F0062050}">
      <dgm:prSet/>
      <dgm:spPr/>
    </dgm:pt>
    <dgm:pt modelId="{ED1E4EDF-01E1-4DE3-9BE1-44DDE3F88B5A}" type="sibTrans" cxnId="{EDC96AA5-CC06-4C2D-87A4-2936F0062050}">
      <dgm:prSet/>
      <dgm:spPr/>
    </dgm:pt>
    <dgm:pt modelId="{D2E7B4FE-D59D-4DC3-A2E8-F6687D2C87F3}" type="pres">
      <dgm:prSet presAssocID="{26943CC9-426F-4D14-BF5F-B3E7E5898FA7}" presName="Name0" presStyleCnt="0">
        <dgm:presLayoutVars>
          <dgm:dir/>
          <dgm:animLvl val="lvl"/>
          <dgm:resizeHandles val="exact"/>
        </dgm:presLayoutVars>
      </dgm:prSet>
      <dgm:spPr/>
    </dgm:pt>
    <dgm:pt modelId="{696C757A-EB1E-48B7-8179-BC86D2EEDCD4}" type="pres">
      <dgm:prSet presAssocID="{B0098018-2CF2-4710-8DCE-7ECEFDBFC9A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5185432-11E4-45B8-8700-22C8753C736F}" type="pres">
      <dgm:prSet presAssocID="{814E451E-313E-48E0-951E-E47844AF1850}" presName="parTxOnlySpace" presStyleCnt="0"/>
      <dgm:spPr/>
    </dgm:pt>
    <dgm:pt modelId="{1D8DDAA7-D8B4-4C5B-8DC4-EF3E3E0742E8}" type="pres">
      <dgm:prSet presAssocID="{E7ED7A0B-FE48-451B-B90C-4BD6E5087D5B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44800CE-1F04-49BC-B4C8-906F63B02926}" type="pres">
      <dgm:prSet presAssocID="{FBDC599A-B96A-4F4A-9249-4608C6937703}" presName="parTxOnlySpace" presStyleCnt="0"/>
      <dgm:spPr/>
    </dgm:pt>
    <dgm:pt modelId="{4B5DDDBB-75BB-480A-B5D2-0F9567BE4ED6}" type="pres">
      <dgm:prSet presAssocID="{FEEC1902-FA77-40C4-8196-C41A7B78C3E2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A318C33-94B7-4380-B06C-16828EB3C6C1}" type="pres">
      <dgm:prSet presAssocID="{B014F028-3F4C-475C-8C92-2E66FCA331DB}" presName="parTxOnlySpace" presStyleCnt="0"/>
      <dgm:spPr/>
    </dgm:pt>
    <dgm:pt modelId="{22108B56-D443-4670-AAE4-52C8A149DA5D}" type="pres">
      <dgm:prSet presAssocID="{84B05D7E-29B5-4AFE-8D50-A6C05D13610A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824F40E-D767-4D1D-9FAD-F85D37507946}" srcId="{26943CC9-426F-4D14-BF5F-B3E7E5898FA7}" destId="{B0098018-2CF2-4710-8DCE-7ECEFDBFC9A5}" srcOrd="0" destOrd="0" parTransId="{5848E698-344B-42C7-8972-3500FEC35F6D}" sibTransId="{814E451E-313E-48E0-951E-E47844AF1850}"/>
    <dgm:cxn modelId="{01657D10-2660-4853-9657-DFA7D55B6BC3}" srcId="{26943CC9-426F-4D14-BF5F-B3E7E5898FA7}" destId="{E7ED7A0B-FE48-451B-B90C-4BD6E5087D5B}" srcOrd="1" destOrd="0" parTransId="{D708307B-C15D-4538-90E2-527B1BE27CAC}" sibTransId="{FBDC599A-B96A-4F4A-9249-4608C6937703}"/>
    <dgm:cxn modelId="{9D9C991B-47DE-4BEB-B9E3-3683EECA74AE}" srcId="{26943CC9-426F-4D14-BF5F-B3E7E5898FA7}" destId="{FEEC1902-FA77-40C4-8196-C41A7B78C3E2}" srcOrd="2" destOrd="0" parTransId="{AB964C50-681F-4F45-978D-BB2C1401740E}" sibTransId="{B014F028-3F4C-475C-8C92-2E66FCA331DB}"/>
    <dgm:cxn modelId="{610FAC22-1AAE-43F6-8C56-10114F540CFA}" type="presOf" srcId="{E7ED7A0B-FE48-451B-B90C-4BD6E5087D5B}" destId="{1D8DDAA7-D8B4-4C5B-8DC4-EF3E3E0742E8}" srcOrd="0" destOrd="0" presId="urn:microsoft.com/office/officeart/2005/8/layout/chevron1"/>
    <dgm:cxn modelId="{EDC96AA5-CC06-4C2D-87A4-2936F0062050}" srcId="{26943CC9-426F-4D14-BF5F-B3E7E5898FA7}" destId="{84B05D7E-29B5-4AFE-8D50-A6C05D13610A}" srcOrd="3" destOrd="0" parTransId="{27610217-98BD-4AA8-9A95-EEF94FADDDBC}" sibTransId="{ED1E4EDF-01E1-4DE3-9BE1-44DDE3F88B5A}"/>
    <dgm:cxn modelId="{49DF60C8-AF92-4898-8434-533B64649E5E}" type="presOf" srcId="{26943CC9-426F-4D14-BF5F-B3E7E5898FA7}" destId="{D2E7B4FE-D59D-4DC3-A2E8-F6687D2C87F3}" srcOrd="0" destOrd="0" presId="urn:microsoft.com/office/officeart/2005/8/layout/chevron1"/>
    <dgm:cxn modelId="{D0483DE5-26AD-4056-8C6A-028AC881B200}" type="presOf" srcId="{84B05D7E-29B5-4AFE-8D50-A6C05D13610A}" destId="{22108B56-D443-4670-AAE4-52C8A149DA5D}" srcOrd="0" destOrd="0" presId="urn:microsoft.com/office/officeart/2005/8/layout/chevron1"/>
    <dgm:cxn modelId="{779F8DE9-AA7E-4513-A029-8188523E85FE}" type="presOf" srcId="{FEEC1902-FA77-40C4-8196-C41A7B78C3E2}" destId="{4B5DDDBB-75BB-480A-B5D2-0F9567BE4ED6}" srcOrd="0" destOrd="0" presId="urn:microsoft.com/office/officeart/2005/8/layout/chevron1"/>
    <dgm:cxn modelId="{2A9C60FA-3C93-4326-99CA-EC44F1CB7AA2}" type="presOf" srcId="{B0098018-2CF2-4710-8DCE-7ECEFDBFC9A5}" destId="{696C757A-EB1E-48B7-8179-BC86D2EEDCD4}" srcOrd="0" destOrd="0" presId="urn:microsoft.com/office/officeart/2005/8/layout/chevron1"/>
    <dgm:cxn modelId="{7832122C-05AD-4B20-A316-3C74182F122C}" type="presParOf" srcId="{D2E7B4FE-D59D-4DC3-A2E8-F6687D2C87F3}" destId="{696C757A-EB1E-48B7-8179-BC86D2EEDCD4}" srcOrd="0" destOrd="0" presId="urn:microsoft.com/office/officeart/2005/8/layout/chevron1"/>
    <dgm:cxn modelId="{D1D9B61B-64E8-42E2-B265-DC154FEC46BF}" type="presParOf" srcId="{D2E7B4FE-D59D-4DC3-A2E8-F6687D2C87F3}" destId="{95185432-11E4-45B8-8700-22C8753C736F}" srcOrd="1" destOrd="0" presId="urn:microsoft.com/office/officeart/2005/8/layout/chevron1"/>
    <dgm:cxn modelId="{A063EA2C-A66C-4D19-A9AE-B410481D7690}" type="presParOf" srcId="{D2E7B4FE-D59D-4DC3-A2E8-F6687D2C87F3}" destId="{1D8DDAA7-D8B4-4C5B-8DC4-EF3E3E0742E8}" srcOrd="2" destOrd="0" presId="urn:microsoft.com/office/officeart/2005/8/layout/chevron1"/>
    <dgm:cxn modelId="{74A967D3-0797-4890-808F-62B63C68B608}" type="presParOf" srcId="{D2E7B4FE-D59D-4DC3-A2E8-F6687D2C87F3}" destId="{E44800CE-1F04-49BC-B4C8-906F63B02926}" srcOrd="3" destOrd="0" presId="urn:microsoft.com/office/officeart/2005/8/layout/chevron1"/>
    <dgm:cxn modelId="{F0309620-ACEB-4912-8C6E-A86BDA54CBD9}" type="presParOf" srcId="{D2E7B4FE-D59D-4DC3-A2E8-F6687D2C87F3}" destId="{4B5DDDBB-75BB-480A-B5D2-0F9567BE4ED6}" srcOrd="4" destOrd="0" presId="urn:microsoft.com/office/officeart/2005/8/layout/chevron1"/>
    <dgm:cxn modelId="{838C7B61-21DD-4FF6-BF4C-7A5C790857AD}" type="presParOf" srcId="{D2E7B4FE-D59D-4DC3-A2E8-F6687D2C87F3}" destId="{9A318C33-94B7-4380-B06C-16828EB3C6C1}" srcOrd="5" destOrd="0" presId="urn:microsoft.com/office/officeart/2005/8/layout/chevron1"/>
    <dgm:cxn modelId="{E95D1AE6-C5C3-4BC1-B1BC-FA09B7DD7B4A}" type="presParOf" srcId="{D2E7B4FE-D59D-4DC3-A2E8-F6687D2C87F3}" destId="{22108B56-D443-4670-AAE4-52C8A149DA5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805A941C-33AF-4DA7-969E-C421DE3A1B93}" type="doc">
      <dgm:prSet loTypeId="urn:microsoft.com/office/officeart/2005/8/layout/chevron1" loCatId="process" qsTypeId="urn:microsoft.com/office/officeart/2005/8/quickstyle/3d4" qsCatId="3D" csTypeId="urn:microsoft.com/office/officeart/2005/8/colors/accent1_2" csCatId="accent1" phldr="1"/>
      <dgm:spPr/>
    </dgm:pt>
    <dgm:pt modelId="{F747B248-1EFD-4A7A-BDF5-4AD0590BD753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C992E00-914F-43E3-AB50-2B28127AB685}" type="parTrans" cxnId="{7CF5E51A-A0D2-4DC3-B38B-C6A53009FFD9}">
      <dgm:prSet/>
      <dgm:spPr/>
    </dgm:pt>
    <dgm:pt modelId="{0B1673E5-39C5-4BAA-B578-26418A067710}" type="sibTrans" cxnId="{7CF5E51A-A0D2-4DC3-B38B-C6A53009FFD9}">
      <dgm:prSet/>
      <dgm:spPr/>
    </dgm:pt>
    <dgm:pt modelId="{991BA507-3D4B-4412-BE51-48A567E4C203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E460769-9EAC-4608-8775-EAA709E6F309}" type="parTrans" cxnId="{8B2197C0-158D-4988-B421-132C7178151F}">
      <dgm:prSet/>
      <dgm:spPr/>
    </dgm:pt>
    <dgm:pt modelId="{F6EA71FD-C1A0-40C8-83DA-2008AA7F9CE2}" type="sibTrans" cxnId="{8B2197C0-158D-4988-B421-132C7178151F}">
      <dgm:prSet/>
      <dgm:spPr/>
    </dgm:pt>
    <dgm:pt modelId="{79B93DCA-FA22-45ED-817E-2FEE37A36873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4B9F9BED-F3C0-4597-BC98-225A6A3AF4CF}" type="parTrans" cxnId="{FEEC840A-2733-482D-8507-22F97CC0DC65}">
      <dgm:prSet/>
      <dgm:spPr/>
    </dgm:pt>
    <dgm:pt modelId="{872B1EBD-B780-4EA9-AD45-CFFF28E702D1}" type="sibTrans" cxnId="{FEEC840A-2733-482D-8507-22F97CC0DC65}">
      <dgm:prSet/>
      <dgm:spPr/>
    </dgm:pt>
    <dgm:pt modelId="{9FAD62B6-9FA9-4AAA-89C8-2EF99CFAA826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1BBDC874-C5AC-4541-8A2C-D50DAFEF3233}" type="parTrans" cxnId="{8405775F-A162-4286-B041-4C375D9F79E8}">
      <dgm:prSet/>
      <dgm:spPr/>
    </dgm:pt>
    <dgm:pt modelId="{18DE53CD-B364-4274-9FBD-1EF3711A0EEB}" type="sibTrans" cxnId="{8405775F-A162-4286-B041-4C375D9F79E8}">
      <dgm:prSet/>
      <dgm:spPr/>
    </dgm:pt>
    <dgm:pt modelId="{C764FD59-7F39-40D0-9831-90B4528B2D52}" type="pres">
      <dgm:prSet presAssocID="{805A941C-33AF-4DA7-969E-C421DE3A1B93}" presName="Name0" presStyleCnt="0">
        <dgm:presLayoutVars>
          <dgm:dir/>
          <dgm:animLvl val="lvl"/>
          <dgm:resizeHandles val="exact"/>
        </dgm:presLayoutVars>
      </dgm:prSet>
      <dgm:spPr/>
    </dgm:pt>
    <dgm:pt modelId="{6AD9E3CC-F3A9-4AD5-85B9-1D88A4325A19}" type="pres">
      <dgm:prSet presAssocID="{F747B248-1EFD-4A7A-BDF5-4AD0590BD753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9AD01F6-3318-4FD3-A9C9-A67820CA20CC}" type="pres">
      <dgm:prSet presAssocID="{0B1673E5-39C5-4BAA-B578-26418A067710}" presName="parTxOnlySpace" presStyleCnt="0"/>
      <dgm:spPr/>
    </dgm:pt>
    <dgm:pt modelId="{909F8CFD-29DC-4CA6-B240-810EBEEB9370}" type="pres">
      <dgm:prSet presAssocID="{991BA507-3D4B-4412-BE51-48A567E4C203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3CAF7D6-ADBB-4798-902A-59AFBA294758}" type="pres">
      <dgm:prSet presAssocID="{F6EA71FD-C1A0-40C8-83DA-2008AA7F9CE2}" presName="parTxOnlySpace" presStyleCnt="0"/>
      <dgm:spPr/>
    </dgm:pt>
    <dgm:pt modelId="{3CDB16BC-96C6-403D-AB52-003D1F1B3927}" type="pres">
      <dgm:prSet presAssocID="{79B93DCA-FA22-45ED-817E-2FEE37A3687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6EF8DA5-B568-4B42-87CA-56028E599917}" type="pres">
      <dgm:prSet presAssocID="{872B1EBD-B780-4EA9-AD45-CFFF28E702D1}" presName="parTxOnlySpace" presStyleCnt="0"/>
      <dgm:spPr/>
    </dgm:pt>
    <dgm:pt modelId="{1DBD4B0F-126E-4D47-AA29-FF344750A9B8}" type="pres">
      <dgm:prSet presAssocID="{9FAD62B6-9FA9-4AAA-89C8-2EF99CFAA826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EEC840A-2733-482D-8507-22F97CC0DC65}" srcId="{805A941C-33AF-4DA7-969E-C421DE3A1B93}" destId="{79B93DCA-FA22-45ED-817E-2FEE37A36873}" srcOrd="2" destOrd="0" parTransId="{4B9F9BED-F3C0-4597-BC98-225A6A3AF4CF}" sibTransId="{872B1EBD-B780-4EA9-AD45-CFFF28E702D1}"/>
    <dgm:cxn modelId="{7CF5E51A-A0D2-4DC3-B38B-C6A53009FFD9}" srcId="{805A941C-33AF-4DA7-969E-C421DE3A1B93}" destId="{F747B248-1EFD-4A7A-BDF5-4AD0590BD753}" srcOrd="0" destOrd="0" parTransId="{3C992E00-914F-43E3-AB50-2B28127AB685}" sibTransId="{0B1673E5-39C5-4BAA-B578-26418A067710}"/>
    <dgm:cxn modelId="{B291A538-1102-499C-B5CF-CD73787C5DAA}" type="presOf" srcId="{805A941C-33AF-4DA7-969E-C421DE3A1B93}" destId="{C764FD59-7F39-40D0-9831-90B4528B2D52}" srcOrd="0" destOrd="0" presId="urn:microsoft.com/office/officeart/2005/8/layout/chevron1"/>
    <dgm:cxn modelId="{DD76AD38-0627-4E34-A74C-EEF64C192647}" type="presOf" srcId="{991BA507-3D4B-4412-BE51-48A567E4C203}" destId="{909F8CFD-29DC-4CA6-B240-810EBEEB9370}" srcOrd="0" destOrd="0" presId="urn:microsoft.com/office/officeart/2005/8/layout/chevron1"/>
    <dgm:cxn modelId="{8405775F-A162-4286-B041-4C375D9F79E8}" srcId="{805A941C-33AF-4DA7-969E-C421DE3A1B93}" destId="{9FAD62B6-9FA9-4AAA-89C8-2EF99CFAA826}" srcOrd="3" destOrd="0" parTransId="{1BBDC874-C5AC-4541-8A2C-D50DAFEF3233}" sibTransId="{18DE53CD-B364-4274-9FBD-1EF3711A0EEB}"/>
    <dgm:cxn modelId="{5B923982-2AB7-4ABD-BF3D-6529221F05DC}" type="presOf" srcId="{F747B248-1EFD-4A7A-BDF5-4AD0590BD753}" destId="{6AD9E3CC-F3A9-4AD5-85B9-1D88A4325A19}" srcOrd="0" destOrd="0" presId="urn:microsoft.com/office/officeart/2005/8/layout/chevron1"/>
    <dgm:cxn modelId="{F738D092-8BA8-404C-9F7F-71B645E96E87}" type="presOf" srcId="{79B93DCA-FA22-45ED-817E-2FEE37A36873}" destId="{3CDB16BC-96C6-403D-AB52-003D1F1B3927}" srcOrd="0" destOrd="0" presId="urn:microsoft.com/office/officeart/2005/8/layout/chevron1"/>
    <dgm:cxn modelId="{23D3B699-B053-4791-8E8B-94044B17B64A}" type="presOf" srcId="{9FAD62B6-9FA9-4AAA-89C8-2EF99CFAA826}" destId="{1DBD4B0F-126E-4D47-AA29-FF344750A9B8}" srcOrd="0" destOrd="0" presId="urn:microsoft.com/office/officeart/2005/8/layout/chevron1"/>
    <dgm:cxn modelId="{8B2197C0-158D-4988-B421-132C7178151F}" srcId="{805A941C-33AF-4DA7-969E-C421DE3A1B93}" destId="{991BA507-3D4B-4412-BE51-48A567E4C203}" srcOrd="1" destOrd="0" parTransId="{CE460769-9EAC-4608-8775-EAA709E6F309}" sibTransId="{F6EA71FD-C1A0-40C8-83DA-2008AA7F9CE2}"/>
    <dgm:cxn modelId="{ADA74716-A2A2-471B-8A7C-377F9E0C4F21}" type="presParOf" srcId="{C764FD59-7F39-40D0-9831-90B4528B2D52}" destId="{6AD9E3CC-F3A9-4AD5-85B9-1D88A4325A19}" srcOrd="0" destOrd="0" presId="urn:microsoft.com/office/officeart/2005/8/layout/chevron1"/>
    <dgm:cxn modelId="{3E153B28-BEFF-4130-9917-DD710A4F9D5C}" type="presParOf" srcId="{C764FD59-7F39-40D0-9831-90B4528B2D52}" destId="{A9AD01F6-3318-4FD3-A9C9-A67820CA20CC}" srcOrd="1" destOrd="0" presId="urn:microsoft.com/office/officeart/2005/8/layout/chevron1"/>
    <dgm:cxn modelId="{37EC08F7-E1CC-4417-B0B0-0201B14A7CA5}" type="presParOf" srcId="{C764FD59-7F39-40D0-9831-90B4528B2D52}" destId="{909F8CFD-29DC-4CA6-B240-810EBEEB9370}" srcOrd="2" destOrd="0" presId="urn:microsoft.com/office/officeart/2005/8/layout/chevron1"/>
    <dgm:cxn modelId="{25AC2B2C-52EC-4123-BD20-29CAEDADE705}" type="presParOf" srcId="{C764FD59-7F39-40D0-9831-90B4528B2D52}" destId="{43CAF7D6-ADBB-4798-902A-59AFBA294758}" srcOrd="3" destOrd="0" presId="urn:microsoft.com/office/officeart/2005/8/layout/chevron1"/>
    <dgm:cxn modelId="{679E820F-5407-4E78-84A4-4AEC2407F1E2}" type="presParOf" srcId="{C764FD59-7F39-40D0-9831-90B4528B2D52}" destId="{3CDB16BC-96C6-403D-AB52-003D1F1B3927}" srcOrd="4" destOrd="0" presId="urn:microsoft.com/office/officeart/2005/8/layout/chevron1"/>
    <dgm:cxn modelId="{2980CCE3-A21D-4B9B-B1C3-6E7C46099B98}" type="presParOf" srcId="{C764FD59-7F39-40D0-9831-90B4528B2D52}" destId="{D6EF8DA5-B568-4B42-87CA-56028E599917}" srcOrd="5" destOrd="0" presId="urn:microsoft.com/office/officeart/2005/8/layout/chevron1"/>
    <dgm:cxn modelId="{6B860C23-3DC3-4E15-9467-D3A2648571A0}" type="presParOf" srcId="{C764FD59-7F39-40D0-9831-90B4528B2D52}" destId="{1DBD4B0F-126E-4D47-AA29-FF344750A9B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16CE96BA-A3BF-4EF4-8240-EE6432851884}" type="doc">
      <dgm:prSet loTypeId="urn:microsoft.com/office/officeart/2005/8/layout/chevron1" loCatId="process" qsTypeId="urn:microsoft.com/office/officeart/2005/8/quickstyle/3d5" qsCatId="3D" csTypeId="urn:microsoft.com/office/officeart/2005/8/colors/accent1_2" csCatId="accent1" phldr="1"/>
      <dgm:spPr/>
    </dgm:pt>
    <dgm:pt modelId="{C0D32A98-4D9C-4224-A4E7-1ABD05B9E99C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5529576-8570-4C9A-8BA9-304E3C629219}" type="parTrans" cxnId="{308E8284-D2A5-4684-A8F2-8C8C59FFD5BE}">
      <dgm:prSet/>
      <dgm:spPr/>
    </dgm:pt>
    <dgm:pt modelId="{783B0BF4-936B-4656-812B-B0A2F52BA945}" type="sibTrans" cxnId="{308E8284-D2A5-4684-A8F2-8C8C59FFD5BE}">
      <dgm:prSet/>
      <dgm:spPr/>
    </dgm:pt>
    <dgm:pt modelId="{F95B75B1-39CE-4AB0-BD0F-922B3972C729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6241D95-3E6D-4893-8524-CCB730EEECFD}" type="parTrans" cxnId="{738C61BA-21D8-4194-A414-6CC8AFBAFFFB}">
      <dgm:prSet/>
      <dgm:spPr/>
    </dgm:pt>
    <dgm:pt modelId="{9CA0A937-129F-4057-A954-992CC7F4E829}" type="sibTrans" cxnId="{738C61BA-21D8-4194-A414-6CC8AFBAFFFB}">
      <dgm:prSet/>
      <dgm:spPr/>
    </dgm:pt>
    <dgm:pt modelId="{3A1D8691-4E28-4ED7-A37E-651EC0C405B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3F5CF74-ACC8-4EE8-BDDC-F869AB07CB57}" type="parTrans" cxnId="{79F8109C-EC63-4A78-B4BF-1254FD3AC1FC}">
      <dgm:prSet/>
      <dgm:spPr/>
    </dgm:pt>
    <dgm:pt modelId="{DECB4034-45EC-4DA3-B2CD-21D415DB9BDA}" type="sibTrans" cxnId="{79F8109C-EC63-4A78-B4BF-1254FD3AC1FC}">
      <dgm:prSet/>
      <dgm:spPr/>
    </dgm:pt>
    <dgm:pt modelId="{D763600A-74BD-4307-BADD-15CB9DF14491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6F0C19A-D474-4F84-BD05-19681176E645}" type="parTrans" cxnId="{38295A20-726B-47E8-A6FC-6A2C4E5652A4}">
      <dgm:prSet/>
      <dgm:spPr/>
    </dgm:pt>
    <dgm:pt modelId="{4923496D-9998-4377-976F-D00C9CE1B034}" type="sibTrans" cxnId="{38295A20-726B-47E8-A6FC-6A2C4E5652A4}">
      <dgm:prSet/>
      <dgm:spPr/>
    </dgm:pt>
    <dgm:pt modelId="{D4062E26-9634-4B13-8444-4A9F402C0976}" type="pres">
      <dgm:prSet presAssocID="{16CE96BA-A3BF-4EF4-8240-EE6432851884}" presName="Name0" presStyleCnt="0">
        <dgm:presLayoutVars>
          <dgm:dir/>
          <dgm:animLvl val="lvl"/>
          <dgm:resizeHandles val="exact"/>
        </dgm:presLayoutVars>
      </dgm:prSet>
      <dgm:spPr/>
    </dgm:pt>
    <dgm:pt modelId="{921D9939-060D-49C9-9E7E-28C28716213F}" type="pres">
      <dgm:prSet presAssocID="{C0D32A98-4D9C-4224-A4E7-1ABD05B9E99C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4647B2B-D12F-4C25-952C-D21F292F4EBC}" type="pres">
      <dgm:prSet presAssocID="{783B0BF4-936B-4656-812B-B0A2F52BA945}" presName="parTxOnlySpace" presStyleCnt="0"/>
      <dgm:spPr/>
    </dgm:pt>
    <dgm:pt modelId="{C1A31110-BD07-4BED-BFCD-856D5668D5EF}" type="pres">
      <dgm:prSet presAssocID="{F95B75B1-39CE-4AB0-BD0F-922B3972C72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A8D8F95-73AE-4AC1-878A-DA4F37EFD053}" type="pres">
      <dgm:prSet presAssocID="{9CA0A937-129F-4057-A954-992CC7F4E829}" presName="parTxOnlySpace" presStyleCnt="0"/>
      <dgm:spPr/>
    </dgm:pt>
    <dgm:pt modelId="{1DC6A790-521F-4FA3-A2CC-305C25B69C6D}" type="pres">
      <dgm:prSet presAssocID="{3A1D8691-4E28-4ED7-A37E-651EC0C405B0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0AA98C3-F2F7-464A-9638-DA4343420FD1}" type="pres">
      <dgm:prSet presAssocID="{DECB4034-45EC-4DA3-B2CD-21D415DB9BDA}" presName="parTxOnlySpace" presStyleCnt="0"/>
      <dgm:spPr/>
    </dgm:pt>
    <dgm:pt modelId="{7C28E1C5-C803-458E-BE72-24C1401D7C78}" type="pres">
      <dgm:prSet presAssocID="{D763600A-74BD-4307-BADD-15CB9DF14491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B074B1E-6DBE-4412-B530-40043F91489B}" type="presOf" srcId="{16CE96BA-A3BF-4EF4-8240-EE6432851884}" destId="{D4062E26-9634-4B13-8444-4A9F402C0976}" srcOrd="0" destOrd="0" presId="urn:microsoft.com/office/officeart/2005/8/layout/chevron1"/>
    <dgm:cxn modelId="{38295A20-726B-47E8-A6FC-6A2C4E5652A4}" srcId="{16CE96BA-A3BF-4EF4-8240-EE6432851884}" destId="{D763600A-74BD-4307-BADD-15CB9DF14491}" srcOrd="3" destOrd="0" parTransId="{F6F0C19A-D474-4F84-BD05-19681176E645}" sibTransId="{4923496D-9998-4377-976F-D00C9CE1B034}"/>
    <dgm:cxn modelId="{87858E5D-3410-4B23-83ED-5C10DA627FCD}" type="presOf" srcId="{3A1D8691-4E28-4ED7-A37E-651EC0C405B0}" destId="{1DC6A790-521F-4FA3-A2CC-305C25B69C6D}" srcOrd="0" destOrd="0" presId="urn:microsoft.com/office/officeart/2005/8/layout/chevron1"/>
    <dgm:cxn modelId="{7BF49775-6B98-4584-B88C-42D9557284F9}" type="presOf" srcId="{F95B75B1-39CE-4AB0-BD0F-922B3972C729}" destId="{C1A31110-BD07-4BED-BFCD-856D5668D5EF}" srcOrd="0" destOrd="0" presId="urn:microsoft.com/office/officeart/2005/8/layout/chevron1"/>
    <dgm:cxn modelId="{7FB6F558-E496-4542-992B-61C251A029D1}" type="presOf" srcId="{C0D32A98-4D9C-4224-A4E7-1ABD05B9E99C}" destId="{921D9939-060D-49C9-9E7E-28C28716213F}" srcOrd="0" destOrd="0" presId="urn:microsoft.com/office/officeart/2005/8/layout/chevron1"/>
    <dgm:cxn modelId="{308E8284-D2A5-4684-A8F2-8C8C59FFD5BE}" srcId="{16CE96BA-A3BF-4EF4-8240-EE6432851884}" destId="{C0D32A98-4D9C-4224-A4E7-1ABD05B9E99C}" srcOrd="0" destOrd="0" parTransId="{D5529576-8570-4C9A-8BA9-304E3C629219}" sibTransId="{783B0BF4-936B-4656-812B-B0A2F52BA945}"/>
    <dgm:cxn modelId="{79F8109C-EC63-4A78-B4BF-1254FD3AC1FC}" srcId="{16CE96BA-A3BF-4EF4-8240-EE6432851884}" destId="{3A1D8691-4E28-4ED7-A37E-651EC0C405B0}" srcOrd="2" destOrd="0" parTransId="{03F5CF74-ACC8-4EE8-BDDC-F869AB07CB57}" sibTransId="{DECB4034-45EC-4DA3-B2CD-21D415DB9BDA}"/>
    <dgm:cxn modelId="{738C61BA-21D8-4194-A414-6CC8AFBAFFFB}" srcId="{16CE96BA-A3BF-4EF4-8240-EE6432851884}" destId="{F95B75B1-39CE-4AB0-BD0F-922B3972C729}" srcOrd="1" destOrd="0" parTransId="{B6241D95-3E6D-4893-8524-CCB730EEECFD}" sibTransId="{9CA0A937-129F-4057-A954-992CC7F4E829}"/>
    <dgm:cxn modelId="{5CB21DEC-2EE0-4DDB-A125-26D895228D14}" type="presOf" srcId="{D763600A-74BD-4307-BADD-15CB9DF14491}" destId="{7C28E1C5-C803-458E-BE72-24C1401D7C78}" srcOrd="0" destOrd="0" presId="urn:microsoft.com/office/officeart/2005/8/layout/chevron1"/>
    <dgm:cxn modelId="{5EFDCC81-F2E2-40C1-9829-7DD8EC8F4608}" type="presParOf" srcId="{D4062E26-9634-4B13-8444-4A9F402C0976}" destId="{921D9939-060D-49C9-9E7E-28C28716213F}" srcOrd="0" destOrd="0" presId="urn:microsoft.com/office/officeart/2005/8/layout/chevron1"/>
    <dgm:cxn modelId="{ADB16263-5FF4-4CC8-8A1E-D7EC07B8A87B}" type="presParOf" srcId="{D4062E26-9634-4B13-8444-4A9F402C0976}" destId="{14647B2B-D12F-4C25-952C-D21F292F4EBC}" srcOrd="1" destOrd="0" presId="urn:microsoft.com/office/officeart/2005/8/layout/chevron1"/>
    <dgm:cxn modelId="{33141D12-D505-4F40-89E2-05CB855AFEC5}" type="presParOf" srcId="{D4062E26-9634-4B13-8444-4A9F402C0976}" destId="{C1A31110-BD07-4BED-BFCD-856D5668D5EF}" srcOrd="2" destOrd="0" presId="urn:microsoft.com/office/officeart/2005/8/layout/chevron1"/>
    <dgm:cxn modelId="{C57120F0-0254-4A1B-B840-D8DEAE08FD7D}" type="presParOf" srcId="{D4062E26-9634-4B13-8444-4A9F402C0976}" destId="{EA8D8F95-73AE-4AC1-878A-DA4F37EFD053}" srcOrd="3" destOrd="0" presId="urn:microsoft.com/office/officeart/2005/8/layout/chevron1"/>
    <dgm:cxn modelId="{38F5EFD8-481A-47D6-810C-CEA3B66FA5B8}" type="presParOf" srcId="{D4062E26-9634-4B13-8444-4A9F402C0976}" destId="{1DC6A790-521F-4FA3-A2CC-305C25B69C6D}" srcOrd="4" destOrd="0" presId="urn:microsoft.com/office/officeart/2005/8/layout/chevron1"/>
    <dgm:cxn modelId="{80AE2BAB-DF43-455C-9004-1A1706687A11}" type="presParOf" srcId="{D4062E26-9634-4B13-8444-4A9F402C0976}" destId="{90AA98C3-F2F7-464A-9638-DA4343420FD1}" srcOrd="5" destOrd="0" presId="urn:microsoft.com/office/officeart/2005/8/layout/chevron1"/>
    <dgm:cxn modelId="{62962D5D-A52B-479F-8A05-F292FB75AA85}" type="presParOf" srcId="{D4062E26-9634-4B13-8444-4A9F402C0976}" destId="{7C28E1C5-C803-458E-BE72-24C1401D7C7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B8D7D066-7D75-45E5-8945-F1FD5CFC6D54}" type="doc">
      <dgm:prSet loTypeId="urn:microsoft.com/office/officeart/2005/8/layout/chevron1" loCatId="process" qsTypeId="urn:microsoft.com/office/officeart/2005/8/quickstyle/3d6" qsCatId="3D" csTypeId="urn:microsoft.com/office/officeart/2005/8/colors/accent1_2" csCatId="accent1" phldr="1"/>
      <dgm:spPr/>
    </dgm:pt>
    <dgm:pt modelId="{FC66D23B-9F7C-4067-BFA6-62F37ECDF1C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160A1C1-3F8F-42C5-A75F-D46FC1D378F2}" type="parTrans" cxnId="{1E3B6BE6-ECF7-4A53-8337-E2A92B931559}">
      <dgm:prSet/>
      <dgm:spPr/>
    </dgm:pt>
    <dgm:pt modelId="{DB30678E-9CD9-4836-A149-568F1FEC7788}" type="sibTrans" cxnId="{1E3B6BE6-ECF7-4A53-8337-E2A92B931559}">
      <dgm:prSet/>
      <dgm:spPr/>
    </dgm:pt>
    <dgm:pt modelId="{20AD8365-15E9-41DA-9E5E-B23A905BFDA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297314B9-2020-417B-8A72-85A36F7E24C4}" type="parTrans" cxnId="{BA16CA77-664B-427F-AD6F-0ACB787C3F70}">
      <dgm:prSet/>
      <dgm:spPr/>
    </dgm:pt>
    <dgm:pt modelId="{43E39B4D-B23B-4CA3-8581-46E3BC32EF88}" type="sibTrans" cxnId="{BA16CA77-664B-427F-AD6F-0ACB787C3F70}">
      <dgm:prSet/>
      <dgm:spPr/>
    </dgm:pt>
    <dgm:pt modelId="{A6671BF9-F47F-42B0-B8C8-5D647A59CB3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A644D02-CBB9-40BA-89DA-F00D7B34B3A4}" type="parTrans" cxnId="{6A95CBC0-E24D-40CD-BF9A-0ED9694BA886}">
      <dgm:prSet/>
      <dgm:spPr/>
    </dgm:pt>
    <dgm:pt modelId="{3D74C3DC-C428-4F27-A2F3-C2A5D9B748E7}" type="sibTrans" cxnId="{6A95CBC0-E24D-40CD-BF9A-0ED9694BA886}">
      <dgm:prSet/>
      <dgm:spPr/>
    </dgm:pt>
    <dgm:pt modelId="{99D62386-20C4-487A-A97C-457E544FB781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91D744EA-4441-44A5-B60F-EDCF8583598D}" type="parTrans" cxnId="{B7198101-B505-4242-BC82-6747F97A99A0}">
      <dgm:prSet/>
      <dgm:spPr/>
    </dgm:pt>
    <dgm:pt modelId="{D84CB7C9-8C40-4385-BD5D-906669A9DD83}" type="sibTrans" cxnId="{B7198101-B505-4242-BC82-6747F97A99A0}">
      <dgm:prSet/>
      <dgm:spPr/>
    </dgm:pt>
    <dgm:pt modelId="{0BA6FEBC-CEF6-4E50-962B-F9C93463CB7D}" type="pres">
      <dgm:prSet presAssocID="{B8D7D066-7D75-45E5-8945-F1FD5CFC6D54}" presName="Name0" presStyleCnt="0">
        <dgm:presLayoutVars>
          <dgm:dir/>
          <dgm:animLvl val="lvl"/>
          <dgm:resizeHandles val="exact"/>
        </dgm:presLayoutVars>
      </dgm:prSet>
      <dgm:spPr/>
    </dgm:pt>
    <dgm:pt modelId="{C3B8CDDD-FB35-4025-9351-B2B2EC946C01}" type="pres">
      <dgm:prSet presAssocID="{FC66D23B-9F7C-4067-BFA6-62F37ECDF1CF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B2A605B-A546-4FD2-A156-8D837B402DAB}" type="pres">
      <dgm:prSet presAssocID="{DB30678E-9CD9-4836-A149-568F1FEC7788}" presName="parTxOnlySpace" presStyleCnt="0"/>
      <dgm:spPr/>
    </dgm:pt>
    <dgm:pt modelId="{4178A720-CE58-4E89-8AEC-AAD312C55864}" type="pres">
      <dgm:prSet presAssocID="{20AD8365-15E9-41DA-9E5E-B23A905BFDA6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EF8AEC-2FDE-40BA-AC4E-0C50C6CBDD45}" type="pres">
      <dgm:prSet presAssocID="{43E39B4D-B23B-4CA3-8581-46E3BC32EF88}" presName="parTxOnlySpace" presStyleCnt="0"/>
      <dgm:spPr/>
    </dgm:pt>
    <dgm:pt modelId="{9864426E-01AF-41D9-AC25-AE2A633F05F8}" type="pres">
      <dgm:prSet presAssocID="{A6671BF9-F47F-42B0-B8C8-5D647A59CB3F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AF4BAC4-71B7-4719-83A9-66CD1E80B1A4}" type="pres">
      <dgm:prSet presAssocID="{3D74C3DC-C428-4F27-A2F3-C2A5D9B748E7}" presName="parTxOnlySpace" presStyleCnt="0"/>
      <dgm:spPr/>
    </dgm:pt>
    <dgm:pt modelId="{2BBDD037-BC17-4A92-A744-32A24D0E5A13}" type="pres">
      <dgm:prSet presAssocID="{99D62386-20C4-487A-A97C-457E544FB781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7198101-B505-4242-BC82-6747F97A99A0}" srcId="{B8D7D066-7D75-45E5-8945-F1FD5CFC6D54}" destId="{99D62386-20C4-487A-A97C-457E544FB781}" srcOrd="3" destOrd="0" parTransId="{91D744EA-4441-44A5-B60F-EDCF8583598D}" sibTransId="{D84CB7C9-8C40-4385-BD5D-906669A9DD83}"/>
    <dgm:cxn modelId="{03347B11-E7ED-42FB-92E3-FC0EC56FD6AB}" type="presOf" srcId="{A6671BF9-F47F-42B0-B8C8-5D647A59CB3F}" destId="{9864426E-01AF-41D9-AC25-AE2A633F05F8}" srcOrd="0" destOrd="0" presId="urn:microsoft.com/office/officeart/2005/8/layout/chevron1"/>
    <dgm:cxn modelId="{B812AD27-8CC5-4C6C-AECD-AE50E6B8E1C5}" type="presOf" srcId="{B8D7D066-7D75-45E5-8945-F1FD5CFC6D54}" destId="{0BA6FEBC-CEF6-4E50-962B-F9C93463CB7D}" srcOrd="0" destOrd="0" presId="urn:microsoft.com/office/officeart/2005/8/layout/chevron1"/>
    <dgm:cxn modelId="{0E5B006A-D372-40B2-99B5-D124B92AEFD4}" type="presOf" srcId="{20AD8365-15E9-41DA-9E5E-B23A905BFDA6}" destId="{4178A720-CE58-4E89-8AEC-AAD312C55864}" srcOrd="0" destOrd="0" presId="urn:microsoft.com/office/officeart/2005/8/layout/chevron1"/>
    <dgm:cxn modelId="{BA16CA77-664B-427F-AD6F-0ACB787C3F70}" srcId="{B8D7D066-7D75-45E5-8945-F1FD5CFC6D54}" destId="{20AD8365-15E9-41DA-9E5E-B23A905BFDA6}" srcOrd="1" destOrd="0" parTransId="{297314B9-2020-417B-8A72-85A36F7E24C4}" sibTransId="{43E39B4D-B23B-4CA3-8581-46E3BC32EF88}"/>
    <dgm:cxn modelId="{6AE824A2-2596-4AC6-961C-AE7510F1F7EF}" type="presOf" srcId="{99D62386-20C4-487A-A97C-457E544FB781}" destId="{2BBDD037-BC17-4A92-A744-32A24D0E5A13}" srcOrd="0" destOrd="0" presId="urn:microsoft.com/office/officeart/2005/8/layout/chevron1"/>
    <dgm:cxn modelId="{6A95CBC0-E24D-40CD-BF9A-0ED9694BA886}" srcId="{B8D7D066-7D75-45E5-8945-F1FD5CFC6D54}" destId="{A6671BF9-F47F-42B0-B8C8-5D647A59CB3F}" srcOrd="2" destOrd="0" parTransId="{7A644D02-CBB9-40BA-89DA-F00D7B34B3A4}" sibTransId="{3D74C3DC-C428-4F27-A2F3-C2A5D9B748E7}"/>
    <dgm:cxn modelId="{1E3B6BE6-ECF7-4A53-8337-E2A92B931559}" srcId="{B8D7D066-7D75-45E5-8945-F1FD5CFC6D54}" destId="{FC66D23B-9F7C-4067-BFA6-62F37ECDF1CF}" srcOrd="0" destOrd="0" parTransId="{4160A1C1-3F8F-42C5-A75F-D46FC1D378F2}" sibTransId="{DB30678E-9CD9-4836-A149-568F1FEC7788}"/>
    <dgm:cxn modelId="{F308F2EA-3324-4B1E-94B9-3B6081948BFB}" type="presOf" srcId="{FC66D23B-9F7C-4067-BFA6-62F37ECDF1CF}" destId="{C3B8CDDD-FB35-4025-9351-B2B2EC946C01}" srcOrd="0" destOrd="0" presId="urn:microsoft.com/office/officeart/2005/8/layout/chevron1"/>
    <dgm:cxn modelId="{8EE6743E-F96A-4063-80CB-C90A80D59B00}" type="presParOf" srcId="{0BA6FEBC-CEF6-4E50-962B-F9C93463CB7D}" destId="{C3B8CDDD-FB35-4025-9351-B2B2EC946C01}" srcOrd="0" destOrd="0" presId="urn:microsoft.com/office/officeart/2005/8/layout/chevron1"/>
    <dgm:cxn modelId="{37373D06-95DB-4131-8D39-8E96CD8F9BE8}" type="presParOf" srcId="{0BA6FEBC-CEF6-4E50-962B-F9C93463CB7D}" destId="{EB2A605B-A546-4FD2-A156-8D837B402DAB}" srcOrd="1" destOrd="0" presId="urn:microsoft.com/office/officeart/2005/8/layout/chevron1"/>
    <dgm:cxn modelId="{0845DA07-3BF6-4D8E-B647-6388A73EF5FA}" type="presParOf" srcId="{0BA6FEBC-CEF6-4E50-962B-F9C93463CB7D}" destId="{4178A720-CE58-4E89-8AEC-AAD312C55864}" srcOrd="2" destOrd="0" presId="urn:microsoft.com/office/officeart/2005/8/layout/chevron1"/>
    <dgm:cxn modelId="{9739748D-3D96-4228-87D3-495C2BDA4023}" type="presParOf" srcId="{0BA6FEBC-CEF6-4E50-962B-F9C93463CB7D}" destId="{C0EF8AEC-2FDE-40BA-AC4E-0C50C6CBDD45}" srcOrd="3" destOrd="0" presId="urn:microsoft.com/office/officeart/2005/8/layout/chevron1"/>
    <dgm:cxn modelId="{E0BE2BE7-C070-4819-AE26-0F37BCCECF40}" type="presParOf" srcId="{0BA6FEBC-CEF6-4E50-962B-F9C93463CB7D}" destId="{9864426E-01AF-41D9-AC25-AE2A633F05F8}" srcOrd="4" destOrd="0" presId="urn:microsoft.com/office/officeart/2005/8/layout/chevron1"/>
    <dgm:cxn modelId="{3D32555C-B23C-4108-9052-3FF041F86E97}" type="presParOf" srcId="{0BA6FEBC-CEF6-4E50-962B-F9C93463CB7D}" destId="{8AF4BAC4-71B7-4719-83A9-66CD1E80B1A4}" srcOrd="5" destOrd="0" presId="urn:microsoft.com/office/officeart/2005/8/layout/chevron1"/>
    <dgm:cxn modelId="{01EE2CDF-DF2C-411A-B820-4EC34FDF22A2}" type="presParOf" srcId="{0BA6FEBC-CEF6-4E50-962B-F9C93463CB7D}" destId="{2BBDD037-BC17-4A92-A744-32A24D0E5A1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D4213D73-692F-4A78-B092-1A4A0E5AB5A1}" type="doc">
      <dgm:prSet loTypeId="urn:microsoft.com/office/officeart/2005/8/layout/chevron1" loCatId="process" qsTypeId="urn:microsoft.com/office/officeart/2005/8/quickstyle/3d7" qsCatId="3D" csTypeId="urn:microsoft.com/office/officeart/2005/8/colors/accent1_2" csCatId="accent1" phldr="1"/>
      <dgm:spPr/>
    </dgm:pt>
    <dgm:pt modelId="{50B33E52-463A-4825-8FFD-CCD5D934A03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27A43949-B0D5-4FC1-8BFF-91FD319E661B}" type="parTrans" cxnId="{4B043BDF-6B4C-43E7-9044-2DDC8EB4CF47}">
      <dgm:prSet/>
      <dgm:spPr/>
    </dgm:pt>
    <dgm:pt modelId="{45CA972A-781D-4CD5-BEAE-A0E7B727B9C2}" type="sibTrans" cxnId="{4B043BDF-6B4C-43E7-9044-2DDC8EB4CF47}">
      <dgm:prSet/>
      <dgm:spPr/>
    </dgm:pt>
    <dgm:pt modelId="{71C0D8C4-85F7-45C2-8A06-C3C0C92F36D8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93BDA8E-F36B-476A-AF98-0EA73645006F}" type="parTrans" cxnId="{037D5E22-ECFF-468A-94FF-963066851B34}">
      <dgm:prSet/>
      <dgm:spPr/>
    </dgm:pt>
    <dgm:pt modelId="{2A1E30A0-5054-452C-AB99-0B08A70DC329}" type="sibTrans" cxnId="{037D5E22-ECFF-468A-94FF-963066851B34}">
      <dgm:prSet/>
      <dgm:spPr/>
    </dgm:pt>
    <dgm:pt modelId="{55D12B1D-FDD8-4996-A100-F143AEA63D43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054F1B3-56CD-41EC-8831-C00EAAB111ED}" type="parTrans" cxnId="{5C252A44-C04E-4F2B-B710-D466C39576EB}">
      <dgm:prSet/>
      <dgm:spPr/>
    </dgm:pt>
    <dgm:pt modelId="{ADB2ABAD-09EF-4EB5-88C4-9A5BA412E421}" type="sibTrans" cxnId="{5C252A44-C04E-4F2B-B710-D466C39576EB}">
      <dgm:prSet/>
      <dgm:spPr/>
    </dgm:pt>
    <dgm:pt modelId="{B919A194-1830-4E3D-9607-365177518CC0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7D5AD2B2-F9B6-4694-AFAA-8ADB3BE6384F}" type="parTrans" cxnId="{08AE8B87-D512-47B6-8E5F-76EB75EC6F4D}">
      <dgm:prSet/>
      <dgm:spPr/>
    </dgm:pt>
    <dgm:pt modelId="{4355F776-062A-4992-BB50-1D8590C14E41}" type="sibTrans" cxnId="{08AE8B87-D512-47B6-8E5F-76EB75EC6F4D}">
      <dgm:prSet/>
      <dgm:spPr/>
    </dgm:pt>
    <dgm:pt modelId="{94016789-6F42-441C-8A40-9E4961BAA0A5}" type="pres">
      <dgm:prSet presAssocID="{D4213D73-692F-4A78-B092-1A4A0E5AB5A1}" presName="Name0" presStyleCnt="0">
        <dgm:presLayoutVars>
          <dgm:dir/>
          <dgm:animLvl val="lvl"/>
          <dgm:resizeHandles val="exact"/>
        </dgm:presLayoutVars>
      </dgm:prSet>
      <dgm:spPr/>
    </dgm:pt>
    <dgm:pt modelId="{0C709665-553C-4EA5-B731-0464378420B8}" type="pres">
      <dgm:prSet presAssocID="{50B33E52-463A-4825-8FFD-CCD5D934A036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13E8043-49ED-4B8A-8E6B-D84423B359B9}" type="pres">
      <dgm:prSet presAssocID="{45CA972A-781D-4CD5-BEAE-A0E7B727B9C2}" presName="parTxOnlySpace" presStyleCnt="0"/>
      <dgm:spPr/>
    </dgm:pt>
    <dgm:pt modelId="{5F20FFC9-539D-499D-86E7-FF00CB5692B6}" type="pres">
      <dgm:prSet presAssocID="{71C0D8C4-85F7-45C2-8A06-C3C0C92F36D8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5627E44-0476-4EAF-BAC6-2B1CFDEEA6D5}" type="pres">
      <dgm:prSet presAssocID="{2A1E30A0-5054-452C-AB99-0B08A70DC329}" presName="parTxOnlySpace" presStyleCnt="0"/>
      <dgm:spPr/>
    </dgm:pt>
    <dgm:pt modelId="{17ECE75F-A7A2-4444-9552-1B65C4D54DDC}" type="pres">
      <dgm:prSet presAssocID="{55D12B1D-FDD8-4996-A100-F143AEA63D4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23FE9B3-47A4-4F4D-975D-C4E0363D7EEF}" type="pres">
      <dgm:prSet presAssocID="{ADB2ABAD-09EF-4EB5-88C4-9A5BA412E421}" presName="parTxOnlySpace" presStyleCnt="0"/>
      <dgm:spPr/>
    </dgm:pt>
    <dgm:pt modelId="{CF1A31B5-45F3-44D5-AC36-0D0E5DF6DCE9}" type="pres">
      <dgm:prSet presAssocID="{B919A194-1830-4E3D-9607-365177518CC0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37D5E22-ECFF-468A-94FF-963066851B34}" srcId="{D4213D73-692F-4A78-B092-1A4A0E5AB5A1}" destId="{71C0D8C4-85F7-45C2-8A06-C3C0C92F36D8}" srcOrd="1" destOrd="0" parTransId="{C93BDA8E-F36B-476A-AF98-0EA73645006F}" sibTransId="{2A1E30A0-5054-452C-AB99-0B08A70DC329}"/>
    <dgm:cxn modelId="{5C252A44-C04E-4F2B-B710-D466C39576EB}" srcId="{D4213D73-692F-4A78-B092-1A4A0E5AB5A1}" destId="{55D12B1D-FDD8-4996-A100-F143AEA63D43}" srcOrd="2" destOrd="0" parTransId="{2054F1B3-56CD-41EC-8831-C00EAAB111ED}" sibTransId="{ADB2ABAD-09EF-4EB5-88C4-9A5BA412E421}"/>
    <dgm:cxn modelId="{CFD7BC70-00AB-436E-A450-5155419CDD1D}" type="presOf" srcId="{55D12B1D-FDD8-4996-A100-F143AEA63D43}" destId="{17ECE75F-A7A2-4444-9552-1B65C4D54DDC}" srcOrd="0" destOrd="0" presId="urn:microsoft.com/office/officeart/2005/8/layout/chevron1"/>
    <dgm:cxn modelId="{B59A6981-0553-4D4B-94C6-A78682E5AFDB}" type="presOf" srcId="{B919A194-1830-4E3D-9607-365177518CC0}" destId="{CF1A31B5-45F3-44D5-AC36-0D0E5DF6DCE9}" srcOrd="0" destOrd="0" presId="urn:microsoft.com/office/officeart/2005/8/layout/chevron1"/>
    <dgm:cxn modelId="{08AE8B87-D512-47B6-8E5F-76EB75EC6F4D}" srcId="{D4213D73-692F-4A78-B092-1A4A0E5AB5A1}" destId="{B919A194-1830-4E3D-9607-365177518CC0}" srcOrd="3" destOrd="0" parTransId="{7D5AD2B2-F9B6-4694-AFAA-8ADB3BE6384F}" sibTransId="{4355F776-062A-4992-BB50-1D8590C14E41}"/>
    <dgm:cxn modelId="{845382A3-28E7-42AF-BFA3-4510A8152631}" type="presOf" srcId="{50B33E52-463A-4825-8FFD-CCD5D934A036}" destId="{0C709665-553C-4EA5-B731-0464378420B8}" srcOrd="0" destOrd="0" presId="urn:microsoft.com/office/officeart/2005/8/layout/chevron1"/>
    <dgm:cxn modelId="{2D1B9FCB-48F3-4F3A-97C3-01E3EB2D2AD6}" type="presOf" srcId="{71C0D8C4-85F7-45C2-8A06-C3C0C92F36D8}" destId="{5F20FFC9-539D-499D-86E7-FF00CB5692B6}" srcOrd="0" destOrd="0" presId="urn:microsoft.com/office/officeart/2005/8/layout/chevron1"/>
    <dgm:cxn modelId="{4B043BDF-6B4C-43E7-9044-2DDC8EB4CF47}" srcId="{D4213D73-692F-4A78-B092-1A4A0E5AB5A1}" destId="{50B33E52-463A-4825-8FFD-CCD5D934A036}" srcOrd="0" destOrd="0" parTransId="{27A43949-B0D5-4FC1-8BFF-91FD319E661B}" sibTransId="{45CA972A-781D-4CD5-BEAE-A0E7B727B9C2}"/>
    <dgm:cxn modelId="{079E9AFC-FE61-4A7C-9F45-BF1B376717AD}" type="presOf" srcId="{D4213D73-692F-4A78-B092-1A4A0E5AB5A1}" destId="{94016789-6F42-441C-8A40-9E4961BAA0A5}" srcOrd="0" destOrd="0" presId="urn:microsoft.com/office/officeart/2005/8/layout/chevron1"/>
    <dgm:cxn modelId="{C392DE47-DE60-4F72-BC8B-BFDDC246C85F}" type="presParOf" srcId="{94016789-6F42-441C-8A40-9E4961BAA0A5}" destId="{0C709665-553C-4EA5-B731-0464378420B8}" srcOrd="0" destOrd="0" presId="urn:microsoft.com/office/officeart/2005/8/layout/chevron1"/>
    <dgm:cxn modelId="{9FC9901B-3841-4354-911F-874D6C4C62A4}" type="presParOf" srcId="{94016789-6F42-441C-8A40-9E4961BAA0A5}" destId="{B13E8043-49ED-4B8A-8E6B-D84423B359B9}" srcOrd="1" destOrd="0" presId="urn:microsoft.com/office/officeart/2005/8/layout/chevron1"/>
    <dgm:cxn modelId="{46F0C9FC-DE62-432C-9720-FB123C975AEA}" type="presParOf" srcId="{94016789-6F42-441C-8A40-9E4961BAA0A5}" destId="{5F20FFC9-539D-499D-86E7-FF00CB5692B6}" srcOrd="2" destOrd="0" presId="urn:microsoft.com/office/officeart/2005/8/layout/chevron1"/>
    <dgm:cxn modelId="{0550F958-B4E4-410A-B9B0-691682063C2B}" type="presParOf" srcId="{94016789-6F42-441C-8A40-9E4961BAA0A5}" destId="{A5627E44-0476-4EAF-BAC6-2B1CFDEEA6D5}" srcOrd="3" destOrd="0" presId="urn:microsoft.com/office/officeart/2005/8/layout/chevron1"/>
    <dgm:cxn modelId="{ADFA72ED-DBB3-4F39-8DFE-804870A1D292}" type="presParOf" srcId="{94016789-6F42-441C-8A40-9E4961BAA0A5}" destId="{17ECE75F-A7A2-4444-9552-1B65C4D54DDC}" srcOrd="4" destOrd="0" presId="urn:microsoft.com/office/officeart/2005/8/layout/chevron1"/>
    <dgm:cxn modelId="{CEB08150-C672-4F8A-8F06-5EF5F1784D16}" type="presParOf" srcId="{94016789-6F42-441C-8A40-9E4961BAA0A5}" destId="{623FE9B3-47A4-4F4D-975D-C4E0363D7EEF}" srcOrd="5" destOrd="0" presId="urn:microsoft.com/office/officeart/2005/8/layout/chevron1"/>
    <dgm:cxn modelId="{D0EBDFD6-6109-4CB9-8BE3-8C18D1F2C927}" type="presParOf" srcId="{94016789-6F42-441C-8A40-9E4961BAA0A5}" destId="{CF1A31B5-45F3-44D5-AC36-0D0E5DF6DCE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7.xml><?xml version="1.0" encoding="utf-8"?>
<dgm:dataModel xmlns:dgm="http://schemas.openxmlformats.org/drawingml/2006/diagram" xmlns:a="http://schemas.openxmlformats.org/drawingml/2006/main">
  <dgm:ptLst>
    <dgm:pt modelId="{0689F064-6133-4AD2-A658-243AE52F8AAD}" type="doc">
      <dgm:prSet loTypeId="urn:microsoft.com/office/officeart/2005/8/layout/chevron1" loCatId="process" qsTypeId="urn:microsoft.com/office/officeart/2009/2/quickstyle/3d8" qsCatId="3D" csTypeId="urn:microsoft.com/office/officeart/2005/8/colors/accent1_2" csCatId="accent1" phldr="1"/>
      <dgm:spPr/>
    </dgm:pt>
    <dgm:pt modelId="{636C3ACD-41D7-4201-BC2D-B42117058515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B0C12CD9-6B63-40E4-A145-1E68F0BD1298}" type="parTrans" cxnId="{A98F89DD-96A8-4067-9D20-F4A89EFEA11D}">
      <dgm:prSet/>
      <dgm:spPr/>
    </dgm:pt>
    <dgm:pt modelId="{BF9ACA4A-9F86-4314-92CB-10B0AC6F4CA7}" type="sibTrans" cxnId="{A98F89DD-96A8-4067-9D20-F4A89EFEA11D}">
      <dgm:prSet/>
      <dgm:spPr/>
    </dgm:pt>
    <dgm:pt modelId="{A901AC79-3ED2-49B7-8CF4-0CC2F6639A7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CD3C859-7449-4D50-9F4C-23291086D664}" type="parTrans" cxnId="{5A52E5F8-31F7-4419-BA83-FEA6440E72C7}">
      <dgm:prSet/>
      <dgm:spPr/>
    </dgm:pt>
    <dgm:pt modelId="{A22BF771-9962-49A2-B699-07DC9FE0F24D}" type="sibTrans" cxnId="{5A52E5F8-31F7-4419-BA83-FEA6440E72C7}">
      <dgm:prSet/>
      <dgm:spPr/>
    </dgm:pt>
    <dgm:pt modelId="{5616183A-EBCF-4FF1-8A6A-5162863E4DC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E06292AB-3B35-48A7-85DE-F7609144DC9B}" type="parTrans" cxnId="{84521801-4E77-4E61-8F17-4855A23F9AD7}">
      <dgm:prSet/>
      <dgm:spPr/>
    </dgm:pt>
    <dgm:pt modelId="{1E98F3C7-0AC3-4CB6-AFD0-75D948E56583}" type="sibTrans" cxnId="{84521801-4E77-4E61-8F17-4855A23F9AD7}">
      <dgm:prSet/>
      <dgm:spPr/>
    </dgm:pt>
    <dgm:pt modelId="{D6225BBE-76E2-49EF-9E8B-A9DEAE2F739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3BDDE474-A09D-4EBD-A1F0-335F54F4EBA0}" type="parTrans" cxnId="{FDC025C8-D14A-44B5-83CE-E1BB96506FAF}">
      <dgm:prSet/>
      <dgm:spPr/>
    </dgm:pt>
    <dgm:pt modelId="{97EB7876-E3B1-42E1-A218-C6FCC7AE7F21}" type="sibTrans" cxnId="{FDC025C8-D14A-44B5-83CE-E1BB96506FAF}">
      <dgm:prSet/>
      <dgm:spPr/>
    </dgm:pt>
    <dgm:pt modelId="{42199380-E8C6-442E-A294-5F8EB5120AB0}" type="pres">
      <dgm:prSet presAssocID="{0689F064-6133-4AD2-A658-243AE52F8AAD}" presName="Name0" presStyleCnt="0">
        <dgm:presLayoutVars>
          <dgm:dir/>
          <dgm:animLvl val="lvl"/>
          <dgm:resizeHandles val="exact"/>
        </dgm:presLayoutVars>
      </dgm:prSet>
      <dgm:spPr/>
    </dgm:pt>
    <dgm:pt modelId="{0D6374EC-8D5B-45CA-8617-B13482DF964F}" type="pres">
      <dgm:prSet presAssocID="{636C3ACD-41D7-4201-BC2D-B4211705851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49F43A5-E1B6-4D52-BAD3-975794756DF4}" type="pres">
      <dgm:prSet presAssocID="{BF9ACA4A-9F86-4314-92CB-10B0AC6F4CA7}" presName="parTxOnlySpace" presStyleCnt="0"/>
      <dgm:spPr/>
    </dgm:pt>
    <dgm:pt modelId="{CAB391C3-E2AF-418B-94DD-1A163DBAE2DC}" type="pres">
      <dgm:prSet presAssocID="{A901AC79-3ED2-49B7-8CF4-0CC2F6639A7E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EB6C76F-BE36-443A-9BF7-387BEA4B67B0}" type="pres">
      <dgm:prSet presAssocID="{A22BF771-9962-49A2-B699-07DC9FE0F24D}" presName="parTxOnlySpace" presStyleCnt="0"/>
      <dgm:spPr/>
    </dgm:pt>
    <dgm:pt modelId="{77FF8CB0-B726-44F9-B1B7-284E7F2EA6FB}" type="pres">
      <dgm:prSet presAssocID="{5616183A-EBCF-4FF1-8A6A-5162863E4DCF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1D3270E-50F9-4369-9EFA-2600EFB493F9}" type="pres">
      <dgm:prSet presAssocID="{1E98F3C7-0AC3-4CB6-AFD0-75D948E56583}" presName="parTxOnlySpace" presStyleCnt="0"/>
      <dgm:spPr/>
    </dgm:pt>
    <dgm:pt modelId="{F9DADB04-9198-452A-B3D7-803CA52C4BB7}" type="pres">
      <dgm:prSet presAssocID="{D6225BBE-76E2-49EF-9E8B-A9DEAE2F739A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4521801-4E77-4E61-8F17-4855A23F9AD7}" srcId="{0689F064-6133-4AD2-A658-243AE52F8AAD}" destId="{5616183A-EBCF-4FF1-8A6A-5162863E4DCF}" srcOrd="2" destOrd="0" parTransId="{E06292AB-3B35-48A7-85DE-F7609144DC9B}" sibTransId="{1E98F3C7-0AC3-4CB6-AFD0-75D948E56583}"/>
    <dgm:cxn modelId="{E7C1CC0C-54E8-4713-8376-50B82EB7B961}" type="presOf" srcId="{636C3ACD-41D7-4201-BC2D-B42117058515}" destId="{0D6374EC-8D5B-45CA-8617-B13482DF964F}" srcOrd="0" destOrd="0" presId="urn:microsoft.com/office/officeart/2005/8/layout/chevron1"/>
    <dgm:cxn modelId="{E886A80E-A634-4C44-9266-DF1C07FF99A1}" type="presOf" srcId="{0689F064-6133-4AD2-A658-243AE52F8AAD}" destId="{42199380-E8C6-442E-A294-5F8EB5120AB0}" srcOrd="0" destOrd="0" presId="urn:microsoft.com/office/officeart/2005/8/layout/chevron1"/>
    <dgm:cxn modelId="{40CDC64A-5337-4AA8-ADC2-F0E00DC0E876}" type="presOf" srcId="{A901AC79-3ED2-49B7-8CF4-0CC2F6639A7E}" destId="{CAB391C3-E2AF-418B-94DD-1A163DBAE2DC}" srcOrd="0" destOrd="0" presId="urn:microsoft.com/office/officeart/2005/8/layout/chevron1"/>
    <dgm:cxn modelId="{A1BAEFC1-7ECA-49F6-8F2F-791F07316D2A}" type="presOf" srcId="{5616183A-EBCF-4FF1-8A6A-5162863E4DCF}" destId="{77FF8CB0-B726-44F9-B1B7-284E7F2EA6FB}" srcOrd="0" destOrd="0" presId="urn:microsoft.com/office/officeart/2005/8/layout/chevron1"/>
    <dgm:cxn modelId="{FDC025C8-D14A-44B5-83CE-E1BB96506FAF}" srcId="{0689F064-6133-4AD2-A658-243AE52F8AAD}" destId="{D6225BBE-76E2-49EF-9E8B-A9DEAE2F739A}" srcOrd="3" destOrd="0" parTransId="{3BDDE474-A09D-4EBD-A1F0-335F54F4EBA0}" sibTransId="{97EB7876-E3B1-42E1-A218-C6FCC7AE7F21}"/>
    <dgm:cxn modelId="{A98F89DD-96A8-4067-9D20-F4A89EFEA11D}" srcId="{0689F064-6133-4AD2-A658-243AE52F8AAD}" destId="{636C3ACD-41D7-4201-BC2D-B42117058515}" srcOrd="0" destOrd="0" parTransId="{B0C12CD9-6B63-40E4-A145-1E68F0BD1298}" sibTransId="{BF9ACA4A-9F86-4314-92CB-10B0AC6F4CA7}"/>
    <dgm:cxn modelId="{D74CDDF2-780B-4D0F-817C-0FDFD4607AAA}" type="presOf" srcId="{D6225BBE-76E2-49EF-9E8B-A9DEAE2F739A}" destId="{F9DADB04-9198-452A-B3D7-803CA52C4BB7}" srcOrd="0" destOrd="0" presId="urn:microsoft.com/office/officeart/2005/8/layout/chevron1"/>
    <dgm:cxn modelId="{5A52E5F8-31F7-4419-BA83-FEA6440E72C7}" srcId="{0689F064-6133-4AD2-A658-243AE52F8AAD}" destId="{A901AC79-3ED2-49B7-8CF4-0CC2F6639A7E}" srcOrd="1" destOrd="0" parTransId="{BCD3C859-7449-4D50-9F4C-23291086D664}" sibTransId="{A22BF771-9962-49A2-B699-07DC9FE0F24D}"/>
    <dgm:cxn modelId="{9DAEAA9A-5A9C-4AF8-BD3E-F9155042C6D6}" type="presParOf" srcId="{42199380-E8C6-442E-A294-5F8EB5120AB0}" destId="{0D6374EC-8D5B-45CA-8617-B13482DF964F}" srcOrd="0" destOrd="0" presId="urn:microsoft.com/office/officeart/2005/8/layout/chevron1"/>
    <dgm:cxn modelId="{58CA05A4-2E17-4029-A84D-1977614BCF8D}" type="presParOf" srcId="{42199380-E8C6-442E-A294-5F8EB5120AB0}" destId="{349F43A5-E1B6-4D52-BAD3-975794756DF4}" srcOrd="1" destOrd="0" presId="urn:microsoft.com/office/officeart/2005/8/layout/chevron1"/>
    <dgm:cxn modelId="{E61CEE80-8580-434B-A3E3-675366C5B4D8}" type="presParOf" srcId="{42199380-E8C6-442E-A294-5F8EB5120AB0}" destId="{CAB391C3-E2AF-418B-94DD-1A163DBAE2DC}" srcOrd="2" destOrd="0" presId="urn:microsoft.com/office/officeart/2005/8/layout/chevron1"/>
    <dgm:cxn modelId="{F3B89073-FFC5-4798-83E8-80E7FC5D01F6}" type="presParOf" srcId="{42199380-E8C6-442E-A294-5F8EB5120AB0}" destId="{4EB6C76F-BE36-443A-9BF7-387BEA4B67B0}" srcOrd="3" destOrd="0" presId="urn:microsoft.com/office/officeart/2005/8/layout/chevron1"/>
    <dgm:cxn modelId="{7E8BEDF2-6E25-407F-B2BE-29AE24341E2D}" type="presParOf" srcId="{42199380-E8C6-442E-A294-5F8EB5120AB0}" destId="{77FF8CB0-B726-44F9-B1B7-284E7F2EA6FB}" srcOrd="4" destOrd="0" presId="urn:microsoft.com/office/officeart/2005/8/layout/chevron1"/>
    <dgm:cxn modelId="{B617C91A-53BB-4BE2-8D55-5827D5A75C78}" type="presParOf" srcId="{42199380-E8C6-442E-A294-5F8EB5120AB0}" destId="{41D3270E-50F9-4369-9EFA-2600EFB493F9}" srcOrd="5" destOrd="0" presId="urn:microsoft.com/office/officeart/2005/8/layout/chevron1"/>
    <dgm:cxn modelId="{7F07C48F-5E4D-4126-9E6F-478FDAE3B9E6}" type="presParOf" srcId="{42199380-E8C6-442E-A294-5F8EB5120AB0}" destId="{F9DADB04-9198-452A-B3D7-803CA52C4BB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8.xml><?xml version="1.0" encoding="utf-8"?>
<dgm:dataModel xmlns:dgm="http://schemas.openxmlformats.org/drawingml/2006/diagram" xmlns:a="http://schemas.openxmlformats.org/drawingml/2006/main">
  <dgm:ptLst>
    <dgm:pt modelId="{79C75FB5-9244-4CAA-BD6D-03FB26D8B8EC}" type="doc">
      <dgm:prSet loTypeId="urn:microsoft.com/office/officeart/2005/8/layout/chevron1" loCatId="process" qsTypeId="urn:microsoft.com/office/officeart/2005/8/quickstyle/3d9" qsCatId="3D" csTypeId="urn:microsoft.com/office/officeart/2005/8/colors/accent1_2" csCatId="accent1" phldr="1"/>
      <dgm:spPr/>
    </dgm:pt>
    <dgm:pt modelId="{1DD6C54B-CA94-4994-9FF9-255EDB35B8D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010030E9-C90B-463A-8E3C-DDC31FB0699F}" type="parTrans" cxnId="{4C1F74E4-8B93-46D7-94EB-199B2A6E327D}">
      <dgm:prSet/>
      <dgm:spPr/>
    </dgm:pt>
    <dgm:pt modelId="{0D7EDE81-1912-4982-84BC-2D4702BEC107}" type="sibTrans" cxnId="{4C1F74E4-8B93-46D7-94EB-199B2A6E327D}">
      <dgm:prSet/>
      <dgm:spPr/>
    </dgm:pt>
    <dgm:pt modelId="{8F098D98-9256-492D-8696-88E66067C974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4F1395AB-050E-460E-810D-2CB05E714E89}" type="parTrans" cxnId="{2487BA96-623E-4E3B-B3E1-30B5075C6028}">
      <dgm:prSet/>
      <dgm:spPr/>
    </dgm:pt>
    <dgm:pt modelId="{644A8D5E-7C2A-429A-A28B-A0FB5DF4725F}" type="sibTrans" cxnId="{2487BA96-623E-4E3B-B3E1-30B5075C6028}">
      <dgm:prSet/>
      <dgm:spPr/>
    </dgm:pt>
    <dgm:pt modelId="{C329A0B6-3EE0-42D2-A94A-F4797750BCE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3AC9982E-52F2-40DE-B294-47D93D3BDE1D}" type="parTrans" cxnId="{D08F0318-59B2-4369-A9B0-03C3F1E7C302}">
      <dgm:prSet/>
      <dgm:spPr/>
    </dgm:pt>
    <dgm:pt modelId="{2FAC4067-8541-4B7F-A993-D69F3F1A6E26}" type="sibTrans" cxnId="{D08F0318-59B2-4369-A9B0-03C3F1E7C302}">
      <dgm:prSet/>
      <dgm:spPr/>
    </dgm:pt>
    <dgm:pt modelId="{1B791490-A84C-4D73-A4B1-489900674F4B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00B4F89-A8AB-4789-8AE6-544E01434AD3}" type="parTrans" cxnId="{B7EC6FAC-C1FC-455B-9336-AD134CEAFA90}">
      <dgm:prSet/>
      <dgm:spPr/>
    </dgm:pt>
    <dgm:pt modelId="{94402649-8B6C-487E-9E4E-88F97613C7AF}" type="sibTrans" cxnId="{B7EC6FAC-C1FC-455B-9336-AD134CEAFA90}">
      <dgm:prSet/>
      <dgm:spPr/>
    </dgm:pt>
    <dgm:pt modelId="{214E36A0-37BC-4EA4-9FD2-8BEB6CB69F70}" type="pres">
      <dgm:prSet presAssocID="{79C75FB5-9244-4CAA-BD6D-03FB26D8B8EC}" presName="Name0" presStyleCnt="0">
        <dgm:presLayoutVars>
          <dgm:dir/>
          <dgm:animLvl val="lvl"/>
          <dgm:resizeHandles val="exact"/>
        </dgm:presLayoutVars>
      </dgm:prSet>
      <dgm:spPr/>
    </dgm:pt>
    <dgm:pt modelId="{4F3CED9D-DF06-4D03-88B0-C63CDEC336EC}" type="pres">
      <dgm:prSet presAssocID="{1DD6C54B-CA94-4994-9FF9-255EDB35B8D6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8C6F5E7-C49A-47BD-AB91-3A2E113EB71D}" type="pres">
      <dgm:prSet presAssocID="{0D7EDE81-1912-4982-84BC-2D4702BEC107}" presName="parTxOnlySpace" presStyleCnt="0"/>
      <dgm:spPr/>
    </dgm:pt>
    <dgm:pt modelId="{25002329-6432-466C-9A72-E7C53EA3DC7E}" type="pres">
      <dgm:prSet presAssocID="{8F098D98-9256-492D-8696-88E66067C974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3653608-BFCB-4650-A0B3-8826D0A27EAC}" type="pres">
      <dgm:prSet presAssocID="{644A8D5E-7C2A-429A-A28B-A0FB5DF4725F}" presName="parTxOnlySpace" presStyleCnt="0"/>
      <dgm:spPr/>
    </dgm:pt>
    <dgm:pt modelId="{73AFB44D-60C1-4162-BDB4-546053835517}" type="pres">
      <dgm:prSet presAssocID="{C329A0B6-3EE0-42D2-A94A-F4797750BCE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4FEB173-D635-4E9C-B311-9C204CC9D01B}" type="pres">
      <dgm:prSet presAssocID="{2FAC4067-8541-4B7F-A993-D69F3F1A6E26}" presName="parTxOnlySpace" presStyleCnt="0"/>
      <dgm:spPr/>
    </dgm:pt>
    <dgm:pt modelId="{C90C547B-0F44-4AE9-BF08-D9D687D7C547}" type="pres">
      <dgm:prSet presAssocID="{1B791490-A84C-4D73-A4B1-489900674F4B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08F0318-59B2-4369-A9B0-03C3F1E7C302}" srcId="{79C75FB5-9244-4CAA-BD6D-03FB26D8B8EC}" destId="{C329A0B6-3EE0-42D2-A94A-F4797750BCEB}" srcOrd="2" destOrd="0" parTransId="{3AC9982E-52F2-40DE-B294-47D93D3BDE1D}" sibTransId="{2FAC4067-8541-4B7F-A993-D69F3F1A6E26}"/>
    <dgm:cxn modelId="{440B137B-097B-4C7B-86A8-2C9913BEC489}" type="presOf" srcId="{79C75FB5-9244-4CAA-BD6D-03FB26D8B8EC}" destId="{214E36A0-37BC-4EA4-9FD2-8BEB6CB69F70}" srcOrd="0" destOrd="0" presId="urn:microsoft.com/office/officeart/2005/8/layout/chevron1"/>
    <dgm:cxn modelId="{2487BA96-623E-4E3B-B3E1-30B5075C6028}" srcId="{79C75FB5-9244-4CAA-BD6D-03FB26D8B8EC}" destId="{8F098D98-9256-492D-8696-88E66067C974}" srcOrd="1" destOrd="0" parTransId="{4F1395AB-050E-460E-810D-2CB05E714E89}" sibTransId="{644A8D5E-7C2A-429A-A28B-A0FB5DF4725F}"/>
    <dgm:cxn modelId="{B1D6AD97-6AC3-427A-832E-0D9EED642961}" type="presOf" srcId="{1B791490-A84C-4D73-A4B1-489900674F4B}" destId="{C90C547B-0F44-4AE9-BF08-D9D687D7C547}" srcOrd="0" destOrd="0" presId="urn:microsoft.com/office/officeart/2005/8/layout/chevron1"/>
    <dgm:cxn modelId="{EF205E98-5CB6-4117-8025-1B913D63D794}" type="presOf" srcId="{8F098D98-9256-492D-8696-88E66067C974}" destId="{25002329-6432-466C-9A72-E7C53EA3DC7E}" srcOrd="0" destOrd="0" presId="urn:microsoft.com/office/officeart/2005/8/layout/chevron1"/>
    <dgm:cxn modelId="{DC6A999F-FB06-4850-B8CD-2B2E46BDC066}" type="presOf" srcId="{C329A0B6-3EE0-42D2-A94A-F4797750BCEB}" destId="{73AFB44D-60C1-4162-BDB4-546053835517}" srcOrd="0" destOrd="0" presId="urn:microsoft.com/office/officeart/2005/8/layout/chevron1"/>
    <dgm:cxn modelId="{B7EC6FAC-C1FC-455B-9336-AD134CEAFA90}" srcId="{79C75FB5-9244-4CAA-BD6D-03FB26D8B8EC}" destId="{1B791490-A84C-4D73-A4B1-489900674F4B}" srcOrd="3" destOrd="0" parTransId="{F00B4F89-A8AB-4789-8AE6-544E01434AD3}" sibTransId="{94402649-8B6C-487E-9E4E-88F97613C7AF}"/>
    <dgm:cxn modelId="{4C1F74E4-8B93-46D7-94EB-199B2A6E327D}" srcId="{79C75FB5-9244-4CAA-BD6D-03FB26D8B8EC}" destId="{1DD6C54B-CA94-4994-9FF9-255EDB35B8D6}" srcOrd="0" destOrd="0" parTransId="{010030E9-C90B-463A-8E3C-DDC31FB0699F}" sibTransId="{0D7EDE81-1912-4982-84BC-2D4702BEC107}"/>
    <dgm:cxn modelId="{6A521AF7-D35A-4C1E-A391-A1D6E419D765}" type="presOf" srcId="{1DD6C54B-CA94-4994-9FF9-255EDB35B8D6}" destId="{4F3CED9D-DF06-4D03-88B0-C63CDEC336EC}" srcOrd="0" destOrd="0" presId="urn:microsoft.com/office/officeart/2005/8/layout/chevron1"/>
    <dgm:cxn modelId="{A76A5FB2-D36D-4B75-B1A1-5E650CAC7BC3}" type="presParOf" srcId="{214E36A0-37BC-4EA4-9FD2-8BEB6CB69F70}" destId="{4F3CED9D-DF06-4D03-88B0-C63CDEC336EC}" srcOrd="0" destOrd="0" presId="urn:microsoft.com/office/officeart/2005/8/layout/chevron1"/>
    <dgm:cxn modelId="{DFC3337C-43C0-42C9-A103-82D3062A6FB6}" type="presParOf" srcId="{214E36A0-37BC-4EA4-9FD2-8BEB6CB69F70}" destId="{18C6F5E7-C49A-47BD-AB91-3A2E113EB71D}" srcOrd="1" destOrd="0" presId="urn:microsoft.com/office/officeart/2005/8/layout/chevron1"/>
    <dgm:cxn modelId="{458D75E8-16F6-42E2-9565-6E988EAD1390}" type="presParOf" srcId="{214E36A0-37BC-4EA4-9FD2-8BEB6CB69F70}" destId="{25002329-6432-466C-9A72-E7C53EA3DC7E}" srcOrd="2" destOrd="0" presId="urn:microsoft.com/office/officeart/2005/8/layout/chevron1"/>
    <dgm:cxn modelId="{C3D817E5-A5D5-466F-9B52-7BB5F679D92A}" type="presParOf" srcId="{214E36A0-37BC-4EA4-9FD2-8BEB6CB69F70}" destId="{63653608-BFCB-4650-A0B3-8826D0A27EAC}" srcOrd="3" destOrd="0" presId="urn:microsoft.com/office/officeart/2005/8/layout/chevron1"/>
    <dgm:cxn modelId="{D321EEAE-09DA-414F-AD36-CDD9D9A81F7A}" type="presParOf" srcId="{214E36A0-37BC-4EA4-9FD2-8BEB6CB69F70}" destId="{73AFB44D-60C1-4162-BDB4-546053835517}" srcOrd="4" destOrd="0" presId="urn:microsoft.com/office/officeart/2005/8/layout/chevron1"/>
    <dgm:cxn modelId="{C527F53E-33E8-4990-BD3E-62928413C36A}" type="presParOf" srcId="{214E36A0-37BC-4EA4-9FD2-8BEB6CB69F70}" destId="{14FEB173-D635-4E9C-B311-9C204CC9D01B}" srcOrd="5" destOrd="0" presId="urn:microsoft.com/office/officeart/2005/8/layout/chevron1"/>
    <dgm:cxn modelId="{D2ED659C-B387-4799-90DE-2510FA86E59B}" type="presParOf" srcId="{214E36A0-37BC-4EA4-9FD2-8BEB6CB69F70}" destId="{C90C547B-0F44-4AE9-BF08-D9D687D7C54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9.xml><?xml version="1.0" encoding="utf-8"?>
<dgm:dataModel xmlns:dgm="http://schemas.openxmlformats.org/drawingml/2006/diagram" xmlns:a="http://schemas.openxmlformats.org/drawingml/2006/main">
  <dgm:ptLst>
    <dgm:pt modelId="{280D149A-02B0-4619-95DA-984DCEFCC9CF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E92DF0-A3B0-44E0-B7AA-8866B7A8963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04557ABD-FF8D-4200-BD67-8059E75F3F05}" type="parTrans" cxnId="{50855A39-AD84-4C4E-997C-2896DF7D01CF}">
      <dgm:prSet/>
      <dgm:spPr/>
    </dgm:pt>
    <dgm:pt modelId="{EF54A3C6-EE22-4365-8E51-2EE0266906CD}" type="sibTrans" cxnId="{50855A39-AD84-4C4E-997C-2896DF7D01CF}">
      <dgm:prSet/>
      <dgm:spPr/>
    </dgm:pt>
    <dgm:pt modelId="{5E633DCC-DA9C-4581-A83A-6088E9D8108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D28AC680-00EB-4D55-9A86-6B1B300BE7A7}" type="parTrans" cxnId="{E7B8B4A1-B824-4666-B03A-2F4AFB50E530}">
      <dgm:prSet/>
      <dgm:spPr/>
      <dgm:t>
        <a:bodyPr/>
        <a:lstStyle/>
        <a:p>
          <a:endParaRPr lang="en-US"/>
        </a:p>
      </dgm:t>
    </dgm:pt>
    <dgm:pt modelId="{D8E6836F-3152-43B9-A102-BEADD2E9C639}" type="sibTrans" cxnId="{E7B8B4A1-B824-4666-B03A-2F4AFB50E530}">
      <dgm:prSet/>
      <dgm:spPr/>
    </dgm:pt>
    <dgm:pt modelId="{7CAB8841-71FD-40FD-B6BD-C0F240CF07F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E1EECE3-A163-4587-93C2-BF78DE47E370}" type="parTrans" cxnId="{C9169FB1-1F62-4BAE-BFBF-796B367C0120}">
      <dgm:prSet/>
      <dgm:spPr/>
      <dgm:t>
        <a:bodyPr/>
        <a:lstStyle/>
        <a:p>
          <a:endParaRPr lang="en-US"/>
        </a:p>
      </dgm:t>
    </dgm:pt>
    <dgm:pt modelId="{6C0E78E3-1F26-4F24-A279-CEFEFF0EE980}" type="sibTrans" cxnId="{C9169FB1-1F62-4BAE-BFBF-796B367C0120}">
      <dgm:prSet/>
      <dgm:spPr/>
    </dgm:pt>
    <dgm:pt modelId="{7309EE2A-7681-41A8-9F23-8141D46303F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AE711F89-DA5C-4BA4-9AA3-5892D012E1B2}" type="parTrans" cxnId="{5C353F2F-F457-42A0-BB5C-8F233046C2B1}">
      <dgm:prSet/>
      <dgm:spPr/>
      <dgm:t>
        <a:bodyPr/>
        <a:lstStyle/>
        <a:p>
          <a:endParaRPr lang="en-US"/>
        </a:p>
      </dgm:t>
    </dgm:pt>
    <dgm:pt modelId="{CC8441E1-6CAF-4285-961F-A058D8A810D7}" type="sibTrans" cxnId="{5C353F2F-F457-42A0-BB5C-8F233046C2B1}">
      <dgm:prSet/>
      <dgm:spPr/>
    </dgm:pt>
    <dgm:pt modelId="{5C78C94D-A8B9-4FF6-B634-A8D1AED20088}" type="pres">
      <dgm:prSet presAssocID="{280D149A-02B0-4619-95DA-984DCEFCC9C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D367C91-6E54-460E-89FD-F2A2EE8FCF10}" type="pres">
      <dgm:prSet presAssocID="{B7E92DF0-A3B0-44E0-B7AA-8866B7A8963D}" presName="centerShape" presStyleLbl="node0" presStyleIdx="0" presStyleCnt="1"/>
      <dgm:spPr/>
    </dgm:pt>
    <dgm:pt modelId="{53BC9B2E-7250-46F9-919D-89C4850CEACA}" type="pres">
      <dgm:prSet presAssocID="{D28AC680-00EB-4D55-9A86-6B1B300BE7A7}" presName="Name9" presStyleLbl="parChTrans1D2" presStyleIdx="0" presStyleCnt="3"/>
      <dgm:spPr/>
    </dgm:pt>
    <dgm:pt modelId="{6DA3B14E-2EC5-48CE-8F09-F6BC8491A1CC}" type="pres">
      <dgm:prSet presAssocID="{D28AC680-00EB-4D55-9A86-6B1B300BE7A7}" presName="connTx" presStyleLbl="parChTrans1D2" presStyleIdx="0" presStyleCnt="3"/>
      <dgm:spPr/>
    </dgm:pt>
    <dgm:pt modelId="{689DF2A6-A898-4F37-8F3D-6E05BE823038}" type="pres">
      <dgm:prSet presAssocID="{5E633DCC-DA9C-4581-A83A-6088E9D81081}" presName="node" presStyleLbl="node1" presStyleIdx="0" presStyleCnt="3">
        <dgm:presLayoutVars>
          <dgm:bulletEnabled val="1"/>
        </dgm:presLayoutVars>
      </dgm:prSet>
      <dgm:spPr/>
    </dgm:pt>
    <dgm:pt modelId="{3EF282A2-74D4-4054-8E69-B176AE8B89F2}" type="pres">
      <dgm:prSet presAssocID="{2E1EECE3-A163-4587-93C2-BF78DE47E370}" presName="Name9" presStyleLbl="parChTrans1D2" presStyleIdx="1" presStyleCnt="3"/>
      <dgm:spPr/>
    </dgm:pt>
    <dgm:pt modelId="{D519F99D-DADC-4A70-83B9-78E2CB19388D}" type="pres">
      <dgm:prSet presAssocID="{2E1EECE3-A163-4587-93C2-BF78DE47E370}" presName="connTx" presStyleLbl="parChTrans1D2" presStyleIdx="1" presStyleCnt="3"/>
      <dgm:spPr/>
    </dgm:pt>
    <dgm:pt modelId="{CCBD4837-8D60-499E-BCC4-FB00C64668A2}" type="pres">
      <dgm:prSet presAssocID="{7CAB8841-71FD-40FD-B6BD-C0F240CF07F0}" presName="node" presStyleLbl="node1" presStyleIdx="1" presStyleCnt="3">
        <dgm:presLayoutVars>
          <dgm:bulletEnabled val="1"/>
        </dgm:presLayoutVars>
      </dgm:prSet>
      <dgm:spPr/>
    </dgm:pt>
    <dgm:pt modelId="{CE4702F0-EE6B-4C69-948C-28BDDAF6E5FD}" type="pres">
      <dgm:prSet presAssocID="{AE711F89-DA5C-4BA4-9AA3-5892D012E1B2}" presName="Name9" presStyleLbl="parChTrans1D2" presStyleIdx="2" presStyleCnt="3"/>
      <dgm:spPr/>
    </dgm:pt>
    <dgm:pt modelId="{2778585B-0CBF-4321-A773-53B0DD738FE6}" type="pres">
      <dgm:prSet presAssocID="{AE711F89-DA5C-4BA4-9AA3-5892D012E1B2}" presName="connTx" presStyleLbl="parChTrans1D2" presStyleIdx="2" presStyleCnt="3"/>
      <dgm:spPr/>
    </dgm:pt>
    <dgm:pt modelId="{87965A1A-FAD4-4A0B-9F3B-79A173F32A20}" type="pres">
      <dgm:prSet presAssocID="{7309EE2A-7681-41A8-9F23-8141D46303F7}" presName="node" presStyleLbl="node1" presStyleIdx="2" presStyleCnt="3">
        <dgm:presLayoutVars>
          <dgm:bulletEnabled val="1"/>
        </dgm:presLayoutVars>
      </dgm:prSet>
      <dgm:spPr/>
    </dgm:pt>
  </dgm:ptLst>
  <dgm:cxnLst>
    <dgm:cxn modelId="{9516E505-95A2-494D-9BF2-0A2DF5225D07}" type="presOf" srcId="{AE711F89-DA5C-4BA4-9AA3-5892D012E1B2}" destId="{2778585B-0CBF-4321-A773-53B0DD738FE6}" srcOrd="1" destOrd="0" presId="urn:microsoft.com/office/officeart/2005/8/layout/radial1"/>
    <dgm:cxn modelId="{5C353F2F-F457-42A0-BB5C-8F233046C2B1}" srcId="{B7E92DF0-A3B0-44E0-B7AA-8866B7A8963D}" destId="{7309EE2A-7681-41A8-9F23-8141D46303F7}" srcOrd="2" destOrd="0" parTransId="{AE711F89-DA5C-4BA4-9AA3-5892D012E1B2}" sibTransId="{CC8441E1-6CAF-4285-961F-A058D8A810D7}"/>
    <dgm:cxn modelId="{50855A39-AD84-4C4E-997C-2896DF7D01CF}" srcId="{280D149A-02B0-4619-95DA-984DCEFCC9CF}" destId="{B7E92DF0-A3B0-44E0-B7AA-8866B7A8963D}" srcOrd="0" destOrd="0" parTransId="{04557ABD-FF8D-4200-BD67-8059E75F3F05}" sibTransId="{EF54A3C6-EE22-4365-8E51-2EE0266906CD}"/>
    <dgm:cxn modelId="{C845D345-1CF4-40DA-98DE-3BDEA820D92C}" type="presOf" srcId="{5E633DCC-DA9C-4581-A83A-6088E9D81081}" destId="{689DF2A6-A898-4F37-8F3D-6E05BE823038}" srcOrd="0" destOrd="0" presId="urn:microsoft.com/office/officeart/2005/8/layout/radial1"/>
    <dgm:cxn modelId="{90F11A71-314E-4D03-B717-7804547414FB}" type="presOf" srcId="{280D149A-02B0-4619-95DA-984DCEFCC9CF}" destId="{5C78C94D-A8B9-4FF6-B634-A8D1AED20088}" srcOrd="0" destOrd="0" presId="urn:microsoft.com/office/officeart/2005/8/layout/radial1"/>
    <dgm:cxn modelId="{82E56F7B-329F-4BA1-B46F-3074BA796E91}" type="presOf" srcId="{B7E92DF0-A3B0-44E0-B7AA-8866B7A8963D}" destId="{DD367C91-6E54-460E-89FD-F2A2EE8FCF10}" srcOrd="0" destOrd="0" presId="urn:microsoft.com/office/officeart/2005/8/layout/radial1"/>
    <dgm:cxn modelId="{A7D27C93-0E57-4E67-8FD2-C6E06E850252}" type="presOf" srcId="{2E1EECE3-A163-4587-93C2-BF78DE47E370}" destId="{3EF282A2-74D4-4054-8E69-B176AE8B89F2}" srcOrd="0" destOrd="0" presId="urn:microsoft.com/office/officeart/2005/8/layout/radial1"/>
    <dgm:cxn modelId="{0327C697-4EBF-497F-9A48-D1DEF1D704E0}" type="presOf" srcId="{2E1EECE3-A163-4587-93C2-BF78DE47E370}" destId="{D519F99D-DADC-4A70-83B9-78E2CB19388D}" srcOrd="1" destOrd="0" presId="urn:microsoft.com/office/officeart/2005/8/layout/radial1"/>
    <dgm:cxn modelId="{E7B8B4A1-B824-4666-B03A-2F4AFB50E530}" srcId="{B7E92DF0-A3B0-44E0-B7AA-8866B7A8963D}" destId="{5E633DCC-DA9C-4581-A83A-6088E9D81081}" srcOrd="0" destOrd="0" parTransId="{D28AC680-00EB-4D55-9A86-6B1B300BE7A7}" sibTransId="{D8E6836F-3152-43B9-A102-BEADD2E9C639}"/>
    <dgm:cxn modelId="{E28C5AAD-8B70-4DA6-A8D0-B106B538F417}" type="presOf" srcId="{AE711F89-DA5C-4BA4-9AA3-5892D012E1B2}" destId="{CE4702F0-EE6B-4C69-948C-28BDDAF6E5FD}" srcOrd="0" destOrd="0" presId="urn:microsoft.com/office/officeart/2005/8/layout/radial1"/>
    <dgm:cxn modelId="{B4B99FAF-1347-4FC5-9876-22142A2913FF}" type="presOf" srcId="{7CAB8841-71FD-40FD-B6BD-C0F240CF07F0}" destId="{CCBD4837-8D60-499E-BCC4-FB00C64668A2}" srcOrd="0" destOrd="0" presId="urn:microsoft.com/office/officeart/2005/8/layout/radial1"/>
    <dgm:cxn modelId="{C9169FB1-1F62-4BAE-BFBF-796B367C0120}" srcId="{B7E92DF0-A3B0-44E0-B7AA-8866B7A8963D}" destId="{7CAB8841-71FD-40FD-B6BD-C0F240CF07F0}" srcOrd="1" destOrd="0" parTransId="{2E1EECE3-A163-4587-93C2-BF78DE47E370}" sibTransId="{6C0E78E3-1F26-4F24-A279-CEFEFF0EE980}"/>
    <dgm:cxn modelId="{187D39D7-0972-4B30-8756-E6DE30861AFA}" type="presOf" srcId="{7309EE2A-7681-41A8-9F23-8141D46303F7}" destId="{87965A1A-FAD4-4A0B-9F3B-79A173F32A20}" srcOrd="0" destOrd="0" presId="urn:microsoft.com/office/officeart/2005/8/layout/radial1"/>
    <dgm:cxn modelId="{85A9D9DE-626D-4AFE-9D3D-9EE436AA5475}" type="presOf" srcId="{D28AC680-00EB-4D55-9A86-6B1B300BE7A7}" destId="{6DA3B14E-2EC5-48CE-8F09-F6BC8491A1CC}" srcOrd="1" destOrd="0" presId="urn:microsoft.com/office/officeart/2005/8/layout/radial1"/>
    <dgm:cxn modelId="{E1FEA1E8-A8E8-4BFB-AFBE-C6E1A54169DA}" type="presOf" srcId="{D28AC680-00EB-4D55-9A86-6B1B300BE7A7}" destId="{53BC9B2E-7250-46F9-919D-89C4850CEACA}" srcOrd="0" destOrd="0" presId="urn:microsoft.com/office/officeart/2005/8/layout/radial1"/>
    <dgm:cxn modelId="{5E9886A9-6782-4072-A6B6-B2881DC19A80}" type="presParOf" srcId="{5C78C94D-A8B9-4FF6-B634-A8D1AED20088}" destId="{DD367C91-6E54-460E-89FD-F2A2EE8FCF10}" srcOrd="0" destOrd="0" presId="urn:microsoft.com/office/officeart/2005/8/layout/radial1"/>
    <dgm:cxn modelId="{925606A8-A5F2-4684-93F6-DE5A1A63F6F9}" type="presParOf" srcId="{5C78C94D-A8B9-4FF6-B634-A8D1AED20088}" destId="{53BC9B2E-7250-46F9-919D-89C4850CEACA}" srcOrd="1" destOrd="0" presId="urn:microsoft.com/office/officeart/2005/8/layout/radial1"/>
    <dgm:cxn modelId="{3058F7B3-F79C-4057-BBF4-43925CA7E314}" type="presParOf" srcId="{53BC9B2E-7250-46F9-919D-89C4850CEACA}" destId="{6DA3B14E-2EC5-48CE-8F09-F6BC8491A1CC}" srcOrd="0" destOrd="0" presId="urn:microsoft.com/office/officeart/2005/8/layout/radial1"/>
    <dgm:cxn modelId="{CA002F43-3385-4727-9403-5713AE3CE3C6}" type="presParOf" srcId="{5C78C94D-A8B9-4FF6-B634-A8D1AED20088}" destId="{689DF2A6-A898-4F37-8F3D-6E05BE823038}" srcOrd="2" destOrd="0" presId="urn:microsoft.com/office/officeart/2005/8/layout/radial1"/>
    <dgm:cxn modelId="{986F1C5D-A839-4F2B-B13D-1A0F56BC93F2}" type="presParOf" srcId="{5C78C94D-A8B9-4FF6-B634-A8D1AED20088}" destId="{3EF282A2-74D4-4054-8E69-B176AE8B89F2}" srcOrd="3" destOrd="0" presId="urn:microsoft.com/office/officeart/2005/8/layout/radial1"/>
    <dgm:cxn modelId="{68D8D8B5-4CE4-472F-B4F4-9703F1F44289}" type="presParOf" srcId="{3EF282A2-74D4-4054-8E69-B176AE8B89F2}" destId="{D519F99D-DADC-4A70-83B9-78E2CB19388D}" srcOrd="0" destOrd="0" presId="urn:microsoft.com/office/officeart/2005/8/layout/radial1"/>
    <dgm:cxn modelId="{4966723B-9563-4525-8683-BE5C1FC8548F}" type="presParOf" srcId="{5C78C94D-A8B9-4FF6-B634-A8D1AED20088}" destId="{CCBD4837-8D60-499E-BCC4-FB00C64668A2}" srcOrd="4" destOrd="0" presId="urn:microsoft.com/office/officeart/2005/8/layout/radial1"/>
    <dgm:cxn modelId="{AFCA0A15-FC55-4CEB-88ED-FF9CF8E5211B}" type="presParOf" srcId="{5C78C94D-A8B9-4FF6-B634-A8D1AED20088}" destId="{CE4702F0-EE6B-4C69-948C-28BDDAF6E5FD}" srcOrd="5" destOrd="0" presId="urn:microsoft.com/office/officeart/2005/8/layout/radial1"/>
    <dgm:cxn modelId="{1A44CD91-8218-445F-B3A3-931D654F2C5B}" type="presParOf" srcId="{CE4702F0-EE6B-4C69-948C-28BDDAF6E5FD}" destId="{2778585B-0CBF-4321-A773-53B0DD738FE6}" srcOrd="0" destOrd="0" presId="urn:microsoft.com/office/officeart/2005/8/layout/radial1"/>
    <dgm:cxn modelId="{07799F14-23B9-4A6E-899B-EB8E56514E6E}" type="presParOf" srcId="{5C78C94D-A8B9-4FF6-B634-A8D1AED20088}" destId="{87965A1A-FAD4-4A0B-9F3B-79A173F32A20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24491B5C-7356-4EDF-A165-2F96E9A490C8}" type="doc">
      <dgm:prSet loTypeId="urn:microsoft.com/office/officeart/2005/8/layout/radial1" loCatId="relationship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36E8FE-7A95-44CB-8ED2-DD4202BD303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BBCE5BB5-F551-47F6-97E5-3EE40FE863FA}" type="parTrans" cxnId="{45D3145B-58C5-4B13-8318-A858983A6AB6}">
      <dgm:prSet/>
      <dgm:spPr/>
    </dgm:pt>
    <dgm:pt modelId="{C85BCADF-8074-485B-9F6F-9BA6F4DEC6DA}" type="sibTrans" cxnId="{45D3145B-58C5-4B13-8318-A858983A6AB6}">
      <dgm:prSet/>
      <dgm:spPr/>
    </dgm:pt>
    <dgm:pt modelId="{BBD40ACF-921D-460B-905B-E7BA0215B59D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1B6E66EC-076A-4B54-B070-DF22ACBB6D97}" type="parTrans" cxnId="{CF8B11F0-D199-4A8E-B099-673F148F0018}">
      <dgm:prSet/>
      <dgm:spPr/>
      <dgm:t>
        <a:bodyPr/>
        <a:lstStyle/>
        <a:p>
          <a:endParaRPr lang="en-US"/>
        </a:p>
      </dgm:t>
    </dgm:pt>
    <dgm:pt modelId="{EE4C42FF-9EF0-4E63-8863-BB3FF197AB29}" type="sibTrans" cxnId="{CF8B11F0-D199-4A8E-B099-673F148F0018}">
      <dgm:prSet/>
      <dgm:spPr/>
    </dgm:pt>
    <dgm:pt modelId="{EE744BE6-6BCD-4159-9261-6FD985DE83A1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6C9C67C-1D75-4E10-8506-5451F8883E39}" type="parTrans" cxnId="{63540088-CE87-4620-A8F0-F355E6F849E1}">
      <dgm:prSet/>
      <dgm:spPr/>
      <dgm:t>
        <a:bodyPr/>
        <a:lstStyle/>
        <a:p>
          <a:endParaRPr lang="en-US"/>
        </a:p>
      </dgm:t>
    </dgm:pt>
    <dgm:pt modelId="{139C221B-119A-44D9-A9CF-3178D27AAAB3}" type="sibTrans" cxnId="{63540088-CE87-4620-A8F0-F355E6F849E1}">
      <dgm:prSet/>
      <dgm:spPr/>
    </dgm:pt>
    <dgm:pt modelId="{D9C6B4EA-F54F-45E5-8424-A52BCE36AE35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C42DCF56-96E2-4DAE-B020-185A187C6DFD}" type="parTrans" cxnId="{5148C887-840B-4DBC-9090-3DEA37431B85}">
      <dgm:prSet/>
      <dgm:spPr/>
      <dgm:t>
        <a:bodyPr/>
        <a:lstStyle/>
        <a:p>
          <a:endParaRPr lang="en-US"/>
        </a:p>
      </dgm:t>
    </dgm:pt>
    <dgm:pt modelId="{90F5EC7D-B68A-434B-B158-6A718690D78F}" type="sibTrans" cxnId="{5148C887-840B-4DBC-9090-3DEA37431B85}">
      <dgm:prSet/>
      <dgm:spPr/>
    </dgm:pt>
    <dgm:pt modelId="{3093325D-F1DA-4F8F-87D4-3E9DC20DC37A}" type="pres">
      <dgm:prSet presAssocID="{24491B5C-7356-4EDF-A165-2F96E9A490C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B61091D-597E-4726-AF0B-9D1ABFBAE276}" type="pres">
      <dgm:prSet presAssocID="{F236E8FE-7A95-44CB-8ED2-DD4202BD3032}" presName="centerShape" presStyleLbl="node0" presStyleIdx="0" presStyleCnt="1"/>
      <dgm:spPr/>
    </dgm:pt>
    <dgm:pt modelId="{72FBF070-91C3-4F6D-B943-A8EA36601DB0}" type="pres">
      <dgm:prSet presAssocID="{1B6E66EC-076A-4B54-B070-DF22ACBB6D97}" presName="Name9" presStyleLbl="parChTrans1D2" presStyleIdx="0" presStyleCnt="3"/>
      <dgm:spPr/>
    </dgm:pt>
    <dgm:pt modelId="{A257AF9E-E858-45B8-BEB9-86DEBBCEF8C2}" type="pres">
      <dgm:prSet presAssocID="{1B6E66EC-076A-4B54-B070-DF22ACBB6D97}" presName="connTx" presStyleLbl="parChTrans1D2" presStyleIdx="0" presStyleCnt="3"/>
      <dgm:spPr/>
    </dgm:pt>
    <dgm:pt modelId="{C8154EF3-D6BF-45F3-944B-36BA978300A7}" type="pres">
      <dgm:prSet presAssocID="{BBD40ACF-921D-460B-905B-E7BA0215B59D}" presName="node" presStyleLbl="node1" presStyleIdx="0" presStyleCnt="3">
        <dgm:presLayoutVars>
          <dgm:bulletEnabled val="1"/>
        </dgm:presLayoutVars>
      </dgm:prSet>
      <dgm:spPr/>
    </dgm:pt>
    <dgm:pt modelId="{582EAABF-5564-4EEF-B4C3-B6B1B2B36933}" type="pres">
      <dgm:prSet presAssocID="{06C9C67C-1D75-4E10-8506-5451F8883E39}" presName="Name9" presStyleLbl="parChTrans1D2" presStyleIdx="1" presStyleCnt="3"/>
      <dgm:spPr/>
    </dgm:pt>
    <dgm:pt modelId="{3C5B89BF-3143-4738-8FF6-707D2A2417CC}" type="pres">
      <dgm:prSet presAssocID="{06C9C67C-1D75-4E10-8506-5451F8883E39}" presName="connTx" presStyleLbl="parChTrans1D2" presStyleIdx="1" presStyleCnt="3"/>
      <dgm:spPr/>
    </dgm:pt>
    <dgm:pt modelId="{7313DA61-3A70-4C64-A431-F6215297A572}" type="pres">
      <dgm:prSet presAssocID="{EE744BE6-6BCD-4159-9261-6FD985DE83A1}" presName="node" presStyleLbl="node1" presStyleIdx="1" presStyleCnt="3">
        <dgm:presLayoutVars>
          <dgm:bulletEnabled val="1"/>
        </dgm:presLayoutVars>
      </dgm:prSet>
      <dgm:spPr/>
    </dgm:pt>
    <dgm:pt modelId="{6A324282-04A0-454F-AB5D-7FFC4DAB5C4F}" type="pres">
      <dgm:prSet presAssocID="{C42DCF56-96E2-4DAE-B020-185A187C6DFD}" presName="Name9" presStyleLbl="parChTrans1D2" presStyleIdx="2" presStyleCnt="3"/>
      <dgm:spPr/>
    </dgm:pt>
    <dgm:pt modelId="{B7556D39-E8C8-45D9-84A1-28780E3F3569}" type="pres">
      <dgm:prSet presAssocID="{C42DCF56-96E2-4DAE-B020-185A187C6DFD}" presName="connTx" presStyleLbl="parChTrans1D2" presStyleIdx="2" presStyleCnt="3"/>
      <dgm:spPr/>
    </dgm:pt>
    <dgm:pt modelId="{38806CF6-9838-471F-9D05-11DBEFE5575F}" type="pres">
      <dgm:prSet presAssocID="{D9C6B4EA-F54F-45E5-8424-A52BCE36AE35}" presName="node" presStyleLbl="node1" presStyleIdx="2" presStyleCnt="3">
        <dgm:presLayoutVars>
          <dgm:bulletEnabled val="1"/>
        </dgm:presLayoutVars>
      </dgm:prSet>
      <dgm:spPr/>
    </dgm:pt>
  </dgm:ptLst>
  <dgm:cxnLst>
    <dgm:cxn modelId="{A968C32E-E70E-4D65-9244-4D83D40EE2FA}" type="presOf" srcId="{06C9C67C-1D75-4E10-8506-5451F8883E39}" destId="{3C5B89BF-3143-4738-8FF6-707D2A2417CC}" srcOrd="1" destOrd="0" presId="urn:microsoft.com/office/officeart/2005/8/layout/radial1"/>
    <dgm:cxn modelId="{2BDE6B3B-CBD4-44BB-A6ED-615921A8BB62}" type="presOf" srcId="{C42DCF56-96E2-4DAE-B020-185A187C6DFD}" destId="{6A324282-04A0-454F-AB5D-7FFC4DAB5C4F}" srcOrd="0" destOrd="0" presId="urn:microsoft.com/office/officeart/2005/8/layout/radial1"/>
    <dgm:cxn modelId="{F736213F-16DF-426C-B128-D11FD7403CCA}" type="presOf" srcId="{24491B5C-7356-4EDF-A165-2F96E9A490C8}" destId="{3093325D-F1DA-4F8F-87D4-3E9DC20DC37A}" srcOrd="0" destOrd="0" presId="urn:microsoft.com/office/officeart/2005/8/layout/radial1"/>
    <dgm:cxn modelId="{45D3145B-58C5-4B13-8318-A858983A6AB6}" srcId="{24491B5C-7356-4EDF-A165-2F96E9A490C8}" destId="{F236E8FE-7A95-44CB-8ED2-DD4202BD3032}" srcOrd="0" destOrd="0" parTransId="{BBCE5BB5-F551-47F6-97E5-3EE40FE863FA}" sibTransId="{C85BCADF-8074-485B-9F6F-9BA6F4DEC6DA}"/>
    <dgm:cxn modelId="{A88BF564-F26A-4A1C-AFE9-DA980E02D1B9}" type="presOf" srcId="{BBD40ACF-921D-460B-905B-E7BA0215B59D}" destId="{C8154EF3-D6BF-45F3-944B-36BA978300A7}" srcOrd="0" destOrd="0" presId="urn:microsoft.com/office/officeart/2005/8/layout/radial1"/>
    <dgm:cxn modelId="{83E25445-B793-4402-AA6D-D61BD25DD5D3}" type="presOf" srcId="{D9C6B4EA-F54F-45E5-8424-A52BCE36AE35}" destId="{38806CF6-9838-471F-9D05-11DBEFE5575F}" srcOrd="0" destOrd="0" presId="urn:microsoft.com/office/officeart/2005/8/layout/radial1"/>
    <dgm:cxn modelId="{E2FBCD4C-5ED8-4525-ADF5-E51C2DA8453F}" type="presOf" srcId="{06C9C67C-1D75-4E10-8506-5451F8883E39}" destId="{582EAABF-5564-4EEF-B4C3-B6B1B2B36933}" srcOrd="0" destOrd="0" presId="urn:microsoft.com/office/officeart/2005/8/layout/radial1"/>
    <dgm:cxn modelId="{07756A71-F3BC-42CA-B7C8-EEE4C3F8FD05}" type="presOf" srcId="{EE744BE6-6BCD-4159-9261-6FD985DE83A1}" destId="{7313DA61-3A70-4C64-A431-F6215297A572}" srcOrd="0" destOrd="0" presId="urn:microsoft.com/office/officeart/2005/8/layout/radial1"/>
    <dgm:cxn modelId="{70339858-0798-4321-AABC-EA1EE2F4A84A}" type="presOf" srcId="{F236E8FE-7A95-44CB-8ED2-DD4202BD3032}" destId="{DB61091D-597E-4726-AF0B-9D1ABFBAE276}" srcOrd="0" destOrd="0" presId="urn:microsoft.com/office/officeart/2005/8/layout/radial1"/>
    <dgm:cxn modelId="{01D2987F-FDAE-401F-B6B8-468EDD3D1178}" type="presOf" srcId="{1B6E66EC-076A-4B54-B070-DF22ACBB6D97}" destId="{72FBF070-91C3-4F6D-B943-A8EA36601DB0}" srcOrd="0" destOrd="0" presId="urn:microsoft.com/office/officeart/2005/8/layout/radial1"/>
    <dgm:cxn modelId="{5148C887-840B-4DBC-9090-3DEA37431B85}" srcId="{F236E8FE-7A95-44CB-8ED2-DD4202BD3032}" destId="{D9C6B4EA-F54F-45E5-8424-A52BCE36AE35}" srcOrd="2" destOrd="0" parTransId="{C42DCF56-96E2-4DAE-B020-185A187C6DFD}" sibTransId="{90F5EC7D-B68A-434B-B158-6A718690D78F}"/>
    <dgm:cxn modelId="{63540088-CE87-4620-A8F0-F355E6F849E1}" srcId="{F236E8FE-7A95-44CB-8ED2-DD4202BD3032}" destId="{EE744BE6-6BCD-4159-9261-6FD985DE83A1}" srcOrd="1" destOrd="0" parTransId="{06C9C67C-1D75-4E10-8506-5451F8883E39}" sibTransId="{139C221B-119A-44D9-A9CF-3178D27AAAB3}"/>
    <dgm:cxn modelId="{7D4FF9C2-6B3A-43B9-BC77-FC15D93313E2}" type="presOf" srcId="{1B6E66EC-076A-4B54-B070-DF22ACBB6D97}" destId="{A257AF9E-E858-45B8-BEB9-86DEBBCEF8C2}" srcOrd="1" destOrd="0" presId="urn:microsoft.com/office/officeart/2005/8/layout/radial1"/>
    <dgm:cxn modelId="{A67AD6D8-ADE3-4402-B7E3-0AF10DB0AE66}" type="presOf" srcId="{C42DCF56-96E2-4DAE-B020-185A187C6DFD}" destId="{B7556D39-E8C8-45D9-84A1-28780E3F3569}" srcOrd="1" destOrd="0" presId="urn:microsoft.com/office/officeart/2005/8/layout/radial1"/>
    <dgm:cxn modelId="{CF8B11F0-D199-4A8E-B099-673F148F0018}" srcId="{F236E8FE-7A95-44CB-8ED2-DD4202BD3032}" destId="{BBD40ACF-921D-460B-905B-E7BA0215B59D}" srcOrd="0" destOrd="0" parTransId="{1B6E66EC-076A-4B54-B070-DF22ACBB6D97}" sibTransId="{EE4C42FF-9EF0-4E63-8863-BB3FF197AB29}"/>
    <dgm:cxn modelId="{75C18B0E-D26D-4D6D-85E6-8A5CB8818F3C}" type="presParOf" srcId="{3093325D-F1DA-4F8F-87D4-3E9DC20DC37A}" destId="{DB61091D-597E-4726-AF0B-9D1ABFBAE276}" srcOrd="0" destOrd="0" presId="urn:microsoft.com/office/officeart/2005/8/layout/radial1"/>
    <dgm:cxn modelId="{2916157C-F4C2-4D5E-886E-534365D8F3E7}" type="presParOf" srcId="{3093325D-F1DA-4F8F-87D4-3E9DC20DC37A}" destId="{72FBF070-91C3-4F6D-B943-A8EA36601DB0}" srcOrd="1" destOrd="0" presId="urn:microsoft.com/office/officeart/2005/8/layout/radial1"/>
    <dgm:cxn modelId="{82A6C50E-E9B6-4E86-AD0F-6075DA2F31AA}" type="presParOf" srcId="{72FBF070-91C3-4F6D-B943-A8EA36601DB0}" destId="{A257AF9E-E858-45B8-BEB9-86DEBBCEF8C2}" srcOrd="0" destOrd="0" presId="urn:microsoft.com/office/officeart/2005/8/layout/radial1"/>
    <dgm:cxn modelId="{A2D99922-1D39-419B-B3F2-6710F8812DB9}" type="presParOf" srcId="{3093325D-F1DA-4F8F-87D4-3E9DC20DC37A}" destId="{C8154EF3-D6BF-45F3-944B-36BA978300A7}" srcOrd="2" destOrd="0" presId="urn:microsoft.com/office/officeart/2005/8/layout/radial1"/>
    <dgm:cxn modelId="{FB56C3AE-5907-41A4-AD8D-729E59B0653A}" type="presParOf" srcId="{3093325D-F1DA-4F8F-87D4-3E9DC20DC37A}" destId="{582EAABF-5564-4EEF-B4C3-B6B1B2B36933}" srcOrd="3" destOrd="0" presId="urn:microsoft.com/office/officeart/2005/8/layout/radial1"/>
    <dgm:cxn modelId="{654FDB9B-6B65-4A27-9F03-CD9A702C3E10}" type="presParOf" srcId="{582EAABF-5564-4EEF-B4C3-B6B1B2B36933}" destId="{3C5B89BF-3143-4738-8FF6-707D2A2417CC}" srcOrd="0" destOrd="0" presId="urn:microsoft.com/office/officeart/2005/8/layout/radial1"/>
    <dgm:cxn modelId="{07616A3B-CF11-438D-AA00-3A6705064D67}" type="presParOf" srcId="{3093325D-F1DA-4F8F-87D4-3E9DC20DC37A}" destId="{7313DA61-3A70-4C64-A431-F6215297A572}" srcOrd="4" destOrd="0" presId="urn:microsoft.com/office/officeart/2005/8/layout/radial1"/>
    <dgm:cxn modelId="{A491EF8B-6C8C-4A9D-B65D-562B0B9BC56D}" type="presParOf" srcId="{3093325D-F1DA-4F8F-87D4-3E9DC20DC37A}" destId="{6A324282-04A0-454F-AB5D-7FFC4DAB5C4F}" srcOrd="5" destOrd="0" presId="urn:microsoft.com/office/officeart/2005/8/layout/radial1"/>
    <dgm:cxn modelId="{CA229A67-151C-4A57-9C51-548940D98ACC}" type="presParOf" srcId="{6A324282-04A0-454F-AB5D-7FFC4DAB5C4F}" destId="{B7556D39-E8C8-45D9-84A1-28780E3F3569}" srcOrd="0" destOrd="0" presId="urn:microsoft.com/office/officeart/2005/8/layout/radial1"/>
    <dgm:cxn modelId="{A4877478-2C5C-49C5-97A5-F2E45D178BAC}" type="presParOf" srcId="{3093325D-F1DA-4F8F-87D4-3E9DC20DC37A}" destId="{38806CF6-9838-471F-9D05-11DBEFE5575F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1.xml><?xml version="1.0" encoding="utf-8"?>
<dgm:dataModel xmlns:dgm="http://schemas.openxmlformats.org/drawingml/2006/diagram" xmlns:a="http://schemas.openxmlformats.org/drawingml/2006/main">
  <dgm:ptLst>
    <dgm:pt modelId="{1FBD1ED8-1DE9-47A4-8C0C-347B6F03D514}" type="doc">
      <dgm:prSet loTypeId="urn:microsoft.com/office/officeart/2005/8/layout/radial1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C33F72-7BC7-4582-8BF2-815383C7B594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7B278CB-CD29-4A4A-8DE6-380779B667D6}" type="parTrans" cxnId="{601C9BEC-4D89-4657-B6F0-C8CD5111E8A0}">
      <dgm:prSet/>
      <dgm:spPr/>
    </dgm:pt>
    <dgm:pt modelId="{61B25D5B-7D87-4B03-AF08-2669330F517E}" type="sibTrans" cxnId="{601C9BEC-4D89-4657-B6F0-C8CD5111E8A0}">
      <dgm:prSet/>
      <dgm:spPr/>
    </dgm:pt>
    <dgm:pt modelId="{E5F66DBB-CF3F-4F52-B8C6-4D78DC313AAD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C0A3FB78-27D5-494B-B01D-45B363C3A281}" type="parTrans" cxnId="{F291620C-6646-46E6-BF4D-688CCD7168E9}">
      <dgm:prSet/>
      <dgm:spPr/>
      <dgm:t>
        <a:bodyPr/>
        <a:lstStyle/>
        <a:p>
          <a:endParaRPr lang="en-US"/>
        </a:p>
      </dgm:t>
    </dgm:pt>
    <dgm:pt modelId="{15FE74E9-B8B2-4103-AD97-06E94B6CF85A}" type="sibTrans" cxnId="{F291620C-6646-46E6-BF4D-688CCD7168E9}">
      <dgm:prSet/>
      <dgm:spPr/>
    </dgm:pt>
    <dgm:pt modelId="{FF3F7FF9-9ADA-4E23-9CB4-45830040CAA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4510761-A93E-47DB-A35F-7D3281D39C6F}" type="parTrans" cxnId="{231C763F-175E-4FCB-91F9-44422ECDE536}">
      <dgm:prSet/>
      <dgm:spPr/>
      <dgm:t>
        <a:bodyPr/>
        <a:lstStyle/>
        <a:p>
          <a:endParaRPr lang="en-US"/>
        </a:p>
      </dgm:t>
    </dgm:pt>
    <dgm:pt modelId="{520771F9-BE4B-41BF-9060-B9313F0E9404}" type="sibTrans" cxnId="{231C763F-175E-4FCB-91F9-44422ECDE536}">
      <dgm:prSet/>
      <dgm:spPr/>
    </dgm:pt>
    <dgm:pt modelId="{9DA4CD84-8F6F-49BB-A199-5CFBD447CA3B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257F9756-5642-44DF-BEC1-606B8CF6DB56}" type="parTrans" cxnId="{D318E117-CE2E-46E2-9903-B697B49954C2}">
      <dgm:prSet/>
      <dgm:spPr/>
      <dgm:t>
        <a:bodyPr/>
        <a:lstStyle/>
        <a:p>
          <a:endParaRPr lang="en-US"/>
        </a:p>
      </dgm:t>
    </dgm:pt>
    <dgm:pt modelId="{123E903B-3770-4DAB-9CDC-EFB50E367AA4}" type="sibTrans" cxnId="{D318E117-CE2E-46E2-9903-B697B49954C2}">
      <dgm:prSet/>
      <dgm:spPr/>
    </dgm:pt>
    <dgm:pt modelId="{DF0A0249-3312-4C68-9129-5D9DAF723E49}" type="pres">
      <dgm:prSet presAssocID="{1FBD1ED8-1DE9-47A4-8C0C-347B6F03D51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66DB741-095D-4F82-8EA9-8FBD782C3B47}" type="pres">
      <dgm:prSet presAssocID="{B8C33F72-7BC7-4582-8BF2-815383C7B594}" presName="centerShape" presStyleLbl="node0" presStyleIdx="0" presStyleCnt="1"/>
      <dgm:spPr/>
    </dgm:pt>
    <dgm:pt modelId="{A33B00AC-7C5D-466D-A86E-A0995323FA30}" type="pres">
      <dgm:prSet presAssocID="{C0A3FB78-27D5-494B-B01D-45B363C3A281}" presName="Name9" presStyleLbl="parChTrans1D2" presStyleIdx="0" presStyleCnt="3"/>
      <dgm:spPr/>
    </dgm:pt>
    <dgm:pt modelId="{C6285751-481C-4B0B-8683-5347C18ADF4A}" type="pres">
      <dgm:prSet presAssocID="{C0A3FB78-27D5-494B-B01D-45B363C3A281}" presName="connTx" presStyleLbl="parChTrans1D2" presStyleIdx="0" presStyleCnt="3"/>
      <dgm:spPr/>
    </dgm:pt>
    <dgm:pt modelId="{2509B8AD-00A0-43DB-B7D4-63A15E3B07B1}" type="pres">
      <dgm:prSet presAssocID="{E5F66DBB-CF3F-4F52-B8C6-4D78DC313AAD}" presName="node" presStyleLbl="node1" presStyleIdx="0" presStyleCnt="3">
        <dgm:presLayoutVars>
          <dgm:bulletEnabled val="1"/>
        </dgm:presLayoutVars>
      </dgm:prSet>
      <dgm:spPr/>
    </dgm:pt>
    <dgm:pt modelId="{002F57B9-1F5A-4948-9E66-765C5A0A4E16}" type="pres">
      <dgm:prSet presAssocID="{B4510761-A93E-47DB-A35F-7D3281D39C6F}" presName="Name9" presStyleLbl="parChTrans1D2" presStyleIdx="1" presStyleCnt="3"/>
      <dgm:spPr/>
    </dgm:pt>
    <dgm:pt modelId="{FD9A8DA2-3F7C-400D-87EC-E0E153243711}" type="pres">
      <dgm:prSet presAssocID="{B4510761-A93E-47DB-A35F-7D3281D39C6F}" presName="connTx" presStyleLbl="parChTrans1D2" presStyleIdx="1" presStyleCnt="3"/>
      <dgm:spPr/>
    </dgm:pt>
    <dgm:pt modelId="{E7006659-F7C9-41FF-A6B3-42437A72FB1E}" type="pres">
      <dgm:prSet presAssocID="{FF3F7FF9-9ADA-4E23-9CB4-45830040CAAF}" presName="node" presStyleLbl="node1" presStyleIdx="1" presStyleCnt="3">
        <dgm:presLayoutVars>
          <dgm:bulletEnabled val="1"/>
        </dgm:presLayoutVars>
      </dgm:prSet>
      <dgm:spPr/>
    </dgm:pt>
    <dgm:pt modelId="{0DFCC62F-BC28-4D48-9527-4E7E303C7C87}" type="pres">
      <dgm:prSet presAssocID="{257F9756-5642-44DF-BEC1-606B8CF6DB56}" presName="Name9" presStyleLbl="parChTrans1D2" presStyleIdx="2" presStyleCnt="3"/>
      <dgm:spPr/>
    </dgm:pt>
    <dgm:pt modelId="{27CF4C34-C046-4616-9569-C3D4EEC60980}" type="pres">
      <dgm:prSet presAssocID="{257F9756-5642-44DF-BEC1-606B8CF6DB56}" presName="connTx" presStyleLbl="parChTrans1D2" presStyleIdx="2" presStyleCnt="3"/>
      <dgm:spPr/>
    </dgm:pt>
    <dgm:pt modelId="{21778AE4-4D8A-466F-993D-A9C68A346B5A}" type="pres">
      <dgm:prSet presAssocID="{9DA4CD84-8F6F-49BB-A199-5CFBD447CA3B}" presName="node" presStyleLbl="node1" presStyleIdx="2" presStyleCnt="3">
        <dgm:presLayoutVars>
          <dgm:bulletEnabled val="1"/>
        </dgm:presLayoutVars>
      </dgm:prSet>
      <dgm:spPr/>
    </dgm:pt>
  </dgm:ptLst>
  <dgm:cxnLst>
    <dgm:cxn modelId="{DE044502-BDFE-4D8C-8E8B-E71E0748FCB3}" type="presOf" srcId="{B8C33F72-7BC7-4582-8BF2-815383C7B594}" destId="{966DB741-095D-4F82-8EA9-8FBD782C3B47}" srcOrd="0" destOrd="0" presId="urn:microsoft.com/office/officeart/2005/8/layout/radial1"/>
    <dgm:cxn modelId="{3B80CF06-DEEE-411F-AE49-9C06B9D760A7}" type="presOf" srcId="{B4510761-A93E-47DB-A35F-7D3281D39C6F}" destId="{FD9A8DA2-3F7C-400D-87EC-E0E153243711}" srcOrd="1" destOrd="0" presId="urn:microsoft.com/office/officeart/2005/8/layout/radial1"/>
    <dgm:cxn modelId="{F291620C-6646-46E6-BF4D-688CCD7168E9}" srcId="{B8C33F72-7BC7-4582-8BF2-815383C7B594}" destId="{E5F66DBB-CF3F-4F52-B8C6-4D78DC313AAD}" srcOrd="0" destOrd="0" parTransId="{C0A3FB78-27D5-494B-B01D-45B363C3A281}" sibTransId="{15FE74E9-B8B2-4103-AD97-06E94B6CF85A}"/>
    <dgm:cxn modelId="{D318E117-CE2E-46E2-9903-B697B49954C2}" srcId="{B8C33F72-7BC7-4582-8BF2-815383C7B594}" destId="{9DA4CD84-8F6F-49BB-A199-5CFBD447CA3B}" srcOrd="2" destOrd="0" parTransId="{257F9756-5642-44DF-BEC1-606B8CF6DB56}" sibTransId="{123E903B-3770-4DAB-9CDC-EFB50E367AA4}"/>
    <dgm:cxn modelId="{DCC07018-4153-46B3-9C5C-6F57480B09DF}" type="presOf" srcId="{B4510761-A93E-47DB-A35F-7D3281D39C6F}" destId="{002F57B9-1F5A-4948-9E66-765C5A0A4E16}" srcOrd="0" destOrd="0" presId="urn:microsoft.com/office/officeart/2005/8/layout/radial1"/>
    <dgm:cxn modelId="{E0A2C61D-ECF8-4679-8FD7-59238BDCB55A}" type="presOf" srcId="{C0A3FB78-27D5-494B-B01D-45B363C3A281}" destId="{A33B00AC-7C5D-466D-A86E-A0995323FA30}" srcOrd="0" destOrd="0" presId="urn:microsoft.com/office/officeart/2005/8/layout/radial1"/>
    <dgm:cxn modelId="{07C0E12A-B019-4EE1-A3B2-DC2C3CFF3873}" type="presOf" srcId="{1FBD1ED8-1DE9-47A4-8C0C-347B6F03D514}" destId="{DF0A0249-3312-4C68-9129-5D9DAF723E49}" srcOrd="0" destOrd="0" presId="urn:microsoft.com/office/officeart/2005/8/layout/radial1"/>
    <dgm:cxn modelId="{231C763F-175E-4FCB-91F9-44422ECDE536}" srcId="{B8C33F72-7BC7-4582-8BF2-815383C7B594}" destId="{FF3F7FF9-9ADA-4E23-9CB4-45830040CAAF}" srcOrd="1" destOrd="0" parTransId="{B4510761-A93E-47DB-A35F-7D3281D39C6F}" sibTransId="{520771F9-BE4B-41BF-9060-B9313F0E9404}"/>
    <dgm:cxn modelId="{6A816665-497A-4E95-98F8-D5E71B5FE427}" type="presOf" srcId="{E5F66DBB-CF3F-4F52-B8C6-4D78DC313AAD}" destId="{2509B8AD-00A0-43DB-B7D4-63A15E3B07B1}" srcOrd="0" destOrd="0" presId="urn:microsoft.com/office/officeart/2005/8/layout/radial1"/>
    <dgm:cxn modelId="{FC14EB70-7009-4F9B-A83A-20CD89E56AE2}" type="presOf" srcId="{C0A3FB78-27D5-494B-B01D-45B363C3A281}" destId="{C6285751-481C-4B0B-8683-5347C18ADF4A}" srcOrd="1" destOrd="0" presId="urn:microsoft.com/office/officeart/2005/8/layout/radial1"/>
    <dgm:cxn modelId="{7578EE92-DF2B-4D28-87E8-63208A2DBDAC}" type="presOf" srcId="{FF3F7FF9-9ADA-4E23-9CB4-45830040CAAF}" destId="{E7006659-F7C9-41FF-A6B3-42437A72FB1E}" srcOrd="0" destOrd="0" presId="urn:microsoft.com/office/officeart/2005/8/layout/radial1"/>
    <dgm:cxn modelId="{BB46E8C8-8DD1-45B7-89B5-F0D563E2ADC3}" type="presOf" srcId="{9DA4CD84-8F6F-49BB-A199-5CFBD447CA3B}" destId="{21778AE4-4D8A-466F-993D-A9C68A346B5A}" srcOrd="0" destOrd="0" presId="urn:microsoft.com/office/officeart/2005/8/layout/radial1"/>
    <dgm:cxn modelId="{49B1C8D9-7F51-4510-B17C-E4BEAB3DA542}" type="presOf" srcId="{257F9756-5642-44DF-BEC1-606B8CF6DB56}" destId="{27CF4C34-C046-4616-9569-C3D4EEC60980}" srcOrd="1" destOrd="0" presId="urn:microsoft.com/office/officeart/2005/8/layout/radial1"/>
    <dgm:cxn modelId="{FD844FE6-CDB5-409A-AB8F-B36E1FF39D8C}" type="presOf" srcId="{257F9756-5642-44DF-BEC1-606B8CF6DB56}" destId="{0DFCC62F-BC28-4D48-9527-4E7E303C7C87}" srcOrd="0" destOrd="0" presId="urn:microsoft.com/office/officeart/2005/8/layout/radial1"/>
    <dgm:cxn modelId="{601C9BEC-4D89-4657-B6F0-C8CD5111E8A0}" srcId="{1FBD1ED8-1DE9-47A4-8C0C-347B6F03D514}" destId="{B8C33F72-7BC7-4582-8BF2-815383C7B594}" srcOrd="0" destOrd="0" parTransId="{87B278CB-CD29-4A4A-8DE6-380779B667D6}" sibTransId="{61B25D5B-7D87-4B03-AF08-2669330F517E}"/>
    <dgm:cxn modelId="{A1CB3363-9DA1-41D7-BEF7-2C36AF87E348}" type="presParOf" srcId="{DF0A0249-3312-4C68-9129-5D9DAF723E49}" destId="{966DB741-095D-4F82-8EA9-8FBD782C3B47}" srcOrd="0" destOrd="0" presId="urn:microsoft.com/office/officeart/2005/8/layout/radial1"/>
    <dgm:cxn modelId="{A655F26C-55E9-49C8-A778-D670D54E8ACC}" type="presParOf" srcId="{DF0A0249-3312-4C68-9129-5D9DAF723E49}" destId="{A33B00AC-7C5D-466D-A86E-A0995323FA30}" srcOrd="1" destOrd="0" presId="urn:microsoft.com/office/officeart/2005/8/layout/radial1"/>
    <dgm:cxn modelId="{055F1B42-2301-42CB-B90A-3D8788153FD2}" type="presParOf" srcId="{A33B00AC-7C5D-466D-A86E-A0995323FA30}" destId="{C6285751-481C-4B0B-8683-5347C18ADF4A}" srcOrd="0" destOrd="0" presId="urn:microsoft.com/office/officeart/2005/8/layout/radial1"/>
    <dgm:cxn modelId="{258BAE2F-8C97-470E-93AA-943369648142}" type="presParOf" srcId="{DF0A0249-3312-4C68-9129-5D9DAF723E49}" destId="{2509B8AD-00A0-43DB-B7D4-63A15E3B07B1}" srcOrd="2" destOrd="0" presId="urn:microsoft.com/office/officeart/2005/8/layout/radial1"/>
    <dgm:cxn modelId="{8C49CC09-DDA9-42AD-8915-7BEB5EAC504C}" type="presParOf" srcId="{DF0A0249-3312-4C68-9129-5D9DAF723E49}" destId="{002F57B9-1F5A-4948-9E66-765C5A0A4E16}" srcOrd="3" destOrd="0" presId="urn:microsoft.com/office/officeart/2005/8/layout/radial1"/>
    <dgm:cxn modelId="{5918C3D6-D6B7-4965-B914-2C524DE8FB7B}" type="presParOf" srcId="{002F57B9-1F5A-4948-9E66-765C5A0A4E16}" destId="{FD9A8DA2-3F7C-400D-87EC-E0E153243711}" srcOrd="0" destOrd="0" presId="urn:microsoft.com/office/officeart/2005/8/layout/radial1"/>
    <dgm:cxn modelId="{77A3B7C7-2567-493F-975B-5494505071CD}" type="presParOf" srcId="{DF0A0249-3312-4C68-9129-5D9DAF723E49}" destId="{E7006659-F7C9-41FF-A6B3-42437A72FB1E}" srcOrd="4" destOrd="0" presId="urn:microsoft.com/office/officeart/2005/8/layout/radial1"/>
    <dgm:cxn modelId="{9CBA9F31-8B4D-476B-9D44-80CEF025523D}" type="presParOf" srcId="{DF0A0249-3312-4C68-9129-5D9DAF723E49}" destId="{0DFCC62F-BC28-4D48-9527-4E7E303C7C87}" srcOrd="5" destOrd="0" presId="urn:microsoft.com/office/officeart/2005/8/layout/radial1"/>
    <dgm:cxn modelId="{0EDF0BA9-4E8B-4923-B8A8-3550FDF888D1}" type="presParOf" srcId="{0DFCC62F-BC28-4D48-9527-4E7E303C7C87}" destId="{27CF4C34-C046-4616-9569-C3D4EEC60980}" srcOrd="0" destOrd="0" presId="urn:microsoft.com/office/officeart/2005/8/layout/radial1"/>
    <dgm:cxn modelId="{4824C9D8-91BD-4CAF-B365-5764DDE1F860}" type="presParOf" srcId="{DF0A0249-3312-4C68-9129-5D9DAF723E49}" destId="{21778AE4-4D8A-466F-993D-A9C68A346B5A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2.xml><?xml version="1.0" encoding="utf-8"?>
<dgm:dataModel xmlns:dgm="http://schemas.openxmlformats.org/drawingml/2006/diagram" xmlns:a="http://schemas.openxmlformats.org/drawingml/2006/main">
  <dgm:ptLst>
    <dgm:pt modelId="{57B6571B-0020-4BFE-9957-167D1B545285}" type="doc">
      <dgm:prSet loTypeId="urn:microsoft.com/office/officeart/2005/8/layout/radial1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882B09-795C-45E8-AE64-45A698EA2C9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0CF766F5-2C04-405A-8E45-18F127999145}" type="parTrans" cxnId="{890CC251-05E3-46ED-B8CF-1F13FC21FEE6}">
      <dgm:prSet/>
      <dgm:spPr/>
    </dgm:pt>
    <dgm:pt modelId="{35E0483C-B50A-404E-9E6E-BBC85A23B22E}" type="sibTrans" cxnId="{890CC251-05E3-46ED-B8CF-1F13FC21FEE6}">
      <dgm:prSet/>
      <dgm:spPr/>
    </dgm:pt>
    <dgm:pt modelId="{B8AA33D1-AF4B-4575-8648-0DC10C4C746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0BC33280-FA9D-45C9-AC16-F39407DB879E}" type="parTrans" cxnId="{D644706F-D52B-49F4-AE2A-8FF08C94AC39}">
      <dgm:prSet/>
      <dgm:spPr/>
      <dgm:t>
        <a:bodyPr/>
        <a:lstStyle/>
        <a:p>
          <a:endParaRPr lang="en-US"/>
        </a:p>
      </dgm:t>
    </dgm:pt>
    <dgm:pt modelId="{D6877747-D0CE-45BB-85B6-94E096871C9C}" type="sibTrans" cxnId="{D644706F-D52B-49F4-AE2A-8FF08C94AC39}">
      <dgm:prSet/>
      <dgm:spPr/>
    </dgm:pt>
    <dgm:pt modelId="{D24FB1A1-6726-48F8-BCD5-F834E88624E2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D129B91-5892-4176-A036-BE8DA085FE89}" type="parTrans" cxnId="{9F4B6DC0-CA8F-4FDC-9D1E-CCA3282FCB04}">
      <dgm:prSet/>
      <dgm:spPr/>
      <dgm:t>
        <a:bodyPr/>
        <a:lstStyle/>
        <a:p>
          <a:endParaRPr lang="en-US"/>
        </a:p>
      </dgm:t>
    </dgm:pt>
    <dgm:pt modelId="{3FD3A2BD-5CAB-4F51-8802-49DF94CB55AE}" type="sibTrans" cxnId="{9F4B6DC0-CA8F-4FDC-9D1E-CCA3282FCB04}">
      <dgm:prSet/>
      <dgm:spPr/>
    </dgm:pt>
    <dgm:pt modelId="{4E2B7F7B-B031-44A8-89BF-B0A1CA15E5FF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C640B4B-C1D6-4F4D-AACC-3031A83EEACB}" type="parTrans" cxnId="{7EF94AA9-0B77-4665-85B6-B187334A67B1}">
      <dgm:prSet/>
      <dgm:spPr/>
      <dgm:t>
        <a:bodyPr/>
        <a:lstStyle/>
        <a:p>
          <a:endParaRPr lang="en-US"/>
        </a:p>
      </dgm:t>
    </dgm:pt>
    <dgm:pt modelId="{27C35A88-60EA-4735-B7B5-D90C5DC4F794}" type="sibTrans" cxnId="{7EF94AA9-0B77-4665-85B6-B187334A67B1}">
      <dgm:prSet/>
      <dgm:spPr/>
    </dgm:pt>
    <dgm:pt modelId="{DBE15942-9783-4374-953E-B57B26042257}" type="pres">
      <dgm:prSet presAssocID="{57B6571B-0020-4BFE-9957-167D1B54528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A6DD4B4-30C6-4B74-965F-7F46E4BF2105}" type="pres">
      <dgm:prSet presAssocID="{FA882B09-795C-45E8-AE64-45A698EA2C98}" presName="centerShape" presStyleLbl="node0" presStyleIdx="0" presStyleCnt="1"/>
      <dgm:spPr/>
    </dgm:pt>
    <dgm:pt modelId="{E3F97E2F-E3C8-4DCE-B9E6-A07691292377}" type="pres">
      <dgm:prSet presAssocID="{0BC33280-FA9D-45C9-AC16-F39407DB879E}" presName="Name9" presStyleLbl="parChTrans1D2" presStyleIdx="0" presStyleCnt="3"/>
      <dgm:spPr/>
    </dgm:pt>
    <dgm:pt modelId="{C107E202-FE34-4EFD-B050-7A3E455526F8}" type="pres">
      <dgm:prSet presAssocID="{0BC33280-FA9D-45C9-AC16-F39407DB879E}" presName="connTx" presStyleLbl="parChTrans1D2" presStyleIdx="0" presStyleCnt="3"/>
      <dgm:spPr/>
    </dgm:pt>
    <dgm:pt modelId="{7BDA3EBC-6442-4AB3-8D9F-5A22C939D89D}" type="pres">
      <dgm:prSet presAssocID="{B8AA33D1-AF4B-4575-8648-0DC10C4C7466}" presName="node" presStyleLbl="node1" presStyleIdx="0" presStyleCnt="3">
        <dgm:presLayoutVars>
          <dgm:bulletEnabled val="1"/>
        </dgm:presLayoutVars>
      </dgm:prSet>
      <dgm:spPr/>
    </dgm:pt>
    <dgm:pt modelId="{5661B053-CD2E-48EE-8D5B-59C2AF2A6C79}" type="pres">
      <dgm:prSet presAssocID="{DD129B91-5892-4176-A036-BE8DA085FE89}" presName="Name9" presStyleLbl="parChTrans1D2" presStyleIdx="1" presStyleCnt="3"/>
      <dgm:spPr/>
    </dgm:pt>
    <dgm:pt modelId="{061EA9FC-C590-45E8-A2A6-85A33906360C}" type="pres">
      <dgm:prSet presAssocID="{DD129B91-5892-4176-A036-BE8DA085FE89}" presName="connTx" presStyleLbl="parChTrans1D2" presStyleIdx="1" presStyleCnt="3"/>
      <dgm:spPr/>
    </dgm:pt>
    <dgm:pt modelId="{A1AD2E5D-0872-4685-8E67-5872370C9B0E}" type="pres">
      <dgm:prSet presAssocID="{D24FB1A1-6726-48F8-BCD5-F834E88624E2}" presName="node" presStyleLbl="node1" presStyleIdx="1" presStyleCnt="3">
        <dgm:presLayoutVars>
          <dgm:bulletEnabled val="1"/>
        </dgm:presLayoutVars>
      </dgm:prSet>
      <dgm:spPr/>
    </dgm:pt>
    <dgm:pt modelId="{28B3F2CD-9DF1-40EF-8F17-2EE99297C1CB}" type="pres">
      <dgm:prSet presAssocID="{FC640B4B-C1D6-4F4D-AACC-3031A83EEACB}" presName="Name9" presStyleLbl="parChTrans1D2" presStyleIdx="2" presStyleCnt="3"/>
      <dgm:spPr/>
    </dgm:pt>
    <dgm:pt modelId="{F6A04AF7-BD60-4915-AEDA-BEF010319E7E}" type="pres">
      <dgm:prSet presAssocID="{FC640B4B-C1D6-4F4D-AACC-3031A83EEACB}" presName="connTx" presStyleLbl="parChTrans1D2" presStyleIdx="2" presStyleCnt="3"/>
      <dgm:spPr/>
    </dgm:pt>
    <dgm:pt modelId="{3F209B97-373D-48F7-BEDC-CD8ED9F959FA}" type="pres">
      <dgm:prSet presAssocID="{4E2B7F7B-B031-44A8-89BF-B0A1CA15E5FF}" presName="node" presStyleLbl="node1" presStyleIdx="2" presStyleCnt="3">
        <dgm:presLayoutVars>
          <dgm:bulletEnabled val="1"/>
        </dgm:presLayoutVars>
      </dgm:prSet>
      <dgm:spPr/>
    </dgm:pt>
  </dgm:ptLst>
  <dgm:cxnLst>
    <dgm:cxn modelId="{506E2F07-7325-4F29-BDB2-78E825D99395}" type="presOf" srcId="{FA882B09-795C-45E8-AE64-45A698EA2C98}" destId="{AA6DD4B4-30C6-4B74-965F-7F46E4BF2105}" srcOrd="0" destOrd="0" presId="urn:microsoft.com/office/officeart/2005/8/layout/radial1"/>
    <dgm:cxn modelId="{0F11AA0B-355F-4389-BC85-588493187496}" type="presOf" srcId="{D24FB1A1-6726-48F8-BCD5-F834E88624E2}" destId="{A1AD2E5D-0872-4685-8E67-5872370C9B0E}" srcOrd="0" destOrd="0" presId="urn:microsoft.com/office/officeart/2005/8/layout/radial1"/>
    <dgm:cxn modelId="{D860C71E-D005-4912-BE60-A91169700BEF}" type="presOf" srcId="{57B6571B-0020-4BFE-9957-167D1B545285}" destId="{DBE15942-9783-4374-953E-B57B26042257}" srcOrd="0" destOrd="0" presId="urn:microsoft.com/office/officeart/2005/8/layout/radial1"/>
    <dgm:cxn modelId="{74B0365F-F072-4BDE-AC1B-89866F8D79E1}" type="presOf" srcId="{B8AA33D1-AF4B-4575-8648-0DC10C4C7466}" destId="{7BDA3EBC-6442-4AB3-8D9F-5A22C939D89D}" srcOrd="0" destOrd="0" presId="urn:microsoft.com/office/officeart/2005/8/layout/radial1"/>
    <dgm:cxn modelId="{AB503B4A-01EF-4B60-8060-F3EC038A3F2D}" type="presOf" srcId="{DD129B91-5892-4176-A036-BE8DA085FE89}" destId="{061EA9FC-C590-45E8-A2A6-85A33906360C}" srcOrd="1" destOrd="0" presId="urn:microsoft.com/office/officeart/2005/8/layout/radial1"/>
    <dgm:cxn modelId="{D644706F-D52B-49F4-AE2A-8FF08C94AC39}" srcId="{FA882B09-795C-45E8-AE64-45A698EA2C98}" destId="{B8AA33D1-AF4B-4575-8648-0DC10C4C7466}" srcOrd="0" destOrd="0" parTransId="{0BC33280-FA9D-45C9-AC16-F39407DB879E}" sibTransId="{D6877747-D0CE-45BB-85B6-94E096871C9C}"/>
    <dgm:cxn modelId="{890CC251-05E3-46ED-B8CF-1F13FC21FEE6}" srcId="{57B6571B-0020-4BFE-9957-167D1B545285}" destId="{FA882B09-795C-45E8-AE64-45A698EA2C98}" srcOrd="0" destOrd="0" parTransId="{0CF766F5-2C04-405A-8E45-18F127999145}" sibTransId="{35E0483C-B50A-404E-9E6E-BBC85A23B22E}"/>
    <dgm:cxn modelId="{E846F17E-84F3-435C-A90A-F3AA5D5BDEE8}" type="presOf" srcId="{4E2B7F7B-B031-44A8-89BF-B0A1CA15E5FF}" destId="{3F209B97-373D-48F7-BEDC-CD8ED9F959FA}" srcOrd="0" destOrd="0" presId="urn:microsoft.com/office/officeart/2005/8/layout/radial1"/>
    <dgm:cxn modelId="{D6891585-2170-4AF8-9715-FC9346CD0CC3}" type="presOf" srcId="{FC640B4B-C1D6-4F4D-AACC-3031A83EEACB}" destId="{28B3F2CD-9DF1-40EF-8F17-2EE99297C1CB}" srcOrd="0" destOrd="0" presId="urn:microsoft.com/office/officeart/2005/8/layout/radial1"/>
    <dgm:cxn modelId="{7EF94AA9-0B77-4665-85B6-B187334A67B1}" srcId="{FA882B09-795C-45E8-AE64-45A698EA2C98}" destId="{4E2B7F7B-B031-44A8-89BF-B0A1CA15E5FF}" srcOrd="2" destOrd="0" parTransId="{FC640B4B-C1D6-4F4D-AACC-3031A83EEACB}" sibTransId="{27C35A88-60EA-4735-B7B5-D90C5DC4F794}"/>
    <dgm:cxn modelId="{3FBCD5BD-B681-4781-BB81-C8F39BF7D915}" type="presOf" srcId="{DD129B91-5892-4176-A036-BE8DA085FE89}" destId="{5661B053-CD2E-48EE-8D5B-59C2AF2A6C79}" srcOrd="0" destOrd="0" presId="urn:microsoft.com/office/officeart/2005/8/layout/radial1"/>
    <dgm:cxn modelId="{9F4B6DC0-CA8F-4FDC-9D1E-CCA3282FCB04}" srcId="{FA882B09-795C-45E8-AE64-45A698EA2C98}" destId="{D24FB1A1-6726-48F8-BCD5-F834E88624E2}" srcOrd="1" destOrd="0" parTransId="{DD129B91-5892-4176-A036-BE8DA085FE89}" sibTransId="{3FD3A2BD-5CAB-4F51-8802-49DF94CB55AE}"/>
    <dgm:cxn modelId="{D7273AD5-474A-4EEA-AED2-182521DA00D0}" type="presOf" srcId="{0BC33280-FA9D-45C9-AC16-F39407DB879E}" destId="{C107E202-FE34-4EFD-B050-7A3E455526F8}" srcOrd="1" destOrd="0" presId="urn:microsoft.com/office/officeart/2005/8/layout/radial1"/>
    <dgm:cxn modelId="{876F32E3-9F0A-4CB7-98BF-CFA75ACDAE4B}" type="presOf" srcId="{FC640B4B-C1D6-4F4D-AACC-3031A83EEACB}" destId="{F6A04AF7-BD60-4915-AEDA-BEF010319E7E}" srcOrd="1" destOrd="0" presId="urn:microsoft.com/office/officeart/2005/8/layout/radial1"/>
    <dgm:cxn modelId="{DCBA30F1-A592-4286-902F-1FA3864F21F4}" type="presOf" srcId="{0BC33280-FA9D-45C9-AC16-F39407DB879E}" destId="{E3F97E2F-E3C8-4DCE-B9E6-A07691292377}" srcOrd="0" destOrd="0" presId="urn:microsoft.com/office/officeart/2005/8/layout/radial1"/>
    <dgm:cxn modelId="{6A133165-71F8-4F70-BF4C-83D8575F9138}" type="presParOf" srcId="{DBE15942-9783-4374-953E-B57B26042257}" destId="{AA6DD4B4-30C6-4B74-965F-7F46E4BF2105}" srcOrd="0" destOrd="0" presId="urn:microsoft.com/office/officeart/2005/8/layout/radial1"/>
    <dgm:cxn modelId="{E92F6EFF-5F07-47BD-9021-A4B35BE424FE}" type="presParOf" srcId="{DBE15942-9783-4374-953E-B57B26042257}" destId="{E3F97E2F-E3C8-4DCE-B9E6-A07691292377}" srcOrd="1" destOrd="0" presId="urn:microsoft.com/office/officeart/2005/8/layout/radial1"/>
    <dgm:cxn modelId="{9DA4C46D-BA43-409B-9476-4718B78EA20D}" type="presParOf" srcId="{E3F97E2F-E3C8-4DCE-B9E6-A07691292377}" destId="{C107E202-FE34-4EFD-B050-7A3E455526F8}" srcOrd="0" destOrd="0" presId="urn:microsoft.com/office/officeart/2005/8/layout/radial1"/>
    <dgm:cxn modelId="{EBFD3E71-FB21-4A74-A54C-DF4F4ABBDC46}" type="presParOf" srcId="{DBE15942-9783-4374-953E-B57B26042257}" destId="{7BDA3EBC-6442-4AB3-8D9F-5A22C939D89D}" srcOrd="2" destOrd="0" presId="urn:microsoft.com/office/officeart/2005/8/layout/radial1"/>
    <dgm:cxn modelId="{A5C1BFC2-D896-4B90-99AB-06F3F2ED96DD}" type="presParOf" srcId="{DBE15942-9783-4374-953E-B57B26042257}" destId="{5661B053-CD2E-48EE-8D5B-59C2AF2A6C79}" srcOrd="3" destOrd="0" presId="urn:microsoft.com/office/officeart/2005/8/layout/radial1"/>
    <dgm:cxn modelId="{7C71E4AD-1416-4A24-94D2-55FFDC2F51EE}" type="presParOf" srcId="{5661B053-CD2E-48EE-8D5B-59C2AF2A6C79}" destId="{061EA9FC-C590-45E8-A2A6-85A33906360C}" srcOrd="0" destOrd="0" presId="urn:microsoft.com/office/officeart/2005/8/layout/radial1"/>
    <dgm:cxn modelId="{593A5561-E7C4-46FE-B043-34B79D21B3CD}" type="presParOf" srcId="{DBE15942-9783-4374-953E-B57B26042257}" destId="{A1AD2E5D-0872-4685-8E67-5872370C9B0E}" srcOrd="4" destOrd="0" presId="urn:microsoft.com/office/officeart/2005/8/layout/radial1"/>
    <dgm:cxn modelId="{BB8DCCA0-6A9A-4B48-A550-1CAAACAFF807}" type="presParOf" srcId="{DBE15942-9783-4374-953E-B57B26042257}" destId="{28B3F2CD-9DF1-40EF-8F17-2EE99297C1CB}" srcOrd="5" destOrd="0" presId="urn:microsoft.com/office/officeart/2005/8/layout/radial1"/>
    <dgm:cxn modelId="{319BAADC-C204-4AD5-A197-3D5905571760}" type="presParOf" srcId="{28B3F2CD-9DF1-40EF-8F17-2EE99297C1CB}" destId="{F6A04AF7-BD60-4915-AEDA-BEF010319E7E}" srcOrd="0" destOrd="0" presId="urn:microsoft.com/office/officeart/2005/8/layout/radial1"/>
    <dgm:cxn modelId="{5EADFB52-B3E8-46FE-99F4-5793668E8820}" type="presParOf" srcId="{DBE15942-9783-4374-953E-B57B26042257}" destId="{3F209B97-373D-48F7-BEDC-CD8ED9F959FA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3.xml><?xml version="1.0" encoding="utf-8"?>
<dgm:dataModel xmlns:dgm="http://schemas.openxmlformats.org/drawingml/2006/diagram" xmlns:a="http://schemas.openxmlformats.org/drawingml/2006/main">
  <dgm:ptLst>
    <dgm:pt modelId="{D28B0D03-9534-4259-9936-739D9FC1D1C3}" type="doc">
      <dgm:prSet loTypeId="urn:microsoft.com/office/officeart/2005/8/layout/radial1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7C2F27-64D2-4F53-A30F-EB4169BC9C4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E5D28AD-E7D2-4FA4-8655-7AECAA34305D}" type="parTrans" cxnId="{47E66429-5FBE-4DAF-846B-6C0CACEC6530}">
      <dgm:prSet/>
      <dgm:spPr/>
    </dgm:pt>
    <dgm:pt modelId="{9B99067C-4A9D-4D63-B71A-D3995C0851BA}" type="sibTrans" cxnId="{47E66429-5FBE-4DAF-846B-6C0CACEC6530}">
      <dgm:prSet/>
      <dgm:spPr/>
    </dgm:pt>
    <dgm:pt modelId="{086499C4-F0FD-4638-B8B9-F8E5BA573D4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0FE3524D-6C86-48BF-B2BA-E1BFED80C719}" type="parTrans" cxnId="{8D7A8086-CA06-4252-A3BE-CD36E27ABC3A}">
      <dgm:prSet/>
      <dgm:spPr/>
      <dgm:t>
        <a:bodyPr/>
        <a:lstStyle/>
        <a:p>
          <a:endParaRPr lang="en-US"/>
        </a:p>
      </dgm:t>
    </dgm:pt>
    <dgm:pt modelId="{A4451CFF-451B-43E1-A033-73FB98A965FD}" type="sibTrans" cxnId="{8D7A8086-CA06-4252-A3BE-CD36E27ABC3A}">
      <dgm:prSet/>
      <dgm:spPr/>
    </dgm:pt>
    <dgm:pt modelId="{A808A0DE-1DC7-4183-AED6-65EAD925C2A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9CCB1015-E153-4E13-9496-517AC2D89D5D}" type="parTrans" cxnId="{740BF394-6A18-4863-85F1-1BEEAB8E14B5}">
      <dgm:prSet/>
      <dgm:spPr/>
      <dgm:t>
        <a:bodyPr/>
        <a:lstStyle/>
        <a:p>
          <a:endParaRPr lang="en-US"/>
        </a:p>
      </dgm:t>
    </dgm:pt>
    <dgm:pt modelId="{EC8D078D-26E8-4354-B826-F40EB9CA0D78}" type="sibTrans" cxnId="{740BF394-6A18-4863-85F1-1BEEAB8E14B5}">
      <dgm:prSet/>
      <dgm:spPr/>
    </dgm:pt>
    <dgm:pt modelId="{E2430082-A29A-440C-90C1-419E3EB213EE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943AED71-EAAD-4E32-BDB6-160A27F7EA09}" type="parTrans" cxnId="{B54E7F9A-1EA0-4FBD-8353-62660235DA1F}">
      <dgm:prSet/>
      <dgm:spPr/>
      <dgm:t>
        <a:bodyPr/>
        <a:lstStyle/>
        <a:p>
          <a:endParaRPr lang="en-US"/>
        </a:p>
      </dgm:t>
    </dgm:pt>
    <dgm:pt modelId="{D11E8FBD-607E-4396-9748-5D07CEB51F3D}" type="sibTrans" cxnId="{B54E7F9A-1EA0-4FBD-8353-62660235DA1F}">
      <dgm:prSet/>
      <dgm:spPr/>
    </dgm:pt>
    <dgm:pt modelId="{6F45E045-347E-4E05-BC9E-B329C50D0F5B}" type="pres">
      <dgm:prSet presAssocID="{D28B0D03-9534-4259-9936-739D9FC1D1C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C1C3A70-6AE1-4222-B775-440E81386797}" type="pres">
      <dgm:prSet presAssocID="{207C2F27-64D2-4F53-A30F-EB4169BC9C46}" presName="centerShape" presStyleLbl="node0" presStyleIdx="0" presStyleCnt="1"/>
      <dgm:spPr/>
    </dgm:pt>
    <dgm:pt modelId="{6861BAE4-AEE3-405A-8BE8-C3B5CC4B803F}" type="pres">
      <dgm:prSet presAssocID="{0FE3524D-6C86-48BF-B2BA-E1BFED80C719}" presName="Name9" presStyleLbl="parChTrans1D2" presStyleIdx="0" presStyleCnt="3"/>
      <dgm:spPr/>
    </dgm:pt>
    <dgm:pt modelId="{2C7F154E-7E0C-4D07-84C5-E131D83BD736}" type="pres">
      <dgm:prSet presAssocID="{0FE3524D-6C86-48BF-B2BA-E1BFED80C719}" presName="connTx" presStyleLbl="parChTrans1D2" presStyleIdx="0" presStyleCnt="3"/>
      <dgm:spPr/>
    </dgm:pt>
    <dgm:pt modelId="{08089AF9-720A-4039-97B2-F3B5A803DFF9}" type="pres">
      <dgm:prSet presAssocID="{086499C4-F0FD-4638-B8B9-F8E5BA573D41}" presName="node" presStyleLbl="node1" presStyleIdx="0" presStyleCnt="3">
        <dgm:presLayoutVars>
          <dgm:bulletEnabled val="1"/>
        </dgm:presLayoutVars>
      </dgm:prSet>
      <dgm:spPr/>
    </dgm:pt>
    <dgm:pt modelId="{1D13F5A6-6CB8-4791-8CEE-7C1871251CB4}" type="pres">
      <dgm:prSet presAssocID="{9CCB1015-E153-4E13-9496-517AC2D89D5D}" presName="Name9" presStyleLbl="parChTrans1D2" presStyleIdx="1" presStyleCnt="3"/>
      <dgm:spPr/>
    </dgm:pt>
    <dgm:pt modelId="{0793C0B1-D69E-493D-9293-7F598B9063ED}" type="pres">
      <dgm:prSet presAssocID="{9CCB1015-E153-4E13-9496-517AC2D89D5D}" presName="connTx" presStyleLbl="parChTrans1D2" presStyleIdx="1" presStyleCnt="3"/>
      <dgm:spPr/>
    </dgm:pt>
    <dgm:pt modelId="{9A0C1D74-9772-4675-855D-C960EA6BB356}" type="pres">
      <dgm:prSet presAssocID="{A808A0DE-1DC7-4183-AED6-65EAD925C2AA}" presName="node" presStyleLbl="node1" presStyleIdx="1" presStyleCnt="3">
        <dgm:presLayoutVars>
          <dgm:bulletEnabled val="1"/>
        </dgm:presLayoutVars>
      </dgm:prSet>
      <dgm:spPr/>
    </dgm:pt>
    <dgm:pt modelId="{2A8179B0-148A-4E31-9159-DB7DE8E397C4}" type="pres">
      <dgm:prSet presAssocID="{943AED71-EAAD-4E32-BDB6-160A27F7EA09}" presName="Name9" presStyleLbl="parChTrans1D2" presStyleIdx="2" presStyleCnt="3"/>
      <dgm:spPr/>
    </dgm:pt>
    <dgm:pt modelId="{46B1B2A2-FF25-418F-8BD6-AB0F4D3FC46C}" type="pres">
      <dgm:prSet presAssocID="{943AED71-EAAD-4E32-BDB6-160A27F7EA09}" presName="connTx" presStyleLbl="parChTrans1D2" presStyleIdx="2" presStyleCnt="3"/>
      <dgm:spPr/>
    </dgm:pt>
    <dgm:pt modelId="{A9054184-EA82-411A-B500-01D61F2CD731}" type="pres">
      <dgm:prSet presAssocID="{E2430082-A29A-440C-90C1-419E3EB213EE}" presName="node" presStyleLbl="node1" presStyleIdx="2" presStyleCnt="3">
        <dgm:presLayoutVars>
          <dgm:bulletEnabled val="1"/>
        </dgm:presLayoutVars>
      </dgm:prSet>
      <dgm:spPr/>
    </dgm:pt>
  </dgm:ptLst>
  <dgm:cxnLst>
    <dgm:cxn modelId="{04170A11-E30F-4F33-AD4A-2C40DF3461DE}" type="presOf" srcId="{943AED71-EAAD-4E32-BDB6-160A27F7EA09}" destId="{46B1B2A2-FF25-418F-8BD6-AB0F4D3FC46C}" srcOrd="1" destOrd="0" presId="urn:microsoft.com/office/officeart/2005/8/layout/radial1"/>
    <dgm:cxn modelId="{87848515-6AB8-402C-A7B5-BD80EF081AD4}" type="presOf" srcId="{A808A0DE-1DC7-4183-AED6-65EAD925C2AA}" destId="{9A0C1D74-9772-4675-855D-C960EA6BB356}" srcOrd="0" destOrd="0" presId="urn:microsoft.com/office/officeart/2005/8/layout/radial1"/>
    <dgm:cxn modelId="{F7238C1A-6FC6-4355-B436-B90A4ED8EFF2}" type="presOf" srcId="{E2430082-A29A-440C-90C1-419E3EB213EE}" destId="{A9054184-EA82-411A-B500-01D61F2CD731}" srcOrd="0" destOrd="0" presId="urn:microsoft.com/office/officeart/2005/8/layout/radial1"/>
    <dgm:cxn modelId="{47E66429-5FBE-4DAF-846B-6C0CACEC6530}" srcId="{D28B0D03-9534-4259-9936-739D9FC1D1C3}" destId="{207C2F27-64D2-4F53-A30F-EB4169BC9C46}" srcOrd="0" destOrd="0" parTransId="{3E5D28AD-E7D2-4FA4-8655-7AECAA34305D}" sibTransId="{9B99067C-4A9D-4D63-B71A-D3995C0851BA}"/>
    <dgm:cxn modelId="{681FCE2A-8C5F-4A56-BD1A-384DD899AF65}" type="presOf" srcId="{9CCB1015-E153-4E13-9496-517AC2D89D5D}" destId="{0793C0B1-D69E-493D-9293-7F598B9063ED}" srcOrd="1" destOrd="0" presId="urn:microsoft.com/office/officeart/2005/8/layout/radial1"/>
    <dgm:cxn modelId="{42761275-126A-4F66-BB6A-AE696D640E3D}" type="presOf" srcId="{0FE3524D-6C86-48BF-B2BA-E1BFED80C719}" destId="{2C7F154E-7E0C-4D07-84C5-E131D83BD736}" srcOrd="1" destOrd="0" presId="urn:microsoft.com/office/officeart/2005/8/layout/radial1"/>
    <dgm:cxn modelId="{671BC476-6DEB-45CC-AB72-619E94C70C2E}" type="presOf" srcId="{9CCB1015-E153-4E13-9496-517AC2D89D5D}" destId="{1D13F5A6-6CB8-4791-8CEE-7C1871251CB4}" srcOrd="0" destOrd="0" presId="urn:microsoft.com/office/officeart/2005/8/layout/radial1"/>
    <dgm:cxn modelId="{BD38A884-79E3-44D1-9C07-7713633D341A}" type="presOf" srcId="{0FE3524D-6C86-48BF-B2BA-E1BFED80C719}" destId="{6861BAE4-AEE3-405A-8BE8-C3B5CC4B803F}" srcOrd="0" destOrd="0" presId="urn:microsoft.com/office/officeart/2005/8/layout/radial1"/>
    <dgm:cxn modelId="{8D7A8086-CA06-4252-A3BE-CD36E27ABC3A}" srcId="{207C2F27-64D2-4F53-A30F-EB4169BC9C46}" destId="{086499C4-F0FD-4638-B8B9-F8E5BA573D41}" srcOrd="0" destOrd="0" parTransId="{0FE3524D-6C86-48BF-B2BA-E1BFED80C719}" sibTransId="{A4451CFF-451B-43E1-A033-73FB98A965FD}"/>
    <dgm:cxn modelId="{8E050693-B15A-4B5C-A639-040EDFD8F502}" type="presOf" srcId="{D28B0D03-9534-4259-9936-739D9FC1D1C3}" destId="{6F45E045-347E-4E05-BC9E-B329C50D0F5B}" srcOrd="0" destOrd="0" presId="urn:microsoft.com/office/officeart/2005/8/layout/radial1"/>
    <dgm:cxn modelId="{740BF394-6A18-4863-85F1-1BEEAB8E14B5}" srcId="{207C2F27-64D2-4F53-A30F-EB4169BC9C46}" destId="{A808A0DE-1DC7-4183-AED6-65EAD925C2AA}" srcOrd="1" destOrd="0" parTransId="{9CCB1015-E153-4E13-9496-517AC2D89D5D}" sibTransId="{EC8D078D-26E8-4354-B826-F40EB9CA0D78}"/>
    <dgm:cxn modelId="{115B8D99-BE99-47D5-AA56-4AA22503EF86}" type="presOf" srcId="{086499C4-F0FD-4638-B8B9-F8E5BA573D41}" destId="{08089AF9-720A-4039-97B2-F3B5A803DFF9}" srcOrd="0" destOrd="0" presId="urn:microsoft.com/office/officeart/2005/8/layout/radial1"/>
    <dgm:cxn modelId="{B54E7F9A-1EA0-4FBD-8353-62660235DA1F}" srcId="{207C2F27-64D2-4F53-A30F-EB4169BC9C46}" destId="{E2430082-A29A-440C-90C1-419E3EB213EE}" srcOrd="2" destOrd="0" parTransId="{943AED71-EAAD-4E32-BDB6-160A27F7EA09}" sibTransId="{D11E8FBD-607E-4396-9748-5D07CEB51F3D}"/>
    <dgm:cxn modelId="{3841C1AD-A932-47BE-8726-BE5021698A8A}" type="presOf" srcId="{943AED71-EAAD-4E32-BDB6-160A27F7EA09}" destId="{2A8179B0-148A-4E31-9159-DB7DE8E397C4}" srcOrd="0" destOrd="0" presId="urn:microsoft.com/office/officeart/2005/8/layout/radial1"/>
    <dgm:cxn modelId="{782AEABD-28EB-4714-B09E-E82BB7B75F50}" type="presOf" srcId="{207C2F27-64D2-4F53-A30F-EB4169BC9C46}" destId="{DC1C3A70-6AE1-4222-B775-440E81386797}" srcOrd="0" destOrd="0" presId="urn:microsoft.com/office/officeart/2005/8/layout/radial1"/>
    <dgm:cxn modelId="{2047B124-A7CA-45BE-9D8C-BFA4634283B1}" type="presParOf" srcId="{6F45E045-347E-4E05-BC9E-B329C50D0F5B}" destId="{DC1C3A70-6AE1-4222-B775-440E81386797}" srcOrd="0" destOrd="0" presId="urn:microsoft.com/office/officeart/2005/8/layout/radial1"/>
    <dgm:cxn modelId="{D88DC395-8BF7-4DE1-975D-9C00F421E49C}" type="presParOf" srcId="{6F45E045-347E-4E05-BC9E-B329C50D0F5B}" destId="{6861BAE4-AEE3-405A-8BE8-C3B5CC4B803F}" srcOrd="1" destOrd="0" presId="urn:microsoft.com/office/officeart/2005/8/layout/radial1"/>
    <dgm:cxn modelId="{9C1C6BE0-105F-4E1D-9258-E26DFFD87BB3}" type="presParOf" srcId="{6861BAE4-AEE3-405A-8BE8-C3B5CC4B803F}" destId="{2C7F154E-7E0C-4D07-84C5-E131D83BD736}" srcOrd="0" destOrd="0" presId="urn:microsoft.com/office/officeart/2005/8/layout/radial1"/>
    <dgm:cxn modelId="{8D8FD874-EF12-45AD-8FF1-5266E4264BF1}" type="presParOf" srcId="{6F45E045-347E-4E05-BC9E-B329C50D0F5B}" destId="{08089AF9-720A-4039-97B2-F3B5A803DFF9}" srcOrd="2" destOrd="0" presId="urn:microsoft.com/office/officeart/2005/8/layout/radial1"/>
    <dgm:cxn modelId="{0F76EA7E-5297-4AD0-8885-143A5270F652}" type="presParOf" srcId="{6F45E045-347E-4E05-BC9E-B329C50D0F5B}" destId="{1D13F5A6-6CB8-4791-8CEE-7C1871251CB4}" srcOrd="3" destOrd="0" presId="urn:microsoft.com/office/officeart/2005/8/layout/radial1"/>
    <dgm:cxn modelId="{6B30F024-7F85-425C-A4F5-CD81D467CA4D}" type="presParOf" srcId="{1D13F5A6-6CB8-4791-8CEE-7C1871251CB4}" destId="{0793C0B1-D69E-493D-9293-7F598B9063ED}" srcOrd="0" destOrd="0" presId="urn:microsoft.com/office/officeart/2005/8/layout/radial1"/>
    <dgm:cxn modelId="{DAAECFDC-ACB6-452B-874B-E556565826F2}" type="presParOf" srcId="{6F45E045-347E-4E05-BC9E-B329C50D0F5B}" destId="{9A0C1D74-9772-4675-855D-C960EA6BB356}" srcOrd="4" destOrd="0" presId="urn:microsoft.com/office/officeart/2005/8/layout/radial1"/>
    <dgm:cxn modelId="{C9326E18-8F4C-4C18-BD75-80AD75A0D0F4}" type="presParOf" srcId="{6F45E045-347E-4E05-BC9E-B329C50D0F5B}" destId="{2A8179B0-148A-4E31-9159-DB7DE8E397C4}" srcOrd="5" destOrd="0" presId="urn:microsoft.com/office/officeart/2005/8/layout/radial1"/>
    <dgm:cxn modelId="{391D6383-D758-48EE-B7D0-F29E9B42B39F}" type="presParOf" srcId="{2A8179B0-148A-4E31-9159-DB7DE8E397C4}" destId="{46B1B2A2-FF25-418F-8BD6-AB0F4D3FC46C}" srcOrd="0" destOrd="0" presId="urn:microsoft.com/office/officeart/2005/8/layout/radial1"/>
    <dgm:cxn modelId="{8CAE20E3-B485-4D9B-AC5B-333800DD32EC}" type="presParOf" srcId="{6F45E045-347E-4E05-BC9E-B329C50D0F5B}" destId="{A9054184-EA82-411A-B500-01D61F2CD731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4.xml><?xml version="1.0" encoding="utf-8"?>
<dgm:dataModel xmlns:dgm="http://schemas.openxmlformats.org/drawingml/2006/diagram" xmlns:a="http://schemas.openxmlformats.org/drawingml/2006/main">
  <dgm:ptLst>
    <dgm:pt modelId="{F2D416C9-DCDB-4E92-BD0E-7FAFEBA235AA}" type="doc">
      <dgm:prSet loTypeId="urn:microsoft.com/office/officeart/2005/8/layout/radial1" loCatId="relationship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E53223-35BC-4D48-980A-3D29346179CC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39824CE-3EEC-481D-99EC-930658803378}" type="parTrans" cxnId="{A65D5BE4-1C27-44E7-AD8A-C3EA1F9A3851}">
      <dgm:prSet/>
      <dgm:spPr/>
    </dgm:pt>
    <dgm:pt modelId="{B1F06DC1-1CB2-44EA-BC9C-046C87C3B351}" type="sibTrans" cxnId="{A65D5BE4-1C27-44E7-AD8A-C3EA1F9A3851}">
      <dgm:prSet/>
      <dgm:spPr/>
    </dgm:pt>
    <dgm:pt modelId="{0941D1A0-F93F-4509-A35B-FB1CCA993476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A7C701DB-AF48-4B1F-86F4-5C8C86CAB98C}" type="parTrans" cxnId="{5984C915-7EF6-40A7-9FDF-70EEA29AEAE5}">
      <dgm:prSet/>
      <dgm:spPr/>
      <dgm:t>
        <a:bodyPr/>
        <a:lstStyle/>
        <a:p>
          <a:endParaRPr lang="en-US"/>
        </a:p>
      </dgm:t>
    </dgm:pt>
    <dgm:pt modelId="{F05B8586-1A8F-405D-AA64-6D70B4BA485F}" type="sibTrans" cxnId="{5984C915-7EF6-40A7-9FDF-70EEA29AEAE5}">
      <dgm:prSet/>
      <dgm:spPr/>
    </dgm:pt>
    <dgm:pt modelId="{CF13C597-0E28-400F-A502-C4DB28926C3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9C2C0457-3575-4262-9705-C2F8A5D26D1E}" type="parTrans" cxnId="{8FB760EA-452D-495F-BEC6-F7917958AE85}">
      <dgm:prSet/>
      <dgm:spPr/>
      <dgm:t>
        <a:bodyPr/>
        <a:lstStyle/>
        <a:p>
          <a:endParaRPr lang="en-US"/>
        </a:p>
      </dgm:t>
    </dgm:pt>
    <dgm:pt modelId="{E4F78F78-2FB1-4EC8-9EC1-87CC6CF4E487}" type="sibTrans" cxnId="{8FB760EA-452D-495F-BEC6-F7917958AE85}">
      <dgm:prSet/>
      <dgm:spPr/>
    </dgm:pt>
    <dgm:pt modelId="{8A4A405A-1570-442F-979C-1A16BB24917C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ED627C84-0998-48A6-B425-0BFA59D07A64}" type="parTrans" cxnId="{94A60DF9-1E7C-4417-BA39-7E078B98D8A5}">
      <dgm:prSet/>
      <dgm:spPr/>
      <dgm:t>
        <a:bodyPr/>
        <a:lstStyle/>
        <a:p>
          <a:endParaRPr lang="en-US"/>
        </a:p>
      </dgm:t>
    </dgm:pt>
    <dgm:pt modelId="{1560BB89-4F55-476D-A414-93820442F559}" type="sibTrans" cxnId="{94A60DF9-1E7C-4417-BA39-7E078B98D8A5}">
      <dgm:prSet/>
      <dgm:spPr/>
    </dgm:pt>
    <dgm:pt modelId="{C214E75D-2229-4F39-9C91-7DF4F64CACDD}" type="pres">
      <dgm:prSet presAssocID="{F2D416C9-DCDB-4E92-BD0E-7FAFEBA235A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29F0873-AD62-4CE0-BF4C-E2A904357F80}" type="pres">
      <dgm:prSet presAssocID="{FBE53223-35BC-4D48-980A-3D29346179CC}" presName="centerShape" presStyleLbl="node0" presStyleIdx="0" presStyleCnt="1"/>
      <dgm:spPr/>
    </dgm:pt>
    <dgm:pt modelId="{687E2AEE-06BE-4F90-838A-DF293C3BA02B}" type="pres">
      <dgm:prSet presAssocID="{A7C701DB-AF48-4B1F-86F4-5C8C86CAB98C}" presName="Name9" presStyleLbl="parChTrans1D2" presStyleIdx="0" presStyleCnt="3"/>
      <dgm:spPr/>
    </dgm:pt>
    <dgm:pt modelId="{54996C20-CF5D-4A1A-94D5-E9F461525B19}" type="pres">
      <dgm:prSet presAssocID="{A7C701DB-AF48-4B1F-86F4-5C8C86CAB98C}" presName="connTx" presStyleLbl="parChTrans1D2" presStyleIdx="0" presStyleCnt="3"/>
      <dgm:spPr/>
    </dgm:pt>
    <dgm:pt modelId="{FADEB5AC-5FC9-474E-AEDA-5BC0A52A0B3C}" type="pres">
      <dgm:prSet presAssocID="{0941D1A0-F93F-4509-A35B-FB1CCA993476}" presName="node" presStyleLbl="node1" presStyleIdx="0" presStyleCnt="3">
        <dgm:presLayoutVars>
          <dgm:bulletEnabled val="1"/>
        </dgm:presLayoutVars>
      </dgm:prSet>
      <dgm:spPr/>
    </dgm:pt>
    <dgm:pt modelId="{71946C07-2D97-4021-989D-220FF8AC9412}" type="pres">
      <dgm:prSet presAssocID="{9C2C0457-3575-4262-9705-C2F8A5D26D1E}" presName="Name9" presStyleLbl="parChTrans1D2" presStyleIdx="1" presStyleCnt="3"/>
      <dgm:spPr/>
    </dgm:pt>
    <dgm:pt modelId="{0E1F39FC-3C27-4C1E-8206-AFA514160354}" type="pres">
      <dgm:prSet presAssocID="{9C2C0457-3575-4262-9705-C2F8A5D26D1E}" presName="connTx" presStyleLbl="parChTrans1D2" presStyleIdx="1" presStyleCnt="3"/>
      <dgm:spPr/>
    </dgm:pt>
    <dgm:pt modelId="{1D856FD9-6DC7-42DC-BBAE-4E26890514E2}" type="pres">
      <dgm:prSet presAssocID="{CF13C597-0E28-400F-A502-C4DB28926C3B}" presName="node" presStyleLbl="node1" presStyleIdx="1" presStyleCnt="3">
        <dgm:presLayoutVars>
          <dgm:bulletEnabled val="1"/>
        </dgm:presLayoutVars>
      </dgm:prSet>
      <dgm:spPr/>
    </dgm:pt>
    <dgm:pt modelId="{1371DB28-6828-4C8A-B37C-1F24DB5008AC}" type="pres">
      <dgm:prSet presAssocID="{ED627C84-0998-48A6-B425-0BFA59D07A64}" presName="Name9" presStyleLbl="parChTrans1D2" presStyleIdx="2" presStyleCnt="3"/>
      <dgm:spPr/>
    </dgm:pt>
    <dgm:pt modelId="{8DFAE66E-C3DD-4981-BBA6-33F7B592AF8C}" type="pres">
      <dgm:prSet presAssocID="{ED627C84-0998-48A6-B425-0BFA59D07A64}" presName="connTx" presStyleLbl="parChTrans1D2" presStyleIdx="2" presStyleCnt="3"/>
      <dgm:spPr/>
    </dgm:pt>
    <dgm:pt modelId="{D7A2A7E8-2037-46A9-A8F9-14B358FBC47D}" type="pres">
      <dgm:prSet presAssocID="{8A4A405A-1570-442F-979C-1A16BB24917C}" presName="node" presStyleLbl="node1" presStyleIdx="2" presStyleCnt="3">
        <dgm:presLayoutVars>
          <dgm:bulletEnabled val="1"/>
        </dgm:presLayoutVars>
      </dgm:prSet>
      <dgm:spPr/>
    </dgm:pt>
  </dgm:ptLst>
  <dgm:cxnLst>
    <dgm:cxn modelId="{C0744505-4F4C-4CD7-B0D1-2BC04D946B27}" type="presOf" srcId="{0941D1A0-F93F-4509-A35B-FB1CCA993476}" destId="{FADEB5AC-5FC9-474E-AEDA-5BC0A52A0B3C}" srcOrd="0" destOrd="0" presId="urn:microsoft.com/office/officeart/2005/8/layout/radial1"/>
    <dgm:cxn modelId="{5984C915-7EF6-40A7-9FDF-70EEA29AEAE5}" srcId="{FBE53223-35BC-4D48-980A-3D29346179CC}" destId="{0941D1A0-F93F-4509-A35B-FB1CCA993476}" srcOrd="0" destOrd="0" parTransId="{A7C701DB-AF48-4B1F-86F4-5C8C86CAB98C}" sibTransId="{F05B8586-1A8F-405D-AA64-6D70B4BA485F}"/>
    <dgm:cxn modelId="{48173444-7F4F-4057-8C3B-081E8CC0E2A2}" type="presOf" srcId="{9C2C0457-3575-4262-9705-C2F8A5D26D1E}" destId="{71946C07-2D97-4021-989D-220FF8AC9412}" srcOrd="0" destOrd="0" presId="urn:microsoft.com/office/officeart/2005/8/layout/radial1"/>
    <dgm:cxn modelId="{852B7171-6878-4FF6-AE5B-35C6B791105C}" type="presOf" srcId="{FBE53223-35BC-4D48-980A-3D29346179CC}" destId="{529F0873-AD62-4CE0-BF4C-E2A904357F80}" srcOrd="0" destOrd="0" presId="urn:microsoft.com/office/officeart/2005/8/layout/radial1"/>
    <dgm:cxn modelId="{46A58D74-0E7F-4928-80D6-AEE197FC97F8}" type="presOf" srcId="{9C2C0457-3575-4262-9705-C2F8A5D26D1E}" destId="{0E1F39FC-3C27-4C1E-8206-AFA514160354}" srcOrd="1" destOrd="0" presId="urn:microsoft.com/office/officeart/2005/8/layout/radial1"/>
    <dgm:cxn modelId="{B3ACB359-4996-4712-BDC8-C3FBFA385603}" type="presOf" srcId="{A7C701DB-AF48-4B1F-86F4-5C8C86CAB98C}" destId="{54996C20-CF5D-4A1A-94D5-E9F461525B19}" srcOrd="1" destOrd="0" presId="urn:microsoft.com/office/officeart/2005/8/layout/radial1"/>
    <dgm:cxn modelId="{BAD9D182-06E3-4A26-9511-3109C06E8EF1}" type="presOf" srcId="{ED627C84-0998-48A6-B425-0BFA59D07A64}" destId="{1371DB28-6828-4C8A-B37C-1F24DB5008AC}" srcOrd="0" destOrd="0" presId="urn:microsoft.com/office/officeart/2005/8/layout/radial1"/>
    <dgm:cxn modelId="{BC807C88-9060-4D3C-B767-0FD2EED9D20C}" type="presOf" srcId="{8A4A405A-1570-442F-979C-1A16BB24917C}" destId="{D7A2A7E8-2037-46A9-A8F9-14B358FBC47D}" srcOrd="0" destOrd="0" presId="urn:microsoft.com/office/officeart/2005/8/layout/radial1"/>
    <dgm:cxn modelId="{6912E995-EFC5-451A-BCCB-122D8AC61BF3}" type="presOf" srcId="{ED627C84-0998-48A6-B425-0BFA59D07A64}" destId="{8DFAE66E-C3DD-4981-BBA6-33F7B592AF8C}" srcOrd="1" destOrd="0" presId="urn:microsoft.com/office/officeart/2005/8/layout/radial1"/>
    <dgm:cxn modelId="{0AEDA2AF-2ED5-4CA7-A7D5-CE89D8C3A48D}" type="presOf" srcId="{CF13C597-0E28-400F-A502-C4DB28926C3B}" destId="{1D856FD9-6DC7-42DC-BBAE-4E26890514E2}" srcOrd="0" destOrd="0" presId="urn:microsoft.com/office/officeart/2005/8/layout/radial1"/>
    <dgm:cxn modelId="{8B1A33BE-2307-4761-BAE5-29A1D74448C9}" type="presOf" srcId="{A7C701DB-AF48-4B1F-86F4-5C8C86CAB98C}" destId="{687E2AEE-06BE-4F90-838A-DF293C3BA02B}" srcOrd="0" destOrd="0" presId="urn:microsoft.com/office/officeart/2005/8/layout/radial1"/>
    <dgm:cxn modelId="{BBB83CC1-BBA1-4472-A75E-BC1D1A0A3D2D}" type="presOf" srcId="{F2D416C9-DCDB-4E92-BD0E-7FAFEBA235AA}" destId="{C214E75D-2229-4F39-9C91-7DF4F64CACDD}" srcOrd="0" destOrd="0" presId="urn:microsoft.com/office/officeart/2005/8/layout/radial1"/>
    <dgm:cxn modelId="{A65D5BE4-1C27-44E7-AD8A-C3EA1F9A3851}" srcId="{F2D416C9-DCDB-4E92-BD0E-7FAFEBA235AA}" destId="{FBE53223-35BC-4D48-980A-3D29346179CC}" srcOrd="0" destOrd="0" parTransId="{D39824CE-3EEC-481D-99EC-930658803378}" sibTransId="{B1F06DC1-1CB2-44EA-BC9C-046C87C3B351}"/>
    <dgm:cxn modelId="{8FB760EA-452D-495F-BEC6-F7917958AE85}" srcId="{FBE53223-35BC-4D48-980A-3D29346179CC}" destId="{CF13C597-0E28-400F-A502-C4DB28926C3B}" srcOrd="1" destOrd="0" parTransId="{9C2C0457-3575-4262-9705-C2F8A5D26D1E}" sibTransId="{E4F78F78-2FB1-4EC8-9EC1-87CC6CF4E487}"/>
    <dgm:cxn modelId="{94A60DF9-1E7C-4417-BA39-7E078B98D8A5}" srcId="{FBE53223-35BC-4D48-980A-3D29346179CC}" destId="{8A4A405A-1570-442F-979C-1A16BB24917C}" srcOrd="2" destOrd="0" parTransId="{ED627C84-0998-48A6-B425-0BFA59D07A64}" sibTransId="{1560BB89-4F55-476D-A414-93820442F559}"/>
    <dgm:cxn modelId="{AE1FAC67-D74F-439A-9667-B403CB54ED07}" type="presParOf" srcId="{C214E75D-2229-4F39-9C91-7DF4F64CACDD}" destId="{529F0873-AD62-4CE0-BF4C-E2A904357F80}" srcOrd="0" destOrd="0" presId="urn:microsoft.com/office/officeart/2005/8/layout/radial1"/>
    <dgm:cxn modelId="{981A49DA-5F1E-4AB1-B2E3-91BD5BBEEACA}" type="presParOf" srcId="{C214E75D-2229-4F39-9C91-7DF4F64CACDD}" destId="{687E2AEE-06BE-4F90-838A-DF293C3BA02B}" srcOrd="1" destOrd="0" presId="urn:microsoft.com/office/officeart/2005/8/layout/radial1"/>
    <dgm:cxn modelId="{69F12D0D-AC1D-4366-8411-B55A608580FA}" type="presParOf" srcId="{687E2AEE-06BE-4F90-838A-DF293C3BA02B}" destId="{54996C20-CF5D-4A1A-94D5-E9F461525B19}" srcOrd="0" destOrd="0" presId="urn:microsoft.com/office/officeart/2005/8/layout/radial1"/>
    <dgm:cxn modelId="{49096E49-9402-4FE2-84C1-BBBB1EBC2B1F}" type="presParOf" srcId="{C214E75D-2229-4F39-9C91-7DF4F64CACDD}" destId="{FADEB5AC-5FC9-474E-AEDA-5BC0A52A0B3C}" srcOrd="2" destOrd="0" presId="urn:microsoft.com/office/officeart/2005/8/layout/radial1"/>
    <dgm:cxn modelId="{33731D96-E32C-4C8F-AF64-06009BC14057}" type="presParOf" srcId="{C214E75D-2229-4F39-9C91-7DF4F64CACDD}" destId="{71946C07-2D97-4021-989D-220FF8AC9412}" srcOrd="3" destOrd="0" presId="urn:microsoft.com/office/officeart/2005/8/layout/radial1"/>
    <dgm:cxn modelId="{7974C8AC-3D53-4827-86CE-5AC6C187D65A}" type="presParOf" srcId="{71946C07-2D97-4021-989D-220FF8AC9412}" destId="{0E1F39FC-3C27-4C1E-8206-AFA514160354}" srcOrd="0" destOrd="0" presId="urn:microsoft.com/office/officeart/2005/8/layout/radial1"/>
    <dgm:cxn modelId="{131D1176-1244-48C6-A997-9BC6AD527A4B}" type="presParOf" srcId="{C214E75D-2229-4F39-9C91-7DF4F64CACDD}" destId="{1D856FD9-6DC7-42DC-BBAE-4E26890514E2}" srcOrd="4" destOrd="0" presId="urn:microsoft.com/office/officeart/2005/8/layout/radial1"/>
    <dgm:cxn modelId="{8104325D-EBDB-4179-BFD1-1B6A73C15A22}" type="presParOf" srcId="{C214E75D-2229-4F39-9C91-7DF4F64CACDD}" destId="{1371DB28-6828-4C8A-B37C-1F24DB5008AC}" srcOrd="5" destOrd="0" presId="urn:microsoft.com/office/officeart/2005/8/layout/radial1"/>
    <dgm:cxn modelId="{ED0526EB-54EF-4C77-BBF9-41B668DF9F19}" type="presParOf" srcId="{1371DB28-6828-4C8A-B37C-1F24DB5008AC}" destId="{8DFAE66E-C3DD-4981-BBA6-33F7B592AF8C}" srcOrd="0" destOrd="0" presId="urn:microsoft.com/office/officeart/2005/8/layout/radial1"/>
    <dgm:cxn modelId="{B3C98E79-A064-45A1-91A6-866CEE366422}" type="presParOf" srcId="{C214E75D-2229-4F39-9C91-7DF4F64CACDD}" destId="{D7A2A7E8-2037-46A9-A8F9-14B358FBC47D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5.xml><?xml version="1.0" encoding="utf-8"?>
<dgm:dataModel xmlns:dgm="http://schemas.openxmlformats.org/drawingml/2006/diagram" xmlns:a="http://schemas.openxmlformats.org/drawingml/2006/main">
  <dgm:ptLst>
    <dgm:pt modelId="{743494AB-12AD-464A-B250-1811042B00D4}" type="doc">
      <dgm:prSet loTypeId="urn:microsoft.com/office/officeart/2005/8/layout/radia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A5EAB1-4895-4CD7-BEB6-E1A9E508035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DA1DA6C-81D3-4B26-8866-EEBD709C2185}" type="parTrans" cxnId="{779E0486-5CD3-4289-9909-62FC4203BFC8}">
      <dgm:prSet/>
      <dgm:spPr/>
    </dgm:pt>
    <dgm:pt modelId="{3C1773E3-2E11-4491-94ED-D61BECA48CD9}" type="sibTrans" cxnId="{779E0486-5CD3-4289-9909-62FC4203BFC8}">
      <dgm:prSet/>
      <dgm:spPr/>
    </dgm:pt>
    <dgm:pt modelId="{8AEF605E-E180-476A-866A-B8184D53F554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12590D56-A3D6-4B01-B8B5-B5C68BF7865F}" type="parTrans" cxnId="{025D88DF-DDAA-49D8-8B9B-6938F0FC3F2A}">
      <dgm:prSet/>
      <dgm:spPr/>
      <dgm:t>
        <a:bodyPr/>
        <a:lstStyle/>
        <a:p>
          <a:endParaRPr lang="en-US"/>
        </a:p>
      </dgm:t>
    </dgm:pt>
    <dgm:pt modelId="{C61A13FA-187C-4797-B238-52F8DE1FDBEF}" type="sibTrans" cxnId="{025D88DF-DDAA-49D8-8B9B-6938F0FC3F2A}">
      <dgm:prSet/>
      <dgm:spPr/>
    </dgm:pt>
    <dgm:pt modelId="{8EB51ED8-70EE-4D00-8942-05397972CF8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C0F3229-10AE-401E-A8DB-56753AED881B}" type="parTrans" cxnId="{F37D3F95-93F9-43C9-8C30-BB741D8E597E}">
      <dgm:prSet/>
      <dgm:spPr/>
      <dgm:t>
        <a:bodyPr/>
        <a:lstStyle/>
        <a:p>
          <a:endParaRPr lang="en-US"/>
        </a:p>
      </dgm:t>
    </dgm:pt>
    <dgm:pt modelId="{CAA6C68C-DF07-48DD-A255-D7B43622BD5A}" type="sibTrans" cxnId="{F37D3F95-93F9-43C9-8C30-BB741D8E597E}">
      <dgm:prSet/>
      <dgm:spPr/>
    </dgm:pt>
    <dgm:pt modelId="{92AEEA0A-12E9-4692-A3F3-9BABDA8E163A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2DBC282-D37B-4567-8DEA-FA4081EAA5A6}" type="parTrans" cxnId="{7728B55B-3C00-4BC2-91BB-242EB11D1760}">
      <dgm:prSet/>
      <dgm:spPr/>
      <dgm:t>
        <a:bodyPr/>
        <a:lstStyle/>
        <a:p>
          <a:endParaRPr lang="en-US"/>
        </a:p>
      </dgm:t>
    </dgm:pt>
    <dgm:pt modelId="{68ED1655-68F1-4EEB-B89F-B6CB29C8461D}" type="sibTrans" cxnId="{7728B55B-3C00-4BC2-91BB-242EB11D1760}">
      <dgm:prSet/>
      <dgm:spPr/>
    </dgm:pt>
    <dgm:pt modelId="{0655A0B3-8AD4-42CE-98AF-6651569B64DA}" type="pres">
      <dgm:prSet presAssocID="{743494AB-12AD-464A-B250-1811042B00D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24026F3-22F1-4561-B28C-81D592A1FC59}" type="pres">
      <dgm:prSet presAssocID="{30A5EAB1-4895-4CD7-BEB6-E1A9E5080352}" presName="centerShape" presStyleLbl="node0" presStyleIdx="0" presStyleCnt="1"/>
      <dgm:spPr/>
    </dgm:pt>
    <dgm:pt modelId="{58F87C97-F789-4D52-BDEF-BB805C8765E5}" type="pres">
      <dgm:prSet presAssocID="{12590D56-A3D6-4B01-B8B5-B5C68BF7865F}" presName="Name9" presStyleLbl="parChTrans1D2" presStyleIdx="0" presStyleCnt="3"/>
      <dgm:spPr/>
    </dgm:pt>
    <dgm:pt modelId="{8F39C4C8-F112-4642-B9EF-676FFA702A13}" type="pres">
      <dgm:prSet presAssocID="{12590D56-A3D6-4B01-B8B5-B5C68BF7865F}" presName="connTx" presStyleLbl="parChTrans1D2" presStyleIdx="0" presStyleCnt="3"/>
      <dgm:spPr/>
    </dgm:pt>
    <dgm:pt modelId="{DE858C67-6836-4070-ABA9-C2140CCAFB79}" type="pres">
      <dgm:prSet presAssocID="{8AEF605E-E180-476A-866A-B8184D53F554}" presName="node" presStyleLbl="node1" presStyleIdx="0" presStyleCnt="3">
        <dgm:presLayoutVars>
          <dgm:bulletEnabled val="1"/>
        </dgm:presLayoutVars>
      </dgm:prSet>
      <dgm:spPr/>
    </dgm:pt>
    <dgm:pt modelId="{28412C29-2811-43FA-B7B9-8BB4BD1E68F5}" type="pres">
      <dgm:prSet presAssocID="{2C0F3229-10AE-401E-A8DB-56753AED881B}" presName="Name9" presStyleLbl="parChTrans1D2" presStyleIdx="1" presStyleCnt="3"/>
      <dgm:spPr/>
    </dgm:pt>
    <dgm:pt modelId="{9D41A5F2-C3B2-48E4-BAA6-E0FC93FDD43A}" type="pres">
      <dgm:prSet presAssocID="{2C0F3229-10AE-401E-A8DB-56753AED881B}" presName="connTx" presStyleLbl="parChTrans1D2" presStyleIdx="1" presStyleCnt="3"/>
      <dgm:spPr/>
    </dgm:pt>
    <dgm:pt modelId="{2723A52C-CA8F-470F-9638-7F340CFA0E30}" type="pres">
      <dgm:prSet presAssocID="{8EB51ED8-70EE-4D00-8942-05397972CF84}" presName="node" presStyleLbl="node1" presStyleIdx="1" presStyleCnt="3">
        <dgm:presLayoutVars>
          <dgm:bulletEnabled val="1"/>
        </dgm:presLayoutVars>
      </dgm:prSet>
      <dgm:spPr/>
    </dgm:pt>
    <dgm:pt modelId="{D120136E-265B-4F2F-B329-7E2841BAD700}" type="pres">
      <dgm:prSet presAssocID="{F2DBC282-D37B-4567-8DEA-FA4081EAA5A6}" presName="Name9" presStyleLbl="parChTrans1D2" presStyleIdx="2" presStyleCnt="3"/>
      <dgm:spPr/>
    </dgm:pt>
    <dgm:pt modelId="{0A6BDC19-5930-4DCA-87DE-5635D94C299E}" type="pres">
      <dgm:prSet presAssocID="{F2DBC282-D37B-4567-8DEA-FA4081EAA5A6}" presName="connTx" presStyleLbl="parChTrans1D2" presStyleIdx="2" presStyleCnt="3"/>
      <dgm:spPr/>
    </dgm:pt>
    <dgm:pt modelId="{E6ECCA95-4ABC-41D4-B628-D1E7349F48BF}" type="pres">
      <dgm:prSet presAssocID="{92AEEA0A-12E9-4692-A3F3-9BABDA8E163A}" presName="node" presStyleLbl="node1" presStyleIdx="2" presStyleCnt="3">
        <dgm:presLayoutVars>
          <dgm:bulletEnabled val="1"/>
        </dgm:presLayoutVars>
      </dgm:prSet>
      <dgm:spPr/>
    </dgm:pt>
  </dgm:ptLst>
  <dgm:cxnLst>
    <dgm:cxn modelId="{7728B55B-3C00-4BC2-91BB-242EB11D1760}" srcId="{30A5EAB1-4895-4CD7-BEB6-E1A9E5080352}" destId="{92AEEA0A-12E9-4692-A3F3-9BABDA8E163A}" srcOrd="2" destOrd="0" parTransId="{F2DBC282-D37B-4567-8DEA-FA4081EAA5A6}" sibTransId="{68ED1655-68F1-4EEB-B89F-B6CB29C8461D}"/>
    <dgm:cxn modelId="{A0D57F4D-276B-4A55-B3CB-011CF4A92F7D}" type="presOf" srcId="{2C0F3229-10AE-401E-A8DB-56753AED881B}" destId="{28412C29-2811-43FA-B7B9-8BB4BD1E68F5}" srcOrd="0" destOrd="0" presId="urn:microsoft.com/office/officeart/2005/8/layout/radial1"/>
    <dgm:cxn modelId="{B1F3FE4D-7F7D-4965-AAD8-35BAB0AC8B6F}" type="presOf" srcId="{2C0F3229-10AE-401E-A8DB-56753AED881B}" destId="{9D41A5F2-C3B2-48E4-BAA6-E0FC93FDD43A}" srcOrd="1" destOrd="0" presId="urn:microsoft.com/office/officeart/2005/8/layout/radial1"/>
    <dgm:cxn modelId="{AB93107D-4082-4D33-A669-98FE8CF82A72}" type="presOf" srcId="{8AEF605E-E180-476A-866A-B8184D53F554}" destId="{DE858C67-6836-4070-ABA9-C2140CCAFB79}" srcOrd="0" destOrd="0" presId="urn:microsoft.com/office/officeart/2005/8/layout/radial1"/>
    <dgm:cxn modelId="{779E0486-5CD3-4289-9909-62FC4203BFC8}" srcId="{743494AB-12AD-464A-B250-1811042B00D4}" destId="{30A5EAB1-4895-4CD7-BEB6-E1A9E5080352}" srcOrd="0" destOrd="0" parTransId="{FDA1DA6C-81D3-4B26-8866-EEBD709C2185}" sibTransId="{3C1773E3-2E11-4491-94ED-D61BECA48CD9}"/>
    <dgm:cxn modelId="{2E6A148A-79B5-45F4-BBC2-DA7C412E798A}" type="presOf" srcId="{8EB51ED8-70EE-4D00-8942-05397972CF84}" destId="{2723A52C-CA8F-470F-9638-7F340CFA0E30}" srcOrd="0" destOrd="0" presId="urn:microsoft.com/office/officeart/2005/8/layout/radial1"/>
    <dgm:cxn modelId="{F37D3F95-93F9-43C9-8C30-BB741D8E597E}" srcId="{30A5EAB1-4895-4CD7-BEB6-E1A9E5080352}" destId="{8EB51ED8-70EE-4D00-8942-05397972CF84}" srcOrd="1" destOrd="0" parTransId="{2C0F3229-10AE-401E-A8DB-56753AED881B}" sibTransId="{CAA6C68C-DF07-48DD-A255-D7B43622BD5A}"/>
    <dgm:cxn modelId="{B7BC0DB8-9B5D-4942-B17B-7E8EDAB7AC77}" type="presOf" srcId="{30A5EAB1-4895-4CD7-BEB6-E1A9E5080352}" destId="{324026F3-22F1-4561-B28C-81D592A1FC59}" srcOrd="0" destOrd="0" presId="urn:microsoft.com/office/officeart/2005/8/layout/radial1"/>
    <dgm:cxn modelId="{D8E74BBC-7DBE-4355-9AD1-D47CF8A047C1}" type="presOf" srcId="{F2DBC282-D37B-4567-8DEA-FA4081EAA5A6}" destId="{D120136E-265B-4F2F-B329-7E2841BAD700}" srcOrd="0" destOrd="0" presId="urn:microsoft.com/office/officeart/2005/8/layout/radial1"/>
    <dgm:cxn modelId="{E9D692CC-A343-4A60-86F1-3641402A029E}" type="presOf" srcId="{12590D56-A3D6-4B01-B8B5-B5C68BF7865F}" destId="{8F39C4C8-F112-4642-B9EF-676FFA702A13}" srcOrd="1" destOrd="0" presId="urn:microsoft.com/office/officeart/2005/8/layout/radial1"/>
    <dgm:cxn modelId="{0E19D7D4-F297-4F12-81D0-7E4E1F739BFE}" type="presOf" srcId="{743494AB-12AD-464A-B250-1811042B00D4}" destId="{0655A0B3-8AD4-42CE-98AF-6651569B64DA}" srcOrd="0" destOrd="0" presId="urn:microsoft.com/office/officeart/2005/8/layout/radial1"/>
    <dgm:cxn modelId="{025D88DF-DDAA-49D8-8B9B-6938F0FC3F2A}" srcId="{30A5EAB1-4895-4CD7-BEB6-E1A9E5080352}" destId="{8AEF605E-E180-476A-866A-B8184D53F554}" srcOrd="0" destOrd="0" parTransId="{12590D56-A3D6-4B01-B8B5-B5C68BF7865F}" sibTransId="{C61A13FA-187C-4797-B238-52F8DE1FDBEF}"/>
    <dgm:cxn modelId="{10995EE1-6D7A-4CEB-A8FE-6551641BC7B6}" type="presOf" srcId="{F2DBC282-D37B-4567-8DEA-FA4081EAA5A6}" destId="{0A6BDC19-5930-4DCA-87DE-5635D94C299E}" srcOrd="1" destOrd="0" presId="urn:microsoft.com/office/officeart/2005/8/layout/radial1"/>
    <dgm:cxn modelId="{115F86E5-FBB0-472B-B157-B6E2EE1D1984}" type="presOf" srcId="{12590D56-A3D6-4B01-B8B5-B5C68BF7865F}" destId="{58F87C97-F789-4D52-BDEF-BB805C8765E5}" srcOrd="0" destOrd="0" presId="urn:microsoft.com/office/officeart/2005/8/layout/radial1"/>
    <dgm:cxn modelId="{AA678BED-B90A-48BA-B59C-BCF1A792CF22}" type="presOf" srcId="{92AEEA0A-12E9-4692-A3F3-9BABDA8E163A}" destId="{E6ECCA95-4ABC-41D4-B628-D1E7349F48BF}" srcOrd="0" destOrd="0" presId="urn:microsoft.com/office/officeart/2005/8/layout/radial1"/>
    <dgm:cxn modelId="{B4095234-C297-4B93-90BB-75EEA6075DB2}" type="presParOf" srcId="{0655A0B3-8AD4-42CE-98AF-6651569B64DA}" destId="{324026F3-22F1-4561-B28C-81D592A1FC59}" srcOrd="0" destOrd="0" presId="urn:microsoft.com/office/officeart/2005/8/layout/radial1"/>
    <dgm:cxn modelId="{FA247B2F-3F74-4B1E-92AD-E4259C55D2C5}" type="presParOf" srcId="{0655A0B3-8AD4-42CE-98AF-6651569B64DA}" destId="{58F87C97-F789-4D52-BDEF-BB805C8765E5}" srcOrd="1" destOrd="0" presId="urn:microsoft.com/office/officeart/2005/8/layout/radial1"/>
    <dgm:cxn modelId="{CDF919D3-DCEE-4A5C-BBD8-770931DA009F}" type="presParOf" srcId="{58F87C97-F789-4D52-BDEF-BB805C8765E5}" destId="{8F39C4C8-F112-4642-B9EF-676FFA702A13}" srcOrd="0" destOrd="0" presId="urn:microsoft.com/office/officeart/2005/8/layout/radial1"/>
    <dgm:cxn modelId="{A9CADBCE-B859-47B4-A54B-97121143921A}" type="presParOf" srcId="{0655A0B3-8AD4-42CE-98AF-6651569B64DA}" destId="{DE858C67-6836-4070-ABA9-C2140CCAFB79}" srcOrd="2" destOrd="0" presId="urn:microsoft.com/office/officeart/2005/8/layout/radial1"/>
    <dgm:cxn modelId="{33557B12-F13A-4191-81E1-93FF9C89BD31}" type="presParOf" srcId="{0655A0B3-8AD4-42CE-98AF-6651569B64DA}" destId="{28412C29-2811-43FA-B7B9-8BB4BD1E68F5}" srcOrd="3" destOrd="0" presId="urn:microsoft.com/office/officeart/2005/8/layout/radial1"/>
    <dgm:cxn modelId="{5A90BF3A-3711-4D1A-8279-F48C5825B477}" type="presParOf" srcId="{28412C29-2811-43FA-B7B9-8BB4BD1E68F5}" destId="{9D41A5F2-C3B2-48E4-BAA6-E0FC93FDD43A}" srcOrd="0" destOrd="0" presId="urn:microsoft.com/office/officeart/2005/8/layout/radial1"/>
    <dgm:cxn modelId="{7B425793-438C-4BCD-AB08-F1419FB1026B}" type="presParOf" srcId="{0655A0B3-8AD4-42CE-98AF-6651569B64DA}" destId="{2723A52C-CA8F-470F-9638-7F340CFA0E30}" srcOrd="4" destOrd="0" presId="urn:microsoft.com/office/officeart/2005/8/layout/radial1"/>
    <dgm:cxn modelId="{F57F12DC-73A5-48D5-B380-BD77BF77836F}" type="presParOf" srcId="{0655A0B3-8AD4-42CE-98AF-6651569B64DA}" destId="{D120136E-265B-4F2F-B329-7E2841BAD700}" srcOrd="5" destOrd="0" presId="urn:microsoft.com/office/officeart/2005/8/layout/radial1"/>
    <dgm:cxn modelId="{634890B4-3EF8-477A-966E-78C6BCA34B58}" type="presParOf" srcId="{D120136E-265B-4F2F-B329-7E2841BAD700}" destId="{0A6BDC19-5930-4DCA-87DE-5635D94C299E}" srcOrd="0" destOrd="0" presId="urn:microsoft.com/office/officeart/2005/8/layout/radial1"/>
    <dgm:cxn modelId="{F1FEE2C8-5A48-4DBA-9650-21DCD9136312}" type="presParOf" srcId="{0655A0B3-8AD4-42CE-98AF-6651569B64DA}" destId="{E6ECCA95-4ABC-41D4-B628-D1E7349F48BF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6.xml><?xml version="1.0" encoding="utf-8"?>
<dgm:dataModel xmlns:dgm="http://schemas.openxmlformats.org/drawingml/2006/diagram" xmlns:a="http://schemas.openxmlformats.org/drawingml/2006/main">
  <dgm:ptLst>
    <dgm:pt modelId="{74FD1382-3EEE-4A6C-8202-E4DE55A19465}" type="doc">
      <dgm:prSet loTypeId="urn:microsoft.com/office/officeart/2005/8/layout/radia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705D89-B69F-45A7-B0C8-2ADEBEE361D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618E40D-6402-47C4-B5AF-3765BF7CE859}" type="parTrans" cxnId="{4E70ED55-3C51-4A13-889E-AF828DADC4C8}">
      <dgm:prSet/>
      <dgm:spPr/>
    </dgm:pt>
    <dgm:pt modelId="{3E21C207-944E-4CD6-B333-E8F0AB897395}" type="sibTrans" cxnId="{4E70ED55-3C51-4A13-889E-AF828DADC4C8}">
      <dgm:prSet/>
      <dgm:spPr/>
    </dgm:pt>
    <dgm:pt modelId="{CA77A2FD-7A26-4B90-A216-8F9128E81E59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D477F963-D4F3-4486-87A2-9D5412233649}" type="parTrans" cxnId="{A22904DD-E6ED-4580-966C-359DA055C034}">
      <dgm:prSet/>
      <dgm:spPr/>
      <dgm:t>
        <a:bodyPr/>
        <a:lstStyle/>
        <a:p>
          <a:endParaRPr lang="en-US"/>
        </a:p>
      </dgm:t>
    </dgm:pt>
    <dgm:pt modelId="{3A7DF548-A01B-4711-8A86-6C3217EC593C}" type="sibTrans" cxnId="{A22904DD-E6ED-4580-966C-359DA055C034}">
      <dgm:prSet/>
      <dgm:spPr/>
    </dgm:pt>
    <dgm:pt modelId="{157D81D7-51A4-46BB-A91C-3E328F726562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63DB3274-D578-4D92-9EC8-D3BA667479D4}" type="parTrans" cxnId="{9673A4EC-53AD-42CB-8292-DBCAC9382381}">
      <dgm:prSet/>
      <dgm:spPr/>
      <dgm:t>
        <a:bodyPr/>
        <a:lstStyle/>
        <a:p>
          <a:endParaRPr lang="en-US"/>
        </a:p>
      </dgm:t>
    </dgm:pt>
    <dgm:pt modelId="{EEC76168-FEA9-45F5-B9C0-2DDAB303B007}" type="sibTrans" cxnId="{9673A4EC-53AD-42CB-8292-DBCAC9382381}">
      <dgm:prSet/>
      <dgm:spPr/>
    </dgm:pt>
    <dgm:pt modelId="{E1869DEB-CB88-4A36-AB81-EC2E70BA03F2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14D1C857-EAB1-494E-959B-7A60310933E1}" type="parTrans" cxnId="{506A6EE6-263D-44F6-AEEE-E8499468CAC3}">
      <dgm:prSet/>
      <dgm:spPr/>
      <dgm:t>
        <a:bodyPr/>
        <a:lstStyle/>
        <a:p>
          <a:endParaRPr lang="en-US"/>
        </a:p>
      </dgm:t>
    </dgm:pt>
    <dgm:pt modelId="{F842B65D-1111-4998-B7B7-E7DEA86A34C7}" type="sibTrans" cxnId="{506A6EE6-263D-44F6-AEEE-E8499468CAC3}">
      <dgm:prSet/>
      <dgm:spPr/>
    </dgm:pt>
    <dgm:pt modelId="{45D394FC-015C-4865-AB87-C795582983CD}" type="pres">
      <dgm:prSet presAssocID="{74FD1382-3EEE-4A6C-8202-E4DE55A1946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C4DA6F2-7FCB-4BB4-961C-F696C91E193B}" type="pres">
      <dgm:prSet presAssocID="{B6705D89-B69F-45A7-B0C8-2ADEBEE361DD}" presName="centerShape" presStyleLbl="node0" presStyleIdx="0" presStyleCnt="1"/>
      <dgm:spPr/>
    </dgm:pt>
    <dgm:pt modelId="{7E613840-4648-433C-85D7-3A00C2BF09D3}" type="pres">
      <dgm:prSet presAssocID="{D477F963-D4F3-4486-87A2-9D5412233649}" presName="Name9" presStyleLbl="parChTrans1D2" presStyleIdx="0" presStyleCnt="3"/>
      <dgm:spPr/>
    </dgm:pt>
    <dgm:pt modelId="{A7F43AC6-ECED-420B-8FAD-724C1F2B031C}" type="pres">
      <dgm:prSet presAssocID="{D477F963-D4F3-4486-87A2-9D5412233649}" presName="connTx" presStyleLbl="parChTrans1D2" presStyleIdx="0" presStyleCnt="3"/>
      <dgm:spPr/>
    </dgm:pt>
    <dgm:pt modelId="{D83F9324-5778-4401-84D5-455BD27C952D}" type="pres">
      <dgm:prSet presAssocID="{CA77A2FD-7A26-4B90-A216-8F9128E81E59}" presName="node" presStyleLbl="node1" presStyleIdx="0" presStyleCnt="3">
        <dgm:presLayoutVars>
          <dgm:bulletEnabled val="1"/>
        </dgm:presLayoutVars>
      </dgm:prSet>
      <dgm:spPr/>
    </dgm:pt>
    <dgm:pt modelId="{A85E325B-8CF5-4799-890D-E4D823850620}" type="pres">
      <dgm:prSet presAssocID="{63DB3274-D578-4D92-9EC8-D3BA667479D4}" presName="Name9" presStyleLbl="parChTrans1D2" presStyleIdx="1" presStyleCnt="3"/>
      <dgm:spPr/>
    </dgm:pt>
    <dgm:pt modelId="{072DC129-2226-4DA6-AD8A-B6F81C337AB6}" type="pres">
      <dgm:prSet presAssocID="{63DB3274-D578-4D92-9EC8-D3BA667479D4}" presName="connTx" presStyleLbl="parChTrans1D2" presStyleIdx="1" presStyleCnt="3"/>
      <dgm:spPr/>
    </dgm:pt>
    <dgm:pt modelId="{06E2F4B9-5FFD-4ECF-8782-030783E71481}" type="pres">
      <dgm:prSet presAssocID="{157D81D7-51A4-46BB-A91C-3E328F726562}" presName="node" presStyleLbl="node1" presStyleIdx="1" presStyleCnt="3">
        <dgm:presLayoutVars>
          <dgm:bulletEnabled val="1"/>
        </dgm:presLayoutVars>
      </dgm:prSet>
      <dgm:spPr/>
    </dgm:pt>
    <dgm:pt modelId="{1C1440B4-D15F-4AD0-B6DE-43A49829E038}" type="pres">
      <dgm:prSet presAssocID="{14D1C857-EAB1-494E-959B-7A60310933E1}" presName="Name9" presStyleLbl="parChTrans1D2" presStyleIdx="2" presStyleCnt="3"/>
      <dgm:spPr/>
    </dgm:pt>
    <dgm:pt modelId="{AEB55750-B2C7-417A-BD3A-765C81299456}" type="pres">
      <dgm:prSet presAssocID="{14D1C857-EAB1-494E-959B-7A60310933E1}" presName="connTx" presStyleLbl="parChTrans1D2" presStyleIdx="2" presStyleCnt="3"/>
      <dgm:spPr/>
    </dgm:pt>
    <dgm:pt modelId="{CD1C4673-76CF-4D5D-9A44-5BB7E60FC10A}" type="pres">
      <dgm:prSet presAssocID="{E1869DEB-CB88-4A36-AB81-EC2E70BA03F2}" presName="node" presStyleLbl="node1" presStyleIdx="2" presStyleCnt="3">
        <dgm:presLayoutVars>
          <dgm:bulletEnabled val="1"/>
        </dgm:presLayoutVars>
      </dgm:prSet>
      <dgm:spPr/>
    </dgm:pt>
  </dgm:ptLst>
  <dgm:cxnLst>
    <dgm:cxn modelId="{58BD2302-2101-420A-B2CA-33A3D65B98EB}" type="presOf" srcId="{D477F963-D4F3-4486-87A2-9D5412233649}" destId="{7E613840-4648-433C-85D7-3A00C2BF09D3}" srcOrd="0" destOrd="0" presId="urn:microsoft.com/office/officeart/2005/8/layout/radial1"/>
    <dgm:cxn modelId="{2CCFB103-03DE-4F77-8030-0580B10540C4}" type="presOf" srcId="{157D81D7-51A4-46BB-A91C-3E328F726562}" destId="{06E2F4B9-5FFD-4ECF-8782-030783E71481}" srcOrd="0" destOrd="0" presId="urn:microsoft.com/office/officeart/2005/8/layout/radial1"/>
    <dgm:cxn modelId="{DB004511-B054-417D-9EB6-C067E8F1DD28}" type="presOf" srcId="{74FD1382-3EEE-4A6C-8202-E4DE55A19465}" destId="{45D394FC-015C-4865-AB87-C795582983CD}" srcOrd="0" destOrd="0" presId="urn:microsoft.com/office/officeart/2005/8/layout/radial1"/>
    <dgm:cxn modelId="{9608E01A-BA0D-4CE6-8094-70169B50E357}" type="presOf" srcId="{14D1C857-EAB1-494E-959B-7A60310933E1}" destId="{AEB55750-B2C7-417A-BD3A-765C81299456}" srcOrd="1" destOrd="0" presId="urn:microsoft.com/office/officeart/2005/8/layout/radial1"/>
    <dgm:cxn modelId="{26BAA02D-435B-47A7-AD24-BFC07BD4183B}" type="presOf" srcId="{14D1C857-EAB1-494E-959B-7A60310933E1}" destId="{1C1440B4-D15F-4AD0-B6DE-43A49829E038}" srcOrd="0" destOrd="0" presId="urn:microsoft.com/office/officeart/2005/8/layout/radial1"/>
    <dgm:cxn modelId="{4E70ED55-3C51-4A13-889E-AF828DADC4C8}" srcId="{74FD1382-3EEE-4A6C-8202-E4DE55A19465}" destId="{B6705D89-B69F-45A7-B0C8-2ADEBEE361DD}" srcOrd="0" destOrd="0" parTransId="{F618E40D-6402-47C4-B5AF-3765BF7CE859}" sibTransId="{3E21C207-944E-4CD6-B333-E8F0AB897395}"/>
    <dgm:cxn modelId="{D28C09A7-417D-4473-A1A3-A285575713B7}" type="presOf" srcId="{63DB3274-D578-4D92-9EC8-D3BA667479D4}" destId="{A85E325B-8CF5-4799-890D-E4D823850620}" srcOrd="0" destOrd="0" presId="urn:microsoft.com/office/officeart/2005/8/layout/radial1"/>
    <dgm:cxn modelId="{DB9C49AE-0B67-4938-920D-95BD63FDB79D}" type="presOf" srcId="{63DB3274-D578-4D92-9EC8-D3BA667479D4}" destId="{072DC129-2226-4DA6-AD8A-B6F81C337AB6}" srcOrd="1" destOrd="0" presId="urn:microsoft.com/office/officeart/2005/8/layout/radial1"/>
    <dgm:cxn modelId="{400E54B3-B3F2-4153-9B0D-884970D8A558}" type="presOf" srcId="{B6705D89-B69F-45A7-B0C8-2ADEBEE361DD}" destId="{4C4DA6F2-7FCB-4BB4-961C-F696C91E193B}" srcOrd="0" destOrd="0" presId="urn:microsoft.com/office/officeart/2005/8/layout/radial1"/>
    <dgm:cxn modelId="{7A9AEBBA-4A55-401E-B173-AD0F55201DAC}" type="presOf" srcId="{CA77A2FD-7A26-4B90-A216-8F9128E81E59}" destId="{D83F9324-5778-4401-84D5-455BD27C952D}" srcOrd="0" destOrd="0" presId="urn:microsoft.com/office/officeart/2005/8/layout/radial1"/>
    <dgm:cxn modelId="{92E95DC0-B664-4425-890D-9AC9DDC6C36B}" type="presOf" srcId="{D477F963-D4F3-4486-87A2-9D5412233649}" destId="{A7F43AC6-ECED-420B-8FAD-724C1F2B031C}" srcOrd="1" destOrd="0" presId="urn:microsoft.com/office/officeart/2005/8/layout/radial1"/>
    <dgm:cxn modelId="{5FE8A4C0-CF30-4ABC-AC5B-234279B677B4}" type="presOf" srcId="{E1869DEB-CB88-4A36-AB81-EC2E70BA03F2}" destId="{CD1C4673-76CF-4D5D-9A44-5BB7E60FC10A}" srcOrd="0" destOrd="0" presId="urn:microsoft.com/office/officeart/2005/8/layout/radial1"/>
    <dgm:cxn modelId="{A22904DD-E6ED-4580-966C-359DA055C034}" srcId="{B6705D89-B69F-45A7-B0C8-2ADEBEE361DD}" destId="{CA77A2FD-7A26-4B90-A216-8F9128E81E59}" srcOrd="0" destOrd="0" parTransId="{D477F963-D4F3-4486-87A2-9D5412233649}" sibTransId="{3A7DF548-A01B-4711-8A86-6C3217EC593C}"/>
    <dgm:cxn modelId="{506A6EE6-263D-44F6-AEEE-E8499468CAC3}" srcId="{B6705D89-B69F-45A7-B0C8-2ADEBEE361DD}" destId="{E1869DEB-CB88-4A36-AB81-EC2E70BA03F2}" srcOrd="2" destOrd="0" parTransId="{14D1C857-EAB1-494E-959B-7A60310933E1}" sibTransId="{F842B65D-1111-4998-B7B7-E7DEA86A34C7}"/>
    <dgm:cxn modelId="{9673A4EC-53AD-42CB-8292-DBCAC9382381}" srcId="{B6705D89-B69F-45A7-B0C8-2ADEBEE361DD}" destId="{157D81D7-51A4-46BB-A91C-3E328F726562}" srcOrd="1" destOrd="0" parTransId="{63DB3274-D578-4D92-9EC8-D3BA667479D4}" sibTransId="{EEC76168-FEA9-45F5-B9C0-2DDAB303B007}"/>
    <dgm:cxn modelId="{963F1A1C-155B-42A8-8755-358115B42E34}" type="presParOf" srcId="{45D394FC-015C-4865-AB87-C795582983CD}" destId="{4C4DA6F2-7FCB-4BB4-961C-F696C91E193B}" srcOrd="0" destOrd="0" presId="urn:microsoft.com/office/officeart/2005/8/layout/radial1"/>
    <dgm:cxn modelId="{3DFC98CC-7CF7-4693-9265-4510107E3400}" type="presParOf" srcId="{45D394FC-015C-4865-AB87-C795582983CD}" destId="{7E613840-4648-433C-85D7-3A00C2BF09D3}" srcOrd="1" destOrd="0" presId="urn:microsoft.com/office/officeart/2005/8/layout/radial1"/>
    <dgm:cxn modelId="{B5F469DE-6560-43AD-BDE7-CC906D459103}" type="presParOf" srcId="{7E613840-4648-433C-85D7-3A00C2BF09D3}" destId="{A7F43AC6-ECED-420B-8FAD-724C1F2B031C}" srcOrd="0" destOrd="0" presId="urn:microsoft.com/office/officeart/2005/8/layout/radial1"/>
    <dgm:cxn modelId="{9CA76FCD-A8A9-415D-9A99-FBC421A1D144}" type="presParOf" srcId="{45D394FC-015C-4865-AB87-C795582983CD}" destId="{D83F9324-5778-4401-84D5-455BD27C952D}" srcOrd="2" destOrd="0" presId="urn:microsoft.com/office/officeart/2005/8/layout/radial1"/>
    <dgm:cxn modelId="{EBD2A298-9851-48F2-AD5B-70D0C66947A4}" type="presParOf" srcId="{45D394FC-015C-4865-AB87-C795582983CD}" destId="{A85E325B-8CF5-4799-890D-E4D823850620}" srcOrd="3" destOrd="0" presId="urn:microsoft.com/office/officeart/2005/8/layout/radial1"/>
    <dgm:cxn modelId="{BF94282F-C7D1-473A-B395-560FB4A60435}" type="presParOf" srcId="{A85E325B-8CF5-4799-890D-E4D823850620}" destId="{072DC129-2226-4DA6-AD8A-B6F81C337AB6}" srcOrd="0" destOrd="0" presId="urn:microsoft.com/office/officeart/2005/8/layout/radial1"/>
    <dgm:cxn modelId="{491816F6-FA9C-410F-A55C-14D2F6B8C35E}" type="presParOf" srcId="{45D394FC-015C-4865-AB87-C795582983CD}" destId="{06E2F4B9-5FFD-4ECF-8782-030783E71481}" srcOrd="4" destOrd="0" presId="urn:microsoft.com/office/officeart/2005/8/layout/radial1"/>
    <dgm:cxn modelId="{A7ACC8EA-2B5D-4BD3-ADE4-4559101EBE9E}" type="presParOf" srcId="{45D394FC-015C-4865-AB87-C795582983CD}" destId="{1C1440B4-D15F-4AD0-B6DE-43A49829E038}" srcOrd="5" destOrd="0" presId="urn:microsoft.com/office/officeart/2005/8/layout/radial1"/>
    <dgm:cxn modelId="{14C4C07E-9E88-4D3B-963D-18C41338B09F}" type="presParOf" srcId="{1C1440B4-D15F-4AD0-B6DE-43A49829E038}" destId="{AEB55750-B2C7-417A-BD3A-765C81299456}" srcOrd="0" destOrd="0" presId="urn:microsoft.com/office/officeart/2005/8/layout/radial1"/>
    <dgm:cxn modelId="{45EB0FD0-C33D-4F41-9D48-831B970921D8}" type="presParOf" srcId="{45D394FC-015C-4865-AB87-C795582983CD}" destId="{CD1C4673-76CF-4D5D-9A44-5BB7E60FC10A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7.xml><?xml version="1.0" encoding="utf-8"?>
<dgm:dataModel xmlns:dgm="http://schemas.openxmlformats.org/drawingml/2006/diagram" xmlns:a="http://schemas.openxmlformats.org/drawingml/2006/main">
  <dgm:ptLst>
    <dgm:pt modelId="{62A46401-F0A7-4C8C-A03B-B307579FFAD4}" type="doc">
      <dgm:prSet loTypeId="urn:microsoft.com/office/officeart/2005/8/layout/radial1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6085F4-435D-4DA9-A7A9-CA1F0D8E2400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B626275-07DD-4780-9AC5-B45282F53F5D}" type="parTrans" cxnId="{4F017751-0757-4702-A14D-1DD06DF29868}">
      <dgm:prSet/>
      <dgm:spPr/>
    </dgm:pt>
    <dgm:pt modelId="{AE153128-25A8-4931-B24D-2CA906953D98}" type="sibTrans" cxnId="{4F017751-0757-4702-A14D-1DD06DF29868}">
      <dgm:prSet/>
      <dgm:spPr/>
    </dgm:pt>
    <dgm:pt modelId="{1363182A-08EC-4A31-A5A3-66CA5A6C47F4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416E484C-1A14-4952-A265-A6BA9DCED6A4}" type="parTrans" cxnId="{0EC7BDD5-D3AB-4DBC-BA3E-9C53259FCDA4}">
      <dgm:prSet/>
      <dgm:spPr/>
      <dgm:t>
        <a:bodyPr/>
        <a:lstStyle/>
        <a:p>
          <a:endParaRPr lang="en-US"/>
        </a:p>
      </dgm:t>
    </dgm:pt>
    <dgm:pt modelId="{DECA6D32-70BC-48AB-9904-E161C65C0C08}" type="sibTrans" cxnId="{0EC7BDD5-D3AB-4DBC-BA3E-9C53259FCDA4}">
      <dgm:prSet/>
      <dgm:spPr/>
    </dgm:pt>
    <dgm:pt modelId="{64E0272D-4344-4C69-846C-2A3A274C13A7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55114D68-F605-4611-94BF-AE0B6109AB2C}" type="parTrans" cxnId="{BF6263AA-5A17-4346-B941-92EFDC7B3C05}">
      <dgm:prSet/>
      <dgm:spPr/>
      <dgm:t>
        <a:bodyPr/>
        <a:lstStyle/>
        <a:p>
          <a:endParaRPr lang="en-US"/>
        </a:p>
      </dgm:t>
    </dgm:pt>
    <dgm:pt modelId="{A4927C12-88D2-4050-97DF-D48A5567488F}" type="sibTrans" cxnId="{BF6263AA-5A17-4346-B941-92EFDC7B3C05}">
      <dgm:prSet/>
      <dgm:spPr/>
    </dgm:pt>
    <dgm:pt modelId="{F737236B-880A-4466-B216-BB96EA895CDC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F7926D05-AEE8-46B0-A508-88979517CA23}" type="parTrans" cxnId="{5E08FAB5-B6D3-4679-B5B7-375AD7CBCFAD}">
      <dgm:prSet/>
      <dgm:spPr/>
      <dgm:t>
        <a:bodyPr/>
        <a:lstStyle/>
        <a:p>
          <a:endParaRPr lang="en-US"/>
        </a:p>
      </dgm:t>
    </dgm:pt>
    <dgm:pt modelId="{FFD9B877-1F2D-4383-9659-AF1C050B22A0}" type="sibTrans" cxnId="{5E08FAB5-B6D3-4679-B5B7-375AD7CBCFAD}">
      <dgm:prSet/>
      <dgm:spPr/>
    </dgm:pt>
    <dgm:pt modelId="{A3061A59-22F0-46BD-A627-4DC4B16CB978}" type="pres">
      <dgm:prSet presAssocID="{62A46401-F0A7-4C8C-A03B-B307579FFAD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3329715-9572-4386-87E8-59435C63761C}" type="pres">
      <dgm:prSet presAssocID="{AC6085F4-435D-4DA9-A7A9-CA1F0D8E2400}" presName="centerShape" presStyleLbl="node0" presStyleIdx="0" presStyleCnt="1"/>
      <dgm:spPr/>
    </dgm:pt>
    <dgm:pt modelId="{071B70C3-A59E-4370-B906-7502FD0CF531}" type="pres">
      <dgm:prSet presAssocID="{416E484C-1A14-4952-A265-A6BA9DCED6A4}" presName="Name9" presStyleLbl="parChTrans1D2" presStyleIdx="0" presStyleCnt="3"/>
      <dgm:spPr/>
    </dgm:pt>
    <dgm:pt modelId="{1C7DE32B-82B6-410E-B3E4-E0EBDD340B52}" type="pres">
      <dgm:prSet presAssocID="{416E484C-1A14-4952-A265-A6BA9DCED6A4}" presName="connTx" presStyleLbl="parChTrans1D2" presStyleIdx="0" presStyleCnt="3"/>
      <dgm:spPr/>
    </dgm:pt>
    <dgm:pt modelId="{648F9915-DD38-40EE-AC38-2DDF835081E3}" type="pres">
      <dgm:prSet presAssocID="{1363182A-08EC-4A31-A5A3-66CA5A6C47F4}" presName="node" presStyleLbl="node1" presStyleIdx="0" presStyleCnt="3">
        <dgm:presLayoutVars>
          <dgm:bulletEnabled val="1"/>
        </dgm:presLayoutVars>
      </dgm:prSet>
      <dgm:spPr/>
    </dgm:pt>
    <dgm:pt modelId="{DCEB7EBB-A47F-4922-9BF0-E684AC6F4B77}" type="pres">
      <dgm:prSet presAssocID="{55114D68-F605-4611-94BF-AE0B6109AB2C}" presName="Name9" presStyleLbl="parChTrans1D2" presStyleIdx="1" presStyleCnt="3"/>
      <dgm:spPr/>
    </dgm:pt>
    <dgm:pt modelId="{6AD92B06-0781-4816-90AA-D4083FD2DDA7}" type="pres">
      <dgm:prSet presAssocID="{55114D68-F605-4611-94BF-AE0B6109AB2C}" presName="connTx" presStyleLbl="parChTrans1D2" presStyleIdx="1" presStyleCnt="3"/>
      <dgm:spPr/>
    </dgm:pt>
    <dgm:pt modelId="{7AE2EA5B-16FA-4421-93F6-14FC632D4EC3}" type="pres">
      <dgm:prSet presAssocID="{64E0272D-4344-4C69-846C-2A3A274C13A7}" presName="node" presStyleLbl="node1" presStyleIdx="1" presStyleCnt="3">
        <dgm:presLayoutVars>
          <dgm:bulletEnabled val="1"/>
        </dgm:presLayoutVars>
      </dgm:prSet>
      <dgm:spPr/>
    </dgm:pt>
    <dgm:pt modelId="{E91F1202-C850-418B-A1B8-168F120C4DAE}" type="pres">
      <dgm:prSet presAssocID="{F7926D05-AEE8-46B0-A508-88979517CA23}" presName="Name9" presStyleLbl="parChTrans1D2" presStyleIdx="2" presStyleCnt="3"/>
      <dgm:spPr/>
    </dgm:pt>
    <dgm:pt modelId="{A1C63727-4D8D-4909-922A-0A933A86B40D}" type="pres">
      <dgm:prSet presAssocID="{F7926D05-AEE8-46B0-A508-88979517CA23}" presName="connTx" presStyleLbl="parChTrans1D2" presStyleIdx="2" presStyleCnt="3"/>
      <dgm:spPr/>
    </dgm:pt>
    <dgm:pt modelId="{947DAF2D-AC2E-4DB4-85AE-8E10C68CFF53}" type="pres">
      <dgm:prSet presAssocID="{F737236B-880A-4466-B216-BB96EA895CDC}" presName="node" presStyleLbl="node1" presStyleIdx="2" presStyleCnt="3">
        <dgm:presLayoutVars>
          <dgm:bulletEnabled val="1"/>
        </dgm:presLayoutVars>
      </dgm:prSet>
      <dgm:spPr/>
    </dgm:pt>
  </dgm:ptLst>
  <dgm:cxnLst>
    <dgm:cxn modelId="{7951000E-B81C-432F-A6E2-FF843C8D680B}" type="presOf" srcId="{F7926D05-AEE8-46B0-A508-88979517CA23}" destId="{E91F1202-C850-418B-A1B8-168F120C4DAE}" srcOrd="0" destOrd="0" presId="urn:microsoft.com/office/officeart/2005/8/layout/radial1"/>
    <dgm:cxn modelId="{CDF2B338-1182-43F5-8E13-74193712D94D}" type="presOf" srcId="{64E0272D-4344-4C69-846C-2A3A274C13A7}" destId="{7AE2EA5B-16FA-4421-93F6-14FC632D4EC3}" srcOrd="0" destOrd="0" presId="urn:microsoft.com/office/officeart/2005/8/layout/radial1"/>
    <dgm:cxn modelId="{C2B93A62-EB1A-4C37-8122-85EA8B7409EE}" type="presOf" srcId="{AC6085F4-435D-4DA9-A7A9-CA1F0D8E2400}" destId="{A3329715-9572-4386-87E8-59435C63761C}" srcOrd="0" destOrd="0" presId="urn:microsoft.com/office/officeart/2005/8/layout/radial1"/>
    <dgm:cxn modelId="{530CFD63-0D6B-4276-8AC5-BF9C4251E0E2}" type="presOf" srcId="{416E484C-1A14-4952-A265-A6BA9DCED6A4}" destId="{071B70C3-A59E-4370-B906-7502FD0CF531}" srcOrd="0" destOrd="0" presId="urn:microsoft.com/office/officeart/2005/8/layout/radial1"/>
    <dgm:cxn modelId="{4C11EA48-9EE9-44A2-8443-18D6D565063E}" type="presOf" srcId="{55114D68-F605-4611-94BF-AE0B6109AB2C}" destId="{6AD92B06-0781-4816-90AA-D4083FD2DDA7}" srcOrd="1" destOrd="0" presId="urn:microsoft.com/office/officeart/2005/8/layout/radial1"/>
    <dgm:cxn modelId="{4F017751-0757-4702-A14D-1DD06DF29868}" srcId="{62A46401-F0A7-4C8C-A03B-B307579FFAD4}" destId="{AC6085F4-435D-4DA9-A7A9-CA1F0D8E2400}" srcOrd="0" destOrd="0" parTransId="{8B626275-07DD-4780-9AC5-B45282F53F5D}" sibTransId="{AE153128-25A8-4931-B24D-2CA906953D98}"/>
    <dgm:cxn modelId="{71E48853-070E-4CFF-BF14-337316D8ACCA}" type="presOf" srcId="{62A46401-F0A7-4C8C-A03B-B307579FFAD4}" destId="{A3061A59-22F0-46BD-A627-4DC4B16CB978}" srcOrd="0" destOrd="0" presId="urn:microsoft.com/office/officeart/2005/8/layout/radial1"/>
    <dgm:cxn modelId="{2AE90E77-133F-4385-AB01-B1707A35FA96}" type="presOf" srcId="{416E484C-1A14-4952-A265-A6BA9DCED6A4}" destId="{1C7DE32B-82B6-410E-B3E4-E0EBDD340B52}" srcOrd="1" destOrd="0" presId="urn:microsoft.com/office/officeart/2005/8/layout/radial1"/>
    <dgm:cxn modelId="{5FD6418C-70B2-4AC6-936D-E245904948FA}" type="presOf" srcId="{F7926D05-AEE8-46B0-A508-88979517CA23}" destId="{A1C63727-4D8D-4909-922A-0A933A86B40D}" srcOrd="1" destOrd="0" presId="urn:microsoft.com/office/officeart/2005/8/layout/radial1"/>
    <dgm:cxn modelId="{BF6263AA-5A17-4346-B941-92EFDC7B3C05}" srcId="{AC6085F4-435D-4DA9-A7A9-CA1F0D8E2400}" destId="{64E0272D-4344-4C69-846C-2A3A274C13A7}" srcOrd="1" destOrd="0" parTransId="{55114D68-F605-4611-94BF-AE0B6109AB2C}" sibTransId="{A4927C12-88D2-4050-97DF-D48A5567488F}"/>
    <dgm:cxn modelId="{5E08FAB5-B6D3-4679-B5B7-375AD7CBCFAD}" srcId="{AC6085F4-435D-4DA9-A7A9-CA1F0D8E2400}" destId="{F737236B-880A-4466-B216-BB96EA895CDC}" srcOrd="2" destOrd="0" parTransId="{F7926D05-AEE8-46B0-A508-88979517CA23}" sibTransId="{FFD9B877-1F2D-4383-9659-AF1C050B22A0}"/>
    <dgm:cxn modelId="{2B4D4DC1-63B2-470D-8BE9-AA4CE7EFFB37}" type="presOf" srcId="{1363182A-08EC-4A31-A5A3-66CA5A6C47F4}" destId="{648F9915-DD38-40EE-AC38-2DDF835081E3}" srcOrd="0" destOrd="0" presId="urn:microsoft.com/office/officeart/2005/8/layout/radial1"/>
    <dgm:cxn modelId="{0EC7BDD5-D3AB-4DBC-BA3E-9C53259FCDA4}" srcId="{AC6085F4-435D-4DA9-A7A9-CA1F0D8E2400}" destId="{1363182A-08EC-4A31-A5A3-66CA5A6C47F4}" srcOrd="0" destOrd="0" parTransId="{416E484C-1A14-4952-A265-A6BA9DCED6A4}" sibTransId="{DECA6D32-70BC-48AB-9904-E161C65C0C08}"/>
    <dgm:cxn modelId="{81A017ED-188C-45F8-85F5-0FF33E708B09}" type="presOf" srcId="{F737236B-880A-4466-B216-BB96EA895CDC}" destId="{947DAF2D-AC2E-4DB4-85AE-8E10C68CFF53}" srcOrd="0" destOrd="0" presId="urn:microsoft.com/office/officeart/2005/8/layout/radial1"/>
    <dgm:cxn modelId="{1FC2D2F5-8506-4BFB-BCAC-E0C6ABFE1763}" type="presOf" srcId="{55114D68-F605-4611-94BF-AE0B6109AB2C}" destId="{DCEB7EBB-A47F-4922-9BF0-E684AC6F4B77}" srcOrd="0" destOrd="0" presId="urn:microsoft.com/office/officeart/2005/8/layout/radial1"/>
    <dgm:cxn modelId="{D75BA560-42DF-4CA2-ABB1-B3379C9AB60C}" type="presParOf" srcId="{A3061A59-22F0-46BD-A627-4DC4B16CB978}" destId="{A3329715-9572-4386-87E8-59435C63761C}" srcOrd="0" destOrd="0" presId="urn:microsoft.com/office/officeart/2005/8/layout/radial1"/>
    <dgm:cxn modelId="{6D93D8CB-601D-4B73-9D5D-274EBB29B572}" type="presParOf" srcId="{A3061A59-22F0-46BD-A627-4DC4B16CB978}" destId="{071B70C3-A59E-4370-B906-7502FD0CF531}" srcOrd="1" destOrd="0" presId="urn:microsoft.com/office/officeart/2005/8/layout/radial1"/>
    <dgm:cxn modelId="{821BA91B-B1BD-496C-8249-D8C5EDEB0AFB}" type="presParOf" srcId="{071B70C3-A59E-4370-B906-7502FD0CF531}" destId="{1C7DE32B-82B6-410E-B3E4-E0EBDD340B52}" srcOrd="0" destOrd="0" presId="urn:microsoft.com/office/officeart/2005/8/layout/radial1"/>
    <dgm:cxn modelId="{31E0ED3B-EC37-4678-91B7-D94CD066C1C3}" type="presParOf" srcId="{A3061A59-22F0-46BD-A627-4DC4B16CB978}" destId="{648F9915-DD38-40EE-AC38-2DDF835081E3}" srcOrd="2" destOrd="0" presId="urn:microsoft.com/office/officeart/2005/8/layout/radial1"/>
    <dgm:cxn modelId="{E0B5FE90-4638-44BF-92D3-7660BAB2D0C7}" type="presParOf" srcId="{A3061A59-22F0-46BD-A627-4DC4B16CB978}" destId="{DCEB7EBB-A47F-4922-9BF0-E684AC6F4B77}" srcOrd="3" destOrd="0" presId="urn:microsoft.com/office/officeart/2005/8/layout/radial1"/>
    <dgm:cxn modelId="{EE60F97D-945A-4DA4-A00C-7FE9F896A7CB}" type="presParOf" srcId="{DCEB7EBB-A47F-4922-9BF0-E684AC6F4B77}" destId="{6AD92B06-0781-4816-90AA-D4083FD2DDA7}" srcOrd="0" destOrd="0" presId="urn:microsoft.com/office/officeart/2005/8/layout/radial1"/>
    <dgm:cxn modelId="{D5CA4B58-EDC9-4F10-AF73-AD53EDDA8388}" type="presParOf" srcId="{A3061A59-22F0-46BD-A627-4DC4B16CB978}" destId="{7AE2EA5B-16FA-4421-93F6-14FC632D4EC3}" srcOrd="4" destOrd="0" presId="urn:microsoft.com/office/officeart/2005/8/layout/radial1"/>
    <dgm:cxn modelId="{1FEE5188-99BE-4AB7-920B-75A00F4E91A4}" type="presParOf" srcId="{A3061A59-22F0-46BD-A627-4DC4B16CB978}" destId="{E91F1202-C850-418B-A1B8-168F120C4DAE}" srcOrd="5" destOrd="0" presId="urn:microsoft.com/office/officeart/2005/8/layout/radial1"/>
    <dgm:cxn modelId="{3C5B58D0-7A97-4FB2-8FBB-2C250F90B458}" type="presParOf" srcId="{E91F1202-C850-418B-A1B8-168F120C4DAE}" destId="{A1C63727-4D8D-4909-922A-0A933A86B40D}" srcOrd="0" destOrd="0" presId="urn:microsoft.com/office/officeart/2005/8/layout/radial1"/>
    <dgm:cxn modelId="{8D8D942B-358C-4DB8-BB6B-FB6AA71B20CE}" type="presParOf" srcId="{A3061A59-22F0-46BD-A627-4DC4B16CB978}" destId="{947DAF2D-AC2E-4DB4-85AE-8E10C68CFF53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8.xml><?xml version="1.0" encoding="utf-8"?>
<dgm:dataModel xmlns:dgm="http://schemas.openxmlformats.org/drawingml/2006/diagram" xmlns:a="http://schemas.openxmlformats.org/drawingml/2006/main">
  <dgm:ptLst>
    <dgm:pt modelId="{A36F1C47-AA18-4CCE-AA2E-26BBC1336A1F}" type="doc">
      <dgm:prSet loTypeId="urn:microsoft.com/office/officeart/2005/8/layout/radial1" loCatId="relationship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EE8AD0-4F81-4232-AD22-D7D03BFD450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7579A958-1DC2-453E-A120-B1F400B1F6CF}" type="parTrans" cxnId="{53C48CC4-F202-4100-9331-FBE0925CD634}">
      <dgm:prSet/>
      <dgm:spPr/>
    </dgm:pt>
    <dgm:pt modelId="{96A41460-7440-44FC-9A3C-7C634E6FAC3C}" type="sibTrans" cxnId="{53C48CC4-F202-4100-9331-FBE0925CD634}">
      <dgm:prSet/>
      <dgm:spPr/>
    </dgm:pt>
    <dgm:pt modelId="{B4388188-3C91-47E2-8FD7-3D7B8DBC7CE9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B1486009-68EA-413F-B000-DF36A6210857}" type="parTrans" cxnId="{17223860-441F-4D05-8CF9-39F88781BC16}">
      <dgm:prSet/>
      <dgm:spPr/>
      <dgm:t>
        <a:bodyPr/>
        <a:lstStyle/>
        <a:p>
          <a:endParaRPr lang="en-US"/>
        </a:p>
      </dgm:t>
    </dgm:pt>
    <dgm:pt modelId="{1FD3188A-1648-4864-9764-74CEB8B54B51}" type="sibTrans" cxnId="{17223860-441F-4D05-8CF9-39F88781BC16}">
      <dgm:prSet/>
      <dgm:spPr/>
    </dgm:pt>
    <dgm:pt modelId="{6275895B-A79A-49C4-91DF-AE943D242531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7FAEB55-0A19-40C4-943B-4356FBBF934C}" type="parTrans" cxnId="{AAFC3D81-E7AC-44E0-B6A8-7AEF13D1BE7A}">
      <dgm:prSet/>
      <dgm:spPr/>
      <dgm:t>
        <a:bodyPr/>
        <a:lstStyle/>
        <a:p>
          <a:endParaRPr lang="en-US"/>
        </a:p>
      </dgm:t>
    </dgm:pt>
    <dgm:pt modelId="{9C87D2C6-5A6D-400A-BC62-4B8C9ECEA360}" type="sibTrans" cxnId="{AAFC3D81-E7AC-44E0-B6A8-7AEF13D1BE7A}">
      <dgm:prSet/>
      <dgm:spPr/>
    </dgm:pt>
    <dgm:pt modelId="{AC2F8145-0F96-4D5F-847A-3526DD94F9B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0C6924D-A88C-479B-AA1C-4450433736D8}" type="parTrans" cxnId="{4DB775CE-00FB-4B77-A4DC-81251619F571}">
      <dgm:prSet/>
      <dgm:spPr/>
      <dgm:t>
        <a:bodyPr/>
        <a:lstStyle/>
        <a:p>
          <a:endParaRPr lang="en-US"/>
        </a:p>
      </dgm:t>
    </dgm:pt>
    <dgm:pt modelId="{3D91866F-EED3-44C0-A458-2F1202C0BC45}" type="sibTrans" cxnId="{4DB775CE-00FB-4B77-A4DC-81251619F571}">
      <dgm:prSet/>
      <dgm:spPr/>
    </dgm:pt>
    <dgm:pt modelId="{DA3D2595-466A-44EA-A6BA-366667474291}" type="pres">
      <dgm:prSet presAssocID="{A36F1C47-AA18-4CCE-AA2E-26BBC1336A1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6A47ABE-E0BE-4D15-86A3-8A4AD2249061}" type="pres">
      <dgm:prSet presAssocID="{54EE8AD0-4F81-4232-AD22-D7D03BFD450F}" presName="centerShape" presStyleLbl="node0" presStyleIdx="0" presStyleCnt="1"/>
      <dgm:spPr/>
    </dgm:pt>
    <dgm:pt modelId="{85BF9FE9-166B-42EB-8950-66BAF88C8266}" type="pres">
      <dgm:prSet presAssocID="{B1486009-68EA-413F-B000-DF36A6210857}" presName="Name9" presStyleLbl="parChTrans1D2" presStyleIdx="0" presStyleCnt="3"/>
      <dgm:spPr/>
    </dgm:pt>
    <dgm:pt modelId="{AA824644-727B-4F22-AB20-9FFA4F891297}" type="pres">
      <dgm:prSet presAssocID="{B1486009-68EA-413F-B000-DF36A6210857}" presName="connTx" presStyleLbl="parChTrans1D2" presStyleIdx="0" presStyleCnt="3"/>
      <dgm:spPr/>
    </dgm:pt>
    <dgm:pt modelId="{F2E13449-95AE-4B27-9B0E-249E3B2D8DBA}" type="pres">
      <dgm:prSet presAssocID="{B4388188-3C91-47E2-8FD7-3D7B8DBC7CE9}" presName="node" presStyleLbl="node1" presStyleIdx="0" presStyleCnt="3">
        <dgm:presLayoutVars>
          <dgm:bulletEnabled val="1"/>
        </dgm:presLayoutVars>
      </dgm:prSet>
      <dgm:spPr/>
    </dgm:pt>
    <dgm:pt modelId="{F9963D1B-9722-4FE8-A1BC-93BFB85FDE6C}" type="pres">
      <dgm:prSet presAssocID="{27FAEB55-0A19-40C4-943B-4356FBBF934C}" presName="Name9" presStyleLbl="parChTrans1D2" presStyleIdx="1" presStyleCnt="3"/>
      <dgm:spPr/>
    </dgm:pt>
    <dgm:pt modelId="{E1D5FBFA-881A-4480-AFB2-FFE222AFBB5C}" type="pres">
      <dgm:prSet presAssocID="{27FAEB55-0A19-40C4-943B-4356FBBF934C}" presName="connTx" presStyleLbl="parChTrans1D2" presStyleIdx="1" presStyleCnt="3"/>
      <dgm:spPr/>
    </dgm:pt>
    <dgm:pt modelId="{8753ABF0-CBAF-4AAF-B507-12EC3DFF5CA1}" type="pres">
      <dgm:prSet presAssocID="{6275895B-A79A-49C4-91DF-AE943D242531}" presName="node" presStyleLbl="node1" presStyleIdx="1" presStyleCnt="3">
        <dgm:presLayoutVars>
          <dgm:bulletEnabled val="1"/>
        </dgm:presLayoutVars>
      </dgm:prSet>
      <dgm:spPr/>
    </dgm:pt>
    <dgm:pt modelId="{CC755379-11F0-4BC3-BDB9-72DA1C0CB8B8}" type="pres">
      <dgm:prSet presAssocID="{40C6924D-A88C-479B-AA1C-4450433736D8}" presName="Name9" presStyleLbl="parChTrans1D2" presStyleIdx="2" presStyleCnt="3"/>
      <dgm:spPr/>
    </dgm:pt>
    <dgm:pt modelId="{EBA3107A-71D0-4F34-911A-90D1E2CDF22A}" type="pres">
      <dgm:prSet presAssocID="{40C6924D-A88C-479B-AA1C-4450433736D8}" presName="connTx" presStyleLbl="parChTrans1D2" presStyleIdx="2" presStyleCnt="3"/>
      <dgm:spPr/>
    </dgm:pt>
    <dgm:pt modelId="{D9CD46C2-1EE9-4B69-B6F5-0DCA618F438E}" type="pres">
      <dgm:prSet presAssocID="{AC2F8145-0F96-4D5F-847A-3526DD94F9B7}" presName="node" presStyleLbl="node1" presStyleIdx="2" presStyleCnt="3">
        <dgm:presLayoutVars>
          <dgm:bulletEnabled val="1"/>
        </dgm:presLayoutVars>
      </dgm:prSet>
      <dgm:spPr/>
    </dgm:pt>
  </dgm:ptLst>
  <dgm:cxnLst>
    <dgm:cxn modelId="{ED996621-D6E7-4896-8026-A399E864608A}" type="presOf" srcId="{40C6924D-A88C-479B-AA1C-4450433736D8}" destId="{CC755379-11F0-4BC3-BDB9-72DA1C0CB8B8}" srcOrd="0" destOrd="0" presId="urn:microsoft.com/office/officeart/2005/8/layout/radial1"/>
    <dgm:cxn modelId="{AA3F8927-4D32-446E-A77F-182298899857}" type="presOf" srcId="{B1486009-68EA-413F-B000-DF36A6210857}" destId="{AA824644-727B-4F22-AB20-9FFA4F891297}" srcOrd="1" destOrd="0" presId="urn:microsoft.com/office/officeart/2005/8/layout/radial1"/>
    <dgm:cxn modelId="{17223860-441F-4D05-8CF9-39F88781BC16}" srcId="{54EE8AD0-4F81-4232-AD22-D7D03BFD450F}" destId="{B4388188-3C91-47E2-8FD7-3D7B8DBC7CE9}" srcOrd="0" destOrd="0" parTransId="{B1486009-68EA-413F-B000-DF36A6210857}" sibTransId="{1FD3188A-1648-4864-9764-74CEB8B54B51}"/>
    <dgm:cxn modelId="{E80B2649-2E98-445C-8A0B-4A5CB7E6F475}" type="presOf" srcId="{40C6924D-A88C-479B-AA1C-4450433736D8}" destId="{EBA3107A-71D0-4F34-911A-90D1E2CDF22A}" srcOrd="1" destOrd="0" presId="urn:microsoft.com/office/officeart/2005/8/layout/radial1"/>
    <dgm:cxn modelId="{B47F4A49-B41F-43A6-82F0-9C34379F6E3F}" type="presOf" srcId="{54EE8AD0-4F81-4232-AD22-D7D03BFD450F}" destId="{C6A47ABE-E0BE-4D15-86A3-8A4AD2249061}" srcOrd="0" destOrd="0" presId="urn:microsoft.com/office/officeart/2005/8/layout/radial1"/>
    <dgm:cxn modelId="{5764294B-1C52-419F-87BA-C2654A750E79}" type="presOf" srcId="{B4388188-3C91-47E2-8FD7-3D7B8DBC7CE9}" destId="{F2E13449-95AE-4B27-9B0E-249E3B2D8DBA}" srcOrd="0" destOrd="0" presId="urn:microsoft.com/office/officeart/2005/8/layout/radial1"/>
    <dgm:cxn modelId="{8938D377-CEC5-438C-AB8C-8E233CE70A2B}" type="presOf" srcId="{6275895B-A79A-49C4-91DF-AE943D242531}" destId="{8753ABF0-CBAF-4AAF-B507-12EC3DFF5CA1}" srcOrd="0" destOrd="0" presId="urn:microsoft.com/office/officeart/2005/8/layout/radial1"/>
    <dgm:cxn modelId="{8F530680-65B3-491C-9D10-F40C7A89885D}" type="presOf" srcId="{27FAEB55-0A19-40C4-943B-4356FBBF934C}" destId="{E1D5FBFA-881A-4480-AFB2-FFE222AFBB5C}" srcOrd="1" destOrd="0" presId="urn:microsoft.com/office/officeart/2005/8/layout/radial1"/>
    <dgm:cxn modelId="{AAFC3D81-E7AC-44E0-B6A8-7AEF13D1BE7A}" srcId="{54EE8AD0-4F81-4232-AD22-D7D03BFD450F}" destId="{6275895B-A79A-49C4-91DF-AE943D242531}" srcOrd="1" destOrd="0" parTransId="{27FAEB55-0A19-40C4-943B-4356FBBF934C}" sibTransId="{9C87D2C6-5A6D-400A-BC62-4B8C9ECEA360}"/>
    <dgm:cxn modelId="{C4D72E8E-D537-427B-B11F-B2946032DFE3}" type="presOf" srcId="{B1486009-68EA-413F-B000-DF36A6210857}" destId="{85BF9FE9-166B-42EB-8950-66BAF88C8266}" srcOrd="0" destOrd="0" presId="urn:microsoft.com/office/officeart/2005/8/layout/radial1"/>
    <dgm:cxn modelId="{75CBB19A-DF6F-489F-980B-2692AC978F54}" type="presOf" srcId="{27FAEB55-0A19-40C4-943B-4356FBBF934C}" destId="{F9963D1B-9722-4FE8-A1BC-93BFB85FDE6C}" srcOrd="0" destOrd="0" presId="urn:microsoft.com/office/officeart/2005/8/layout/radial1"/>
    <dgm:cxn modelId="{315B83A0-D4D8-444E-8B60-A848AA86D5D8}" type="presOf" srcId="{AC2F8145-0F96-4D5F-847A-3526DD94F9B7}" destId="{D9CD46C2-1EE9-4B69-B6F5-0DCA618F438E}" srcOrd="0" destOrd="0" presId="urn:microsoft.com/office/officeart/2005/8/layout/radial1"/>
    <dgm:cxn modelId="{C45242B7-A585-479F-8844-655B8C22D28B}" type="presOf" srcId="{A36F1C47-AA18-4CCE-AA2E-26BBC1336A1F}" destId="{DA3D2595-466A-44EA-A6BA-366667474291}" srcOrd="0" destOrd="0" presId="urn:microsoft.com/office/officeart/2005/8/layout/radial1"/>
    <dgm:cxn modelId="{53C48CC4-F202-4100-9331-FBE0925CD634}" srcId="{A36F1C47-AA18-4CCE-AA2E-26BBC1336A1F}" destId="{54EE8AD0-4F81-4232-AD22-D7D03BFD450F}" srcOrd="0" destOrd="0" parTransId="{7579A958-1DC2-453E-A120-B1F400B1F6CF}" sibTransId="{96A41460-7440-44FC-9A3C-7C634E6FAC3C}"/>
    <dgm:cxn modelId="{4DB775CE-00FB-4B77-A4DC-81251619F571}" srcId="{54EE8AD0-4F81-4232-AD22-D7D03BFD450F}" destId="{AC2F8145-0F96-4D5F-847A-3526DD94F9B7}" srcOrd="2" destOrd="0" parTransId="{40C6924D-A88C-479B-AA1C-4450433736D8}" sibTransId="{3D91866F-EED3-44C0-A458-2F1202C0BC45}"/>
    <dgm:cxn modelId="{4FEAF199-5E9C-4A39-B2F6-149B70912013}" type="presParOf" srcId="{DA3D2595-466A-44EA-A6BA-366667474291}" destId="{C6A47ABE-E0BE-4D15-86A3-8A4AD2249061}" srcOrd="0" destOrd="0" presId="urn:microsoft.com/office/officeart/2005/8/layout/radial1"/>
    <dgm:cxn modelId="{0684E8C3-B939-4F7D-8A44-69F30A91287A}" type="presParOf" srcId="{DA3D2595-466A-44EA-A6BA-366667474291}" destId="{85BF9FE9-166B-42EB-8950-66BAF88C8266}" srcOrd="1" destOrd="0" presId="urn:microsoft.com/office/officeart/2005/8/layout/radial1"/>
    <dgm:cxn modelId="{164E7B83-8C72-499C-8FB2-5C78E36A0476}" type="presParOf" srcId="{85BF9FE9-166B-42EB-8950-66BAF88C8266}" destId="{AA824644-727B-4F22-AB20-9FFA4F891297}" srcOrd="0" destOrd="0" presId="urn:microsoft.com/office/officeart/2005/8/layout/radial1"/>
    <dgm:cxn modelId="{501D73AA-C7A8-40B5-9259-F525EFBF57FB}" type="presParOf" srcId="{DA3D2595-466A-44EA-A6BA-366667474291}" destId="{F2E13449-95AE-4B27-9B0E-249E3B2D8DBA}" srcOrd="2" destOrd="0" presId="urn:microsoft.com/office/officeart/2005/8/layout/radial1"/>
    <dgm:cxn modelId="{606DD8AE-3349-407D-8640-215083080F53}" type="presParOf" srcId="{DA3D2595-466A-44EA-A6BA-366667474291}" destId="{F9963D1B-9722-4FE8-A1BC-93BFB85FDE6C}" srcOrd="3" destOrd="0" presId="urn:microsoft.com/office/officeart/2005/8/layout/radial1"/>
    <dgm:cxn modelId="{989C9B1A-6B94-4CD1-B112-7074C6DB9F69}" type="presParOf" srcId="{F9963D1B-9722-4FE8-A1BC-93BFB85FDE6C}" destId="{E1D5FBFA-881A-4480-AFB2-FFE222AFBB5C}" srcOrd="0" destOrd="0" presId="urn:microsoft.com/office/officeart/2005/8/layout/radial1"/>
    <dgm:cxn modelId="{1582D2E5-2750-4D63-9BCA-6673D28DCE76}" type="presParOf" srcId="{DA3D2595-466A-44EA-A6BA-366667474291}" destId="{8753ABF0-CBAF-4AAF-B507-12EC3DFF5CA1}" srcOrd="4" destOrd="0" presId="urn:microsoft.com/office/officeart/2005/8/layout/radial1"/>
    <dgm:cxn modelId="{4781C2A3-14D6-42F4-85EF-27A8824338E4}" type="presParOf" srcId="{DA3D2595-466A-44EA-A6BA-366667474291}" destId="{CC755379-11F0-4BC3-BDB9-72DA1C0CB8B8}" srcOrd="5" destOrd="0" presId="urn:microsoft.com/office/officeart/2005/8/layout/radial1"/>
    <dgm:cxn modelId="{A48629B8-97EA-4F3E-A204-2585C05A69BD}" type="presParOf" srcId="{CC755379-11F0-4BC3-BDB9-72DA1C0CB8B8}" destId="{EBA3107A-71D0-4F34-911A-90D1E2CDF22A}" srcOrd="0" destOrd="0" presId="urn:microsoft.com/office/officeart/2005/8/layout/radial1"/>
    <dgm:cxn modelId="{5CBEA181-FB5C-4667-9534-783F1216CE41}" type="presParOf" srcId="{DA3D2595-466A-44EA-A6BA-366667474291}" destId="{D9CD46C2-1EE9-4B69-B6F5-0DCA618F438E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9.xml><?xml version="1.0" encoding="utf-8"?>
<dgm:dataModel xmlns:dgm="http://schemas.openxmlformats.org/drawingml/2006/diagram" xmlns:a="http://schemas.openxmlformats.org/drawingml/2006/main">
  <dgm:ptLst>
    <dgm:pt modelId="{4A963C17-9563-4BD9-A08D-FE37BA02844E}" type="doc">
      <dgm:prSet loTypeId="urn:microsoft.com/office/officeart/2005/8/layout/radial1" loCatId="relationship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B5CDFF-70E6-4537-89EC-B3508AA2872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ECC3AAE-1245-45E0-8136-58F858A655E5}" type="parTrans" cxnId="{AC6C3757-204A-4248-BF32-CF0FA05E0732}">
      <dgm:prSet/>
      <dgm:spPr/>
    </dgm:pt>
    <dgm:pt modelId="{8DA4CCDC-3521-4E94-A722-B94824A5EA6E}" type="sibTrans" cxnId="{AC6C3757-204A-4248-BF32-CF0FA05E0732}">
      <dgm:prSet/>
      <dgm:spPr/>
    </dgm:pt>
    <dgm:pt modelId="{FB7F11E3-EB48-493A-890D-763B48CD4E4E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09C7A000-4B79-4FE6-973C-E6DDE34C4CA7}" type="parTrans" cxnId="{52DB98D3-8AF3-492A-9588-760E8224385A}">
      <dgm:prSet/>
      <dgm:spPr/>
      <dgm:t>
        <a:bodyPr/>
        <a:lstStyle/>
        <a:p>
          <a:endParaRPr lang="en-US"/>
        </a:p>
      </dgm:t>
    </dgm:pt>
    <dgm:pt modelId="{58BC3267-02E9-40DD-93EA-34BE080DA674}" type="sibTrans" cxnId="{52DB98D3-8AF3-492A-9588-760E8224385A}">
      <dgm:prSet/>
      <dgm:spPr/>
    </dgm:pt>
    <dgm:pt modelId="{E6399B3A-4CCA-4E4F-8C0F-19F1E38BEE4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14C881D1-F9B6-4A9C-B26C-D1BDB7E3D84C}" type="parTrans" cxnId="{21865364-E60B-4C53-A9F2-051517828B01}">
      <dgm:prSet/>
      <dgm:spPr/>
      <dgm:t>
        <a:bodyPr/>
        <a:lstStyle/>
        <a:p>
          <a:endParaRPr lang="en-US"/>
        </a:p>
      </dgm:t>
    </dgm:pt>
    <dgm:pt modelId="{17C995BF-E5DF-4DC5-A3F2-67391C1D2117}" type="sibTrans" cxnId="{21865364-E60B-4C53-A9F2-051517828B01}">
      <dgm:prSet/>
      <dgm:spPr/>
    </dgm:pt>
    <dgm:pt modelId="{1706B061-A5D5-434B-B90F-29C993604506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5FC70A2B-E3E9-4C46-BD75-3D435EE6E5F1}" type="parTrans" cxnId="{DE061E96-EE80-4DB8-9E3C-B09C5BBDDC1B}">
      <dgm:prSet/>
      <dgm:spPr/>
      <dgm:t>
        <a:bodyPr/>
        <a:lstStyle/>
        <a:p>
          <a:endParaRPr lang="en-US"/>
        </a:p>
      </dgm:t>
    </dgm:pt>
    <dgm:pt modelId="{82FC7FFD-2AA9-4916-8D31-0D10430EE196}" type="sibTrans" cxnId="{DE061E96-EE80-4DB8-9E3C-B09C5BBDDC1B}">
      <dgm:prSet/>
      <dgm:spPr/>
    </dgm:pt>
    <dgm:pt modelId="{08288893-A7CC-4CDE-B628-ABE82BE071C5}" type="pres">
      <dgm:prSet presAssocID="{4A963C17-9563-4BD9-A08D-FE37BA02844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30216FF-8B2D-45F4-87A6-DC62784143A3}" type="pres">
      <dgm:prSet presAssocID="{EAB5CDFF-70E6-4537-89EC-B3508AA2872D}" presName="centerShape" presStyleLbl="node0" presStyleIdx="0" presStyleCnt="1"/>
      <dgm:spPr/>
    </dgm:pt>
    <dgm:pt modelId="{3D213718-BB97-4182-9EE5-68229EF9D3FB}" type="pres">
      <dgm:prSet presAssocID="{09C7A000-4B79-4FE6-973C-E6DDE34C4CA7}" presName="Name9" presStyleLbl="parChTrans1D2" presStyleIdx="0" presStyleCnt="3"/>
      <dgm:spPr/>
    </dgm:pt>
    <dgm:pt modelId="{8297D4C0-B636-4AF6-90DF-0A5629FC46BA}" type="pres">
      <dgm:prSet presAssocID="{09C7A000-4B79-4FE6-973C-E6DDE34C4CA7}" presName="connTx" presStyleLbl="parChTrans1D2" presStyleIdx="0" presStyleCnt="3"/>
      <dgm:spPr/>
    </dgm:pt>
    <dgm:pt modelId="{2EF641AE-87D8-4F62-A929-CC429EFA75C8}" type="pres">
      <dgm:prSet presAssocID="{FB7F11E3-EB48-493A-890D-763B48CD4E4E}" presName="node" presStyleLbl="node1" presStyleIdx="0" presStyleCnt="3">
        <dgm:presLayoutVars>
          <dgm:bulletEnabled val="1"/>
        </dgm:presLayoutVars>
      </dgm:prSet>
      <dgm:spPr/>
    </dgm:pt>
    <dgm:pt modelId="{48E43FCD-1404-47B2-AE65-BCA691BC8072}" type="pres">
      <dgm:prSet presAssocID="{14C881D1-F9B6-4A9C-B26C-D1BDB7E3D84C}" presName="Name9" presStyleLbl="parChTrans1D2" presStyleIdx="1" presStyleCnt="3"/>
      <dgm:spPr/>
    </dgm:pt>
    <dgm:pt modelId="{F8A05C1F-947D-4EFB-A3ED-24C247A25287}" type="pres">
      <dgm:prSet presAssocID="{14C881D1-F9B6-4A9C-B26C-D1BDB7E3D84C}" presName="connTx" presStyleLbl="parChTrans1D2" presStyleIdx="1" presStyleCnt="3"/>
      <dgm:spPr/>
    </dgm:pt>
    <dgm:pt modelId="{0BF6350D-E53A-4B9D-87D8-CC0BE81D47CF}" type="pres">
      <dgm:prSet presAssocID="{E6399B3A-4CCA-4E4F-8C0F-19F1E38BEE44}" presName="node" presStyleLbl="node1" presStyleIdx="1" presStyleCnt="3">
        <dgm:presLayoutVars>
          <dgm:bulletEnabled val="1"/>
        </dgm:presLayoutVars>
      </dgm:prSet>
      <dgm:spPr/>
    </dgm:pt>
    <dgm:pt modelId="{BDE02CFB-BE62-4AA4-AFAB-F5584B7E99DA}" type="pres">
      <dgm:prSet presAssocID="{5FC70A2B-E3E9-4C46-BD75-3D435EE6E5F1}" presName="Name9" presStyleLbl="parChTrans1D2" presStyleIdx="2" presStyleCnt="3"/>
      <dgm:spPr/>
    </dgm:pt>
    <dgm:pt modelId="{3E4FAB42-69ED-4156-8958-BB91D3582A13}" type="pres">
      <dgm:prSet presAssocID="{5FC70A2B-E3E9-4C46-BD75-3D435EE6E5F1}" presName="connTx" presStyleLbl="parChTrans1D2" presStyleIdx="2" presStyleCnt="3"/>
      <dgm:spPr/>
    </dgm:pt>
    <dgm:pt modelId="{5A4BF43E-9315-4FA4-8F06-D5FF703F4867}" type="pres">
      <dgm:prSet presAssocID="{1706B061-A5D5-434B-B90F-29C993604506}" presName="node" presStyleLbl="node1" presStyleIdx="2" presStyleCnt="3">
        <dgm:presLayoutVars>
          <dgm:bulletEnabled val="1"/>
        </dgm:presLayoutVars>
      </dgm:prSet>
      <dgm:spPr/>
    </dgm:pt>
  </dgm:ptLst>
  <dgm:cxnLst>
    <dgm:cxn modelId="{CBF1A80A-CF5E-4E3C-B034-371A98129096}" type="presOf" srcId="{5FC70A2B-E3E9-4C46-BD75-3D435EE6E5F1}" destId="{BDE02CFB-BE62-4AA4-AFAB-F5584B7E99DA}" srcOrd="0" destOrd="0" presId="urn:microsoft.com/office/officeart/2005/8/layout/radial1"/>
    <dgm:cxn modelId="{3B404119-C83F-4EF0-85C8-E36A60E1D72E}" type="presOf" srcId="{14C881D1-F9B6-4A9C-B26C-D1BDB7E3D84C}" destId="{F8A05C1F-947D-4EFB-A3ED-24C247A25287}" srcOrd="1" destOrd="0" presId="urn:microsoft.com/office/officeart/2005/8/layout/radial1"/>
    <dgm:cxn modelId="{1DEB8B2F-F3D0-47C9-B136-2B6EBD5FFD23}" type="presOf" srcId="{E6399B3A-4CCA-4E4F-8C0F-19F1E38BEE44}" destId="{0BF6350D-E53A-4B9D-87D8-CC0BE81D47CF}" srcOrd="0" destOrd="0" presId="urn:microsoft.com/office/officeart/2005/8/layout/radial1"/>
    <dgm:cxn modelId="{9A0BFF5E-0099-4D26-A37A-02CFDE7D7CBE}" type="presOf" srcId="{1706B061-A5D5-434B-B90F-29C993604506}" destId="{5A4BF43E-9315-4FA4-8F06-D5FF703F4867}" srcOrd="0" destOrd="0" presId="urn:microsoft.com/office/officeart/2005/8/layout/radial1"/>
    <dgm:cxn modelId="{21865364-E60B-4C53-A9F2-051517828B01}" srcId="{EAB5CDFF-70E6-4537-89EC-B3508AA2872D}" destId="{E6399B3A-4CCA-4E4F-8C0F-19F1E38BEE44}" srcOrd="1" destOrd="0" parTransId="{14C881D1-F9B6-4A9C-B26C-D1BDB7E3D84C}" sibTransId="{17C995BF-E5DF-4DC5-A3F2-67391C1D2117}"/>
    <dgm:cxn modelId="{AC6C3757-204A-4248-BF32-CF0FA05E0732}" srcId="{4A963C17-9563-4BD9-A08D-FE37BA02844E}" destId="{EAB5CDFF-70E6-4537-89EC-B3508AA2872D}" srcOrd="0" destOrd="0" parTransId="{3ECC3AAE-1245-45E0-8136-58F858A655E5}" sibTransId="{8DA4CCDC-3521-4E94-A722-B94824A5EA6E}"/>
    <dgm:cxn modelId="{069C1D78-87C2-451F-ACB2-5FD9B6B97A3E}" type="presOf" srcId="{4A963C17-9563-4BD9-A08D-FE37BA02844E}" destId="{08288893-A7CC-4CDE-B628-ABE82BE071C5}" srcOrd="0" destOrd="0" presId="urn:microsoft.com/office/officeart/2005/8/layout/radial1"/>
    <dgm:cxn modelId="{8B80938D-0992-43F3-B055-0EC8B44D5811}" type="presOf" srcId="{EAB5CDFF-70E6-4537-89EC-B3508AA2872D}" destId="{230216FF-8B2D-45F4-87A6-DC62784143A3}" srcOrd="0" destOrd="0" presId="urn:microsoft.com/office/officeart/2005/8/layout/radial1"/>
    <dgm:cxn modelId="{DE061E96-EE80-4DB8-9E3C-B09C5BBDDC1B}" srcId="{EAB5CDFF-70E6-4537-89EC-B3508AA2872D}" destId="{1706B061-A5D5-434B-B90F-29C993604506}" srcOrd="2" destOrd="0" parTransId="{5FC70A2B-E3E9-4C46-BD75-3D435EE6E5F1}" sibTransId="{82FC7FFD-2AA9-4916-8D31-0D10430EE196}"/>
    <dgm:cxn modelId="{C8C930B7-1C23-4DEE-8238-26A2FE99AB60}" type="presOf" srcId="{FB7F11E3-EB48-493A-890D-763B48CD4E4E}" destId="{2EF641AE-87D8-4F62-A929-CC429EFA75C8}" srcOrd="0" destOrd="0" presId="urn:microsoft.com/office/officeart/2005/8/layout/radial1"/>
    <dgm:cxn modelId="{1B25DFBA-6E45-48C0-AFEE-FFD09DCC59E7}" type="presOf" srcId="{14C881D1-F9B6-4A9C-B26C-D1BDB7E3D84C}" destId="{48E43FCD-1404-47B2-AE65-BCA691BC8072}" srcOrd="0" destOrd="0" presId="urn:microsoft.com/office/officeart/2005/8/layout/radial1"/>
    <dgm:cxn modelId="{449469CA-72F2-447A-9078-2B436A9E7611}" type="presOf" srcId="{5FC70A2B-E3E9-4C46-BD75-3D435EE6E5F1}" destId="{3E4FAB42-69ED-4156-8958-BB91D3582A13}" srcOrd="1" destOrd="0" presId="urn:microsoft.com/office/officeart/2005/8/layout/radial1"/>
    <dgm:cxn modelId="{452CBACC-2422-4A78-A492-AC44F44A2ED2}" type="presOf" srcId="{09C7A000-4B79-4FE6-973C-E6DDE34C4CA7}" destId="{3D213718-BB97-4182-9EE5-68229EF9D3FB}" srcOrd="0" destOrd="0" presId="urn:microsoft.com/office/officeart/2005/8/layout/radial1"/>
    <dgm:cxn modelId="{52DB98D3-8AF3-492A-9588-760E8224385A}" srcId="{EAB5CDFF-70E6-4537-89EC-B3508AA2872D}" destId="{FB7F11E3-EB48-493A-890D-763B48CD4E4E}" srcOrd="0" destOrd="0" parTransId="{09C7A000-4B79-4FE6-973C-E6DDE34C4CA7}" sibTransId="{58BC3267-02E9-40DD-93EA-34BE080DA674}"/>
    <dgm:cxn modelId="{E1093BFE-44E5-4F6B-94A7-2B03C1670A24}" type="presOf" srcId="{09C7A000-4B79-4FE6-973C-E6DDE34C4CA7}" destId="{8297D4C0-B636-4AF6-90DF-0A5629FC46BA}" srcOrd="1" destOrd="0" presId="urn:microsoft.com/office/officeart/2005/8/layout/radial1"/>
    <dgm:cxn modelId="{FB9E111C-D551-4CA1-9085-704772EE6A18}" type="presParOf" srcId="{08288893-A7CC-4CDE-B628-ABE82BE071C5}" destId="{230216FF-8B2D-45F4-87A6-DC62784143A3}" srcOrd="0" destOrd="0" presId="urn:microsoft.com/office/officeart/2005/8/layout/radial1"/>
    <dgm:cxn modelId="{0CB33C90-DA54-45E6-9A1D-A3A1737E96BB}" type="presParOf" srcId="{08288893-A7CC-4CDE-B628-ABE82BE071C5}" destId="{3D213718-BB97-4182-9EE5-68229EF9D3FB}" srcOrd="1" destOrd="0" presId="urn:microsoft.com/office/officeart/2005/8/layout/radial1"/>
    <dgm:cxn modelId="{D1CE57C3-DCD2-461C-A630-EB45F87A0BF3}" type="presParOf" srcId="{3D213718-BB97-4182-9EE5-68229EF9D3FB}" destId="{8297D4C0-B636-4AF6-90DF-0A5629FC46BA}" srcOrd="0" destOrd="0" presId="urn:microsoft.com/office/officeart/2005/8/layout/radial1"/>
    <dgm:cxn modelId="{FD6A6443-9FDB-4358-BEEB-6E732BC240BE}" type="presParOf" srcId="{08288893-A7CC-4CDE-B628-ABE82BE071C5}" destId="{2EF641AE-87D8-4F62-A929-CC429EFA75C8}" srcOrd="2" destOrd="0" presId="urn:microsoft.com/office/officeart/2005/8/layout/radial1"/>
    <dgm:cxn modelId="{061CE751-A83D-476D-AB91-BE6CCA6172B0}" type="presParOf" srcId="{08288893-A7CC-4CDE-B628-ABE82BE071C5}" destId="{48E43FCD-1404-47B2-AE65-BCA691BC8072}" srcOrd="3" destOrd="0" presId="urn:microsoft.com/office/officeart/2005/8/layout/radial1"/>
    <dgm:cxn modelId="{9EBC71B6-E56F-499F-9D5C-9B6DEB56EBFB}" type="presParOf" srcId="{48E43FCD-1404-47B2-AE65-BCA691BC8072}" destId="{F8A05C1F-947D-4EFB-A3ED-24C247A25287}" srcOrd="0" destOrd="0" presId="urn:microsoft.com/office/officeart/2005/8/layout/radial1"/>
    <dgm:cxn modelId="{C2A63994-5161-4B27-B5A7-3D5F6E8F8B8E}" type="presParOf" srcId="{08288893-A7CC-4CDE-B628-ABE82BE071C5}" destId="{0BF6350D-E53A-4B9D-87D8-CC0BE81D47CF}" srcOrd="4" destOrd="0" presId="urn:microsoft.com/office/officeart/2005/8/layout/radial1"/>
    <dgm:cxn modelId="{677B27F8-43C3-47DB-8639-7654BA5C3611}" type="presParOf" srcId="{08288893-A7CC-4CDE-B628-ABE82BE071C5}" destId="{BDE02CFB-BE62-4AA4-AFAB-F5584B7E99DA}" srcOrd="5" destOrd="0" presId="urn:microsoft.com/office/officeart/2005/8/layout/radial1"/>
    <dgm:cxn modelId="{FF179CF9-FC0E-4800-B2C3-3A160C02B454}" type="presParOf" srcId="{BDE02CFB-BE62-4AA4-AFAB-F5584B7E99DA}" destId="{3E4FAB42-69ED-4156-8958-BB91D3582A13}" srcOrd="0" destOrd="0" presId="urn:microsoft.com/office/officeart/2005/8/layout/radial1"/>
    <dgm:cxn modelId="{205C33E9-0310-424D-8CF3-6579DBAA44A5}" type="presParOf" srcId="{08288893-A7CC-4CDE-B628-ABE82BE071C5}" destId="{5A4BF43E-9315-4FA4-8F06-D5FF703F4867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0.xml><?xml version="1.0" encoding="utf-8"?>
<dgm:dataModel xmlns:dgm="http://schemas.openxmlformats.org/drawingml/2006/diagram" xmlns:a="http://schemas.openxmlformats.org/drawingml/2006/main">
  <dgm:ptLst>
    <dgm:pt modelId="{E8529E1A-6AFB-49BF-827A-21BDA7291D97}" type="doc">
      <dgm:prSet loTypeId="urn:microsoft.com/office/officeart/2005/8/layout/radial1" loCatId="relationship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DB1A88-7666-4BC6-ABB5-22B84B2A32F8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C37DFA86-E047-4C75-A09C-47689247EC23}" type="parTrans" cxnId="{3BFC76BC-5F81-41FD-A962-EF30FE8D0AF1}">
      <dgm:prSet/>
      <dgm:spPr/>
    </dgm:pt>
    <dgm:pt modelId="{DF7DAB3D-E453-4CF9-B397-C7B0D013826F}" type="sibTrans" cxnId="{3BFC76BC-5F81-41FD-A962-EF30FE8D0AF1}">
      <dgm:prSet/>
      <dgm:spPr/>
    </dgm:pt>
    <dgm:pt modelId="{73C48DAB-BBFF-4595-A008-75FC38042F58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88D88458-E503-4B99-BED6-E568878905FE}" type="parTrans" cxnId="{0FF026D4-068F-4711-92BB-831117A62AD5}">
      <dgm:prSet/>
      <dgm:spPr/>
      <dgm:t>
        <a:bodyPr/>
        <a:lstStyle/>
        <a:p>
          <a:endParaRPr lang="en-US"/>
        </a:p>
      </dgm:t>
    </dgm:pt>
    <dgm:pt modelId="{0DD2467C-454C-4129-BA15-377DD1AD573D}" type="sibTrans" cxnId="{0FF026D4-068F-4711-92BB-831117A62AD5}">
      <dgm:prSet/>
      <dgm:spPr/>
    </dgm:pt>
    <dgm:pt modelId="{38E25B0F-A138-4B6E-ABFB-8FFC4CCC255E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2C6FCF5-AB53-49E6-BE0E-1B6D9C3798F2}" type="parTrans" cxnId="{D0606694-710F-4399-93F6-C4FD60A3DAD4}">
      <dgm:prSet/>
      <dgm:spPr/>
      <dgm:t>
        <a:bodyPr/>
        <a:lstStyle/>
        <a:p>
          <a:endParaRPr lang="en-US"/>
        </a:p>
      </dgm:t>
    </dgm:pt>
    <dgm:pt modelId="{B440BAE7-0D53-4682-9C32-60E3CDDDC569}" type="sibTrans" cxnId="{D0606694-710F-4399-93F6-C4FD60A3DAD4}">
      <dgm:prSet/>
      <dgm:spPr/>
    </dgm:pt>
    <dgm:pt modelId="{2BE4A942-C4D2-47EF-A6BC-7EA639AB0DEB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647655BC-3EFC-48A9-AEE3-1EB1D854E898}" type="parTrans" cxnId="{AD001F0E-326D-40DF-BABF-917EB0D6794A}">
      <dgm:prSet/>
      <dgm:spPr/>
      <dgm:t>
        <a:bodyPr/>
        <a:lstStyle/>
        <a:p>
          <a:endParaRPr lang="en-US"/>
        </a:p>
      </dgm:t>
    </dgm:pt>
    <dgm:pt modelId="{DA2F6E34-BFBB-44AB-8513-A5966F5E9BB6}" type="sibTrans" cxnId="{AD001F0E-326D-40DF-BABF-917EB0D6794A}">
      <dgm:prSet/>
      <dgm:spPr/>
    </dgm:pt>
    <dgm:pt modelId="{E13D8597-E463-43A9-B5DA-B63B9757ECE0}" type="pres">
      <dgm:prSet presAssocID="{E8529E1A-6AFB-49BF-827A-21BDA7291D9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CC66447-534C-4A79-976A-E5BF5C91B146}" type="pres">
      <dgm:prSet presAssocID="{CDDB1A88-7666-4BC6-ABB5-22B84B2A32F8}" presName="centerShape" presStyleLbl="node0" presStyleIdx="0" presStyleCnt="1"/>
      <dgm:spPr/>
    </dgm:pt>
    <dgm:pt modelId="{8C8E8730-3F0F-4424-9DD4-169A6CC94768}" type="pres">
      <dgm:prSet presAssocID="{88D88458-E503-4B99-BED6-E568878905FE}" presName="Name9" presStyleLbl="parChTrans1D2" presStyleIdx="0" presStyleCnt="3"/>
      <dgm:spPr/>
    </dgm:pt>
    <dgm:pt modelId="{05EC9225-31DB-4075-BC1B-C664C1D9D3B7}" type="pres">
      <dgm:prSet presAssocID="{88D88458-E503-4B99-BED6-E568878905FE}" presName="connTx" presStyleLbl="parChTrans1D2" presStyleIdx="0" presStyleCnt="3"/>
      <dgm:spPr/>
    </dgm:pt>
    <dgm:pt modelId="{52F864B9-8B43-4DA5-8787-3FF4C971286F}" type="pres">
      <dgm:prSet presAssocID="{73C48DAB-BBFF-4595-A008-75FC38042F58}" presName="node" presStyleLbl="node1" presStyleIdx="0" presStyleCnt="3">
        <dgm:presLayoutVars>
          <dgm:bulletEnabled val="1"/>
        </dgm:presLayoutVars>
      </dgm:prSet>
      <dgm:spPr/>
    </dgm:pt>
    <dgm:pt modelId="{619EE49E-0C95-4E26-901B-8610AB63AC3E}" type="pres">
      <dgm:prSet presAssocID="{22C6FCF5-AB53-49E6-BE0E-1B6D9C3798F2}" presName="Name9" presStyleLbl="parChTrans1D2" presStyleIdx="1" presStyleCnt="3"/>
      <dgm:spPr/>
    </dgm:pt>
    <dgm:pt modelId="{61361133-F57C-44DD-AFD1-B61D25EBE906}" type="pres">
      <dgm:prSet presAssocID="{22C6FCF5-AB53-49E6-BE0E-1B6D9C3798F2}" presName="connTx" presStyleLbl="parChTrans1D2" presStyleIdx="1" presStyleCnt="3"/>
      <dgm:spPr/>
    </dgm:pt>
    <dgm:pt modelId="{16765A29-3A20-4A2B-BF05-816A024BBAAA}" type="pres">
      <dgm:prSet presAssocID="{38E25B0F-A138-4B6E-ABFB-8FFC4CCC255E}" presName="node" presStyleLbl="node1" presStyleIdx="1" presStyleCnt="3">
        <dgm:presLayoutVars>
          <dgm:bulletEnabled val="1"/>
        </dgm:presLayoutVars>
      </dgm:prSet>
      <dgm:spPr/>
    </dgm:pt>
    <dgm:pt modelId="{09044311-930A-4381-998E-C8730CD9C739}" type="pres">
      <dgm:prSet presAssocID="{647655BC-3EFC-48A9-AEE3-1EB1D854E898}" presName="Name9" presStyleLbl="parChTrans1D2" presStyleIdx="2" presStyleCnt="3"/>
      <dgm:spPr/>
    </dgm:pt>
    <dgm:pt modelId="{959AFB7B-4736-4BEA-8386-5342E761170C}" type="pres">
      <dgm:prSet presAssocID="{647655BC-3EFC-48A9-AEE3-1EB1D854E898}" presName="connTx" presStyleLbl="parChTrans1D2" presStyleIdx="2" presStyleCnt="3"/>
      <dgm:spPr/>
    </dgm:pt>
    <dgm:pt modelId="{5F78699E-11F0-4784-8B19-1207CBD1C1A6}" type="pres">
      <dgm:prSet presAssocID="{2BE4A942-C4D2-47EF-A6BC-7EA639AB0DEB}" presName="node" presStyleLbl="node1" presStyleIdx="2" presStyleCnt="3">
        <dgm:presLayoutVars>
          <dgm:bulletEnabled val="1"/>
        </dgm:presLayoutVars>
      </dgm:prSet>
      <dgm:spPr/>
    </dgm:pt>
  </dgm:ptLst>
  <dgm:cxnLst>
    <dgm:cxn modelId="{AD001F0E-326D-40DF-BABF-917EB0D6794A}" srcId="{CDDB1A88-7666-4BC6-ABB5-22B84B2A32F8}" destId="{2BE4A942-C4D2-47EF-A6BC-7EA639AB0DEB}" srcOrd="2" destOrd="0" parTransId="{647655BC-3EFC-48A9-AEE3-1EB1D854E898}" sibTransId="{DA2F6E34-BFBB-44AB-8513-A5966F5E9BB6}"/>
    <dgm:cxn modelId="{0C2C182B-5171-4A35-98FC-2B764DF078BD}" type="presOf" srcId="{22C6FCF5-AB53-49E6-BE0E-1B6D9C3798F2}" destId="{619EE49E-0C95-4E26-901B-8610AB63AC3E}" srcOrd="0" destOrd="0" presId="urn:microsoft.com/office/officeart/2005/8/layout/radial1"/>
    <dgm:cxn modelId="{332B0E33-40B0-4E33-AFB7-A9FB0DB5DCEE}" type="presOf" srcId="{73C48DAB-BBFF-4595-A008-75FC38042F58}" destId="{52F864B9-8B43-4DA5-8787-3FF4C971286F}" srcOrd="0" destOrd="0" presId="urn:microsoft.com/office/officeart/2005/8/layout/radial1"/>
    <dgm:cxn modelId="{84CC4835-8DFC-4F8E-B36E-0BF59A707686}" type="presOf" srcId="{647655BC-3EFC-48A9-AEE3-1EB1D854E898}" destId="{09044311-930A-4381-998E-C8730CD9C739}" srcOrd="0" destOrd="0" presId="urn:microsoft.com/office/officeart/2005/8/layout/radial1"/>
    <dgm:cxn modelId="{5F39C254-A0AE-43C5-8568-CD9A4CC3833D}" type="presOf" srcId="{CDDB1A88-7666-4BC6-ABB5-22B84B2A32F8}" destId="{DCC66447-534C-4A79-976A-E5BF5C91B146}" srcOrd="0" destOrd="0" presId="urn:microsoft.com/office/officeart/2005/8/layout/radial1"/>
    <dgm:cxn modelId="{6B1D8776-7615-4610-8D35-9E561248E04C}" type="presOf" srcId="{E8529E1A-6AFB-49BF-827A-21BDA7291D97}" destId="{E13D8597-E463-43A9-B5DA-B63B9757ECE0}" srcOrd="0" destOrd="0" presId="urn:microsoft.com/office/officeart/2005/8/layout/radial1"/>
    <dgm:cxn modelId="{B2849458-7B16-469E-BBF3-1E615AE9B31F}" type="presOf" srcId="{2BE4A942-C4D2-47EF-A6BC-7EA639AB0DEB}" destId="{5F78699E-11F0-4784-8B19-1207CBD1C1A6}" srcOrd="0" destOrd="0" presId="urn:microsoft.com/office/officeart/2005/8/layout/radial1"/>
    <dgm:cxn modelId="{51C49285-87DF-4AD5-8ADE-5F8A069B5113}" type="presOf" srcId="{22C6FCF5-AB53-49E6-BE0E-1B6D9C3798F2}" destId="{61361133-F57C-44DD-AFD1-B61D25EBE906}" srcOrd="1" destOrd="0" presId="urn:microsoft.com/office/officeart/2005/8/layout/radial1"/>
    <dgm:cxn modelId="{D0606694-710F-4399-93F6-C4FD60A3DAD4}" srcId="{CDDB1A88-7666-4BC6-ABB5-22B84B2A32F8}" destId="{38E25B0F-A138-4B6E-ABFB-8FFC4CCC255E}" srcOrd="1" destOrd="0" parTransId="{22C6FCF5-AB53-49E6-BE0E-1B6D9C3798F2}" sibTransId="{B440BAE7-0D53-4682-9C32-60E3CDDDC569}"/>
    <dgm:cxn modelId="{B54B3D9B-F4BE-473F-9D6A-928891F0EF4C}" type="presOf" srcId="{88D88458-E503-4B99-BED6-E568878905FE}" destId="{8C8E8730-3F0F-4424-9DD4-169A6CC94768}" srcOrd="0" destOrd="0" presId="urn:microsoft.com/office/officeart/2005/8/layout/radial1"/>
    <dgm:cxn modelId="{3BFC76BC-5F81-41FD-A962-EF30FE8D0AF1}" srcId="{E8529E1A-6AFB-49BF-827A-21BDA7291D97}" destId="{CDDB1A88-7666-4BC6-ABB5-22B84B2A32F8}" srcOrd="0" destOrd="0" parTransId="{C37DFA86-E047-4C75-A09C-47689247EC23}" sibTransId="{DF7DAB3D-E453-4CF9-B397-C7B0D013826F}"/>
    <dgm:cxn modelId="{0FF026D4-068F-4711-92BB-831117A62AD5}" srcId="{CDDB1A88-7666-4BC6-ABB5-22B84B2A32F8}" destId="{73C48DAB-BBFF-4595-A008-75FC38042F58}" srcOrd="0" destOrd="0" parTransId="{88D88458-E503-4B99-BED6-E568878905FE}" sibTransId="{0DD2467C-454C-4129-BA15-377DD1AD573D}"/>
    <dgm:cxn modelId="{782DF6D6-136C-40E6-9A0B-793D1C9A64B6}" type="presOf" srcId="{38E25B0F-A138-4B6E-ABFB-8FFC4CCC255E}" destId="{16765A29-3A20-4A2B-BF05-816A024BBAAA}" srcOrd="0" destOrd="0" presId="urn:microsoft.com/office/officeart/2005/8/layout/radial1"/>
    <dgm:cxn modelId="{506630D8-ACBC-465D-87DC-E0A7EA052978}" type="presOf" srcId="{647655BC-3EFC-48A9-AEE3-1EB1D854E898}" destId="{959AFB7B-4736-4BEA-8386-5342E761170C}" srcOrd="1" destOrd="0" presId="urn:microsoft.com/office/officeart/2005/8/layout/radial1"/>
    <dgm:cxn modelId="{7D359CF7-6515-40CE-AA31-F58B243BB0E6}" type="presOf" srcId="{88D88458-E503-4B99-BED6-E568878905FE}" destId="{05EC9225-31DB-4075-BC1B-C664C1D9D3B7}" srcOrd="1" destOrd="0" presId="urn:microsoft.com/office/officeart/2005/8/layout/radial1"/>
    <dgm:cxn modelId="{A2B2EC53-1ACD-4635-A00C-A6D4C9134858}" type="presParOf" srcId="{E13D8597-E463-43A9-B5DA-B63B9757ECE0}" destId="{DCC66447-534C-4A79-976A-E5BF5C91B146}" srcOrd="0" destOrd="0" presId="urn:microsoft.com/office/officeart/2005/8/layout/radial1"/>
    <dgm:cxn modelId="{F2049684-E51F-46E2-B253-0AA0F88EACDC}" type="presParOf" srcId="{E13D8597-E463-43A9-B5DA-B63B9757ECE0}" destId="{8C8E8730-3F0F-4424-9DD4-169A6CC94768}" srcOrd="1" destOrd="0" presId="urn:microsoft.com/office/officeart/2005/8/layout/radial1"/>
    <dgm:cxn modelId="{D24E17CC-C416-4B86-8346-D4742349E342}" type="presParOf" srcId="{8C8E8730-3F0F-4424-9DD4-169A6CC94768}" destId="{05EC9225-31DB-4075-BC1B-C664C1D9D3B7}" srcOrd="0" destOrd="0" presId="urn:microsoft.com/office/officeart/2005/8/layout/radial1"/>
    <dgm:cxn modelId="{7523CDAD-E727-43EC-98CF-56972DFE3F95}" type="presParOf" srcId="{E13D8597-E463-43A9-B5DA-B63B9757ECE0}" destId="{52F864B9-8B43-4DA5-8787-3FF4C971286F}" srcOrd="2" destOrd="0" presId="urn:microsoft.com/office/officeart/2005/8/layout/radial1"/>
    <dgm:cxn modelId="{242CE778-2AFE-4836-BAD2-80F6FFC8FBA8}" type="presParOf" srcId="{E13D8597-E463-43A9-B5DA-B63B9757ECE0}" destId="{619EE49E-0C95-4E26-901B-8610AB63AC3E}" srcOrd="3" destOrd="0" presId="urn:microsoft.com/office/officeart/2005/8/layout/radial1"/>
    <dgm:cxn modelId="{EB3DB114-CF52-47DB-B51D-327E6CE2B746}" type="presParOf" srcId="{619EE49E-0C95-4E26-901B-8610AB63AC3E}" destId="{61361133-F57C-44DD-AFD1-B61D25EBE906}" srcOrd="0" destOrd="0" presId="urn:microsoft.com/office/officeart/2005/8/layout/radial1"/>
    <dgm:cxn modelId="{77F229CB-1FD5-4F65-8393-234EF242BBA7}" type="presParOf" srcId="{E13D8597-E463-43A9-B5DA-B63B9757ECE0}" destId="{16765A29-3A20-4A2B-BF05-816A024BBAAA}" srcOrd="4" destOrd="0" presId="urn:microsoft.com/office/officeart/2005/8/layout/radial1"/>
    <dgm:cxn modelId="{DDDE59ED-F9B6-4115-BB09-CC1192B9F4BF}" type="presParOf" srcId="{E13D8597-E463-43A9-B5DA-B63B9757ECE0}" destId="{09044311-930A-4381-998E-C8730CD9C739}" srcOrd="5" destOrd="0" presId="urn:microsoft.com/office/officeart/2005/8/layout/radial1"/>
    <dgm:cxn modelId="{820D25EA-FF8A-4D54-A5BA-16BEB99805F6}" type="presParOf" srcId="{09044311-930A-4381-998E-C8730CD9C739}" destId="{959AFB7B-4736-4BEA-8386-5342E761170C}" srcOrd="0" destOrd="0" presId="urn:microsoft.com/office/officeart/2005/8/layout/radial1"/>
    <dgm:cxn modelId="{6E508114-35C5-4E72-A47A-4964958286A4}" type="presParOf" srcId="{E13D8597-E463-43A9-B5DA-B63B9757ECE0}" destId="{5F78699E-11F0-4784-8B19-1207CBD1C1A6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1.xml><?xml version="1.0" encoding="utf-8"?>
<dgm:dataModel xmlns:dgm="http://schemas.openxmlformats.org/drawingml/2006/diagram" xmlns:a="http://schemas.openxmlformats.org/drawingml/2006/main">
  <dgm:ptLst>
    <dgm:pt modelId="{996DA629-6CD5-4184-9BE8-2699A71D05E9}" type="doc">
      <dgm:prSet loTypeId="urn:microsoft.com/office/officeart/2005/8/layout/radial1" loCatId="relationship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7E00CF-04C6-4314-BA7C-F914AEEFFCB3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70B73251-71F3-49DB-87BD-A7738814096E}" type="parTrans" cxnId="{80CD69FE-C0B7-4D58-BB05-D4B9F9764CD3}">
      <dgm:prSet/>
      <dgm:spPr/>
    </dgm:pt>
    <dgm:pt modelId="{DB72D862-C1DB-4074-A9CE-870A09EFC648}" type="sibTrans" cxnId="{80CD69FE-C0B7-4D58-BB05-D4B9F9764CD3}">
      <dgm:prSet/>
      <dgm:spPr/>
    </dgm:pt>
    <dgm:pt modelId="{4EB502C6-FD2E-4CBC-AE05-C497A8717F27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9624A788-585D-44D5-A714-51682C1F7807}" type="parTrans" cxnId="{4C01CDAF-57B3-45F7-846B-37E5B664755E}">
      <dgm:prSet/>
      <dgm:spPr/>
      <dgm:t>
        <a:bodyPr/>
        <a:lstStyle/>
        <a:p>
          <a:endParaRPr lang="en-US"/>
        </a:p>
      </dgm:t>
    </dgm:pt>
    <dgm:pt modelId="{DA3F822B-1151-4FA1-8A7E-CACA7869372A}" type="sibTrans" cxnId="{4C01CDAF-57B3-45F7-846B-37E5B664755E}">
      <dgm:prSet/>
      <dgm:spPr/>
    </dgm:pt>
    <dgm:pt modelId="{53678F5C-CD6E-48E9-9BAF-BDE93A998017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83E9F7EF-44C5-43E7-AE51-80DA5729BD1D}" type="parTrans" cxnId="{DFBDC0C5-1ADD-412B-A8A5-72773853181A}">
      <dgm:prSet/>
      <dgm:spPr/>
      <dgm:t>
        <a:bodyPr/>
        <a:lstStyle/>
        <a:p>
          <a:endParaRPr lang="en-US"/>
        </a:p>
      </dgm:t>
    </dgm:pt>
    <dgm:pt modelId="{F87B27A6-131A-44C2-BA07-35825457DB06}" type="sibTrans" cxnId="{DFBDC0C5-1ADD-412B-A8A5-72773853181A}">
      <dgm:prSet/>
      <dgm:spPr/>
    </dgm:pt>
    <dgm:pt modelId="{F6EADCEB-A039-4337-BFE8-2872D305A16F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560338E-9DE8-428D-965F-F7AE7A05FFC7}" type="parTrans" cxnId="{05210BB1-CFE3-4CA3-A74C-3BF9EA8979A3}">
      <dgm:prSet/>
      <dgm:spPr/>
      <dgm:t>
        <a:bodyPr/>
        <a:lstStyle/>
        <a:p>
          <a:endParaRPr lang="en-US"/>
        </a:p>
      </dgm:t>
    </dgm:pt>
    <dgm:pt modelId="{D78A0168-829B-4654-A742-F5FD76AF8D87}" type="sibTrans" cxnId="{05210BB1-CFE3-4CA3-A74C-3BF9EA8979A3}">
      <dgm:prSet/>
      <dgm:spPr/>
    </dgm:pt>
    <dgm:pt modelId="{72A0C406-11D9-4FC3-86FF-35D8E2338EC5}" type="pres">
      <dgm:prSet presAssocID="{996DA629-6CD5-4184-9BE8-2699A71D05E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533915A-F75B-42D1-8B79-909C5530BA98}" type="pres">
      <dgm:prSet presAssocID="{E67E00CF-04C6-4314-BA7C-F914AEEFFCB3}" presName="centerShape" presStyleLbl="node0" presStyleIdx="0" presStyleCnt="1"/>
      <dgm:spPr/>
    </dgm:pt>
    <dgm:pt modelId="{ED8627D9-660D-468C-9591-230EEC72D952}" type="pres">
      <dgm:prSet presAssocID="{9624A788-585D-44D5-A714-51682C1F7807}" presName="Name9" presStyleLbl="parChTrans1D2" presStyleIdx="0" presStyleCnt="3"/>
      <dgm:spPr/>
    </dgm:pt>
    <dgm:pt modelId="{7DD589C9-EC68-49FE-AFD5-97CD84D3C1ED}" type="pres">
      <dgm:prSet presAssocID="{9624A788-585D-44D5-A714-51682C1F7807}" presName="connTx" presStyleLbl="parChTrans1D2" presStyleIdx="0" presStyleCnt="3"/>
      <dgm:spPr/>
    </dgm:pt>
    <dgm:pt modelId="{A92F0204-F552-463D-9E90-4C8AE39022D3}" type="pres">
      <dgm:prSet presAssocID="{4EB502C6-FD2E-4CBC-AE05-C497A8717F27}" presName="node" presStyleLbl="node1" presStyleIdx="0" presStyleCnt="3">
        <dgm:presLayoutVars>
          <dgm:bulletEnabled val="1"/>
        </dgm:presLayoutVars>
      </dgm:prSet>
      <dgm:spPr/>
    </dgm:pt>
    <dgm:pt modelId="{AE04B5C6-C95A-4091-A5F3-8B28A534285C}" type="pres">
      <dgm:prSet presAssocID="{83E9F7EF-44C5-43E7-AE51-80DA5729BD1D}" presName="Name9" presStyleLbl="parChTrans1D2" presStyleIdx="1" presStyleCnt="3"/>
      <dgm:spPr/>
    </dgm:pt>
    <dgm:pt modelId="{1022050E-9E29-4DEC-AAD5-8C6CE9BCC65E}" type="pres">
      <dgm:prSet presAssocID="{83E9F7EF-44C5-43E7-AE51-80DA5729BD1D}" presName="connTx" presStyleLbl="parChTrans1D2" presStyleIdx="1" presStyleCnt="3"/>
      <dgm:spPr/>
    </dgm:pt>
    <dgm:pt modelId="{986A8B28-6D9C-47AA-B335-BC7291375093}" type="pres">
      <dgm:prSet presAssocID="{53678F5C-CD6E-48E9-9BAF-BDE93A998017}" presName="node" presStyleLbl="node1" presStyleIdx="1" presStyleCnt="3">
        <dgm:presLayoutVars>
          <dgm:bulletEnabled val="1"/>
        </dgm:presLayoutVars>
      </dgm:prSet>
      <dgm:spPr/>
    </dgm:pt>
    <dgm:pt modelId="{F128A6FD-A5FC-4696-8C86-193C76A5FCDB}" type="pres">
      <dgm:prSet presAssocID="{4560338E-9DE8-428D-965F-F7AE7A05FFC7}" presName="Name9" presStyleLbl="parChTrans1D2" presStyleIdx="2" presStyleCnt="3"/>
      <dgm:spPr/>
    </dgm:pt>
    <dgm:pt modelId="{95AC308A-3DA8-4B4A-8ABD-4BEFA8116D49}" type="pres">
      <dgm:prSet presAssocID="{4560338E-9DE8-428D-965F-F7AE7A05FFC7}" presName="connTx" presStyleLbl="parChTrans1D2" presStyleIdx="2" presStyleCnt="3"/>
      <dgm:spPr/>
    </dgm:pt>
    <dgm:pt modelId="{C4132ACC-2159-48FA-8EFA-B52D4C5180B8}" type="pres">
      <dgm:prSet presAssocID="{F6EADCEB-A039-4337-BFE8-2872D305A16F}" presName="node" presStyleLbl="node1" presStyleIdx="2" presStyleCnt="3">
        <dgm:presLayoutVars>
          <dgm:bulletEnabled val="1"/>
        </dgm:presLayoutVars>
      </dgm:prSet>
      <dgm:spPr/>
    </dgm:pt>
  </dgm:ptLst>
  <dgm:cxnLst>
    <dgm:cxn modelId="{10F02224-C9D1-4763-B2DB-44FA5C27079B}" type="presOf" srcId="{9624A788-585D-44D5-A714-51682C1F7807}" destId="{7DD589C9-EC68-49FE-AFD5-97CD84D3C1ED}" srcOrd="1" destOrd="0" presId="urn:microsoft.com/office/officeart/2005/8/layout/radial1"/>
    <dgm:cxn modelId="{E5A44627-60AF-44D7-977D-F7C5C6394D26}" type="presOf" srcId="{53678F5C-CD6E-48E9-9BAF-BDE93A998017}" destId="{986A8B28-6D9C-47AA-B335-BC7291375093}" srcOrd="0" destOrd="0" presId="urn:microsoft.com/office/officeart/2005/8/layout/radial1"/>
    <dgm:cxn modelId="{62705267-A57C-4CC0-BD11-B833939349ED}" type="presOf" srcId="{4560338E-9DE8-428D-965F-F7AE7A05FFC7}" destId="{F128A6FD-A5FC-4696-8C86-193C76A5FCDB}" srcOrd="0" destOrd="0" presId="urn:microsoft.com/office/officeart/2005/8/layout/radial1"/>
    <dgm:cxn modelId="{0D7EC468-6E49-449E-A368-3A2FDDE8F73D}" type="presOf" srcId="{4EB502C6-FD2E-4CBC-AE05-C497A8717F27}" destId="{A92F0204-F552-463D-9E90-4C8AE39022D3}" srcOrd="0" destOrd="0" presId="urn:microsoft.com/office/officeart/2005/8/layout/radial1"/>
    <dgm:cxn modelId="{9337C954-8DD4-44BD-AEF1-94BB51CF4F20}" type="presOf" srcId="{9624A788-585D-44D5-A714-51682C1F7807}" destId="{ED8627D9-660D-468C-9591-230EEC72D952}" srcOrd="0" destOrd="0" presId="urn:microsoft.com/office/officeart/2005/8/layout/radial1"/>
    <dgm:cxn modelId="{DBED5FA1-F3DF-4D5B-A1BE-6F22F9403B49}" type="presOf" srcId="{F6EADCEB-A039-4337-BFE8-2872D305A16F}" destId="{C4132ACC-2159-48FA-8EFA-B52D4C5180B8}" srcOrd="0" destOrd="0" presId="urn:microsoft.com/office/officeart/2005/8/layout/radial1"/>
    <dgm:cxn modelId="{9B2C65A1-DA0E-43AF-B751-349FDEFA472C}" type="presOf" srcId="{83E9F7EF-44C5-43E7-AE51-80DA5729BD1D}" destId="{1022050E-9E29-4DEC-AAD5-8C6CE9BCC65E}" srcOrd="1" destOrd="0" presId="urn:microsoft.com/office/officeart/2005/8/layout/radial1"/>
    <dgm:cxn modelId="{0082C0A5-65D7-4ABE-92D1-230E96C028D9}" type="presOf" srcId="{83E9F7EF-44C5-43E7-AE51-80DA5729BD1D}" destId="{AE04B5C6-C95A-4091-A5F3-8B28A534285C}" srcOrd="0" destOrd="0" presId="urn:microsoft.com/office/officeart/2005/8/layout/radial1"/>
    <dgm:cxn modelId="{4C01CDAF-57B3-45F7-846B-37E5B664755E}" srcId="{E67E00CF-04C6-4314-BA7C-F914AEEFFCB3}" destId="{4EB502C6-FD2E-4CBC-AE05-C497A8717F27}" srcOrd="0" destOrd="0" parTransId="{9624A788-585D-44D5-A714-51682C1F7807}" sibTransId="{DA3F822B-1151-4FA1-8A7E-CACA7869372A}"/>
    <dgm:cxn modelId="{05210BB1-CFE3-4CA3-A74C-3BF9EA8979A3}" srcId="{E67E00CF-04C6-4314-BA7C-F914AEEFFCB3}" destId="{F6EADCEB-A039-4337-BFE8-2872D305A16F}" srcOrd="2" destOrd="0" parTransId="{4560338E-9DE8-428D-965F-F7AE7A05FFC7}" sibTransId="{D78A0168-829B-4654-A742-F5FD76AF8D87}"/>
    <dgm:cxn modelId="{031A06BC-54F8-4AB8-B4DA-5017893E095C}" type="presOf" srcId="{E67E00CF-04C6-4314-BA7C-F914AEEFFCB3}" destId="{E533915A-F75B-42D1-8B79-909C5530BA98}" srcOrd="0" destOrd="0" presId="urn:microsoft.com/office/officeart/2005/8/layout/radial1"/>
    <dgm:cxn modelId="{DFBDC0C5-1ADD-412B-A8A5-72773853181A}" srcId="{E67E00CF-04C6-4314-BA7C-F914AEEFFCB3}" destId="{53678F5C-CD6E-48E9-9BAF-BDE93A998017}" srcOrd="1" destOrd="0" parTransId="{83E9F7EF-44C5-43E7-AE51-80DA5729BD1D}" sibTransId="{F87B27A6-131A-44C2-BA07-35825457DB06}"/>
    <dgm:cxn modelId="{789FC3CC-74A3-4F76-B01F-5A21387D10FA}" type="presOf" srcId="{4560338E-9DE8-428D-965F-F7AE7A05FFC7}" destId="{95AC308A-3DA8-4B4A-8ABD-4BEFA8116D49}" srcOrd="1" destOrd="0" presId="urn:microsoft.com/office/officeart/2005/8/layout/radial1"/>
    <dgm:cxn modelId="{C202C8D6-9049-48C6-BE4C-5226B00CA769}" type="presOf" srcId="{996DA629-6CD5-4184-9BE8-2699A71D05E9}" destId="{72A0C406-11D9-4FC3-86FF-35D8E2338EC5}" srcOrd="0" destOrd="0" presId="urn:microsoft.com/office/officeart/2005/8/layout/radial1"/>
    <dgm:cxn modelId="{80CD69FE-C0B7-4D58-BB05-D4B9F9764CD3}" srcId="{996DA629-6CD5-4184-9BE8-2699A71D05E9}" destId="{E67E00CF-04C6-4314-BA7C-F914AEEFFCB3}" srcOrd="0" destOrd="0" parTransId="{70B73251-71F3-49DB-87BD-A7738814096E}" sibTransId="{DB72D862-C1DB-4074-A9CE-870A09EFC648}"/>
    <dgm:cxn modelId="{48B9DCEC-AE1B-499E-B458-D20D87F0EE01}" type="presParOf" srcId="{72A0C406-11D9-4FC3-86FF-35D8E2338EC5}" destId="{E533915A-F75B-42D1-8B79-909C5530BA98}" srcOrd="0" destOrd="0" presId="urn:microsoft.com/office/officeart/2005/8/layout/radial1"/>
    <dgm:cxn modelId="{E3DB9FF6-9AAF-4CF8-A836-C013CFB54972}" type="presParOf" srcId="{72A0C406-11D9-4FC3-86FF-35D8E2338EC5}" destId="{ED8627D9-660D-468C-9591-230EEC72D952}" srcOrd="1" destOrd="0" presId="urn:microsoft.com/office/officeart/2005/8/layout/radial1"/>
    <dgm:cxn modelId="{05429C9E-2171-40F9-86E8-C3EBF70D190B}" type="presParOf" srcId="{ED8627D9-660D-468C-9591-230EEC72D952}" destId="{7DD589C9-EC68-49FE-AFD5-97CD84D3C1ED}" srcOrd="0" destOrd="0" presId="urn:microsoft.com/office/officeart/2005/8/layout/radial1"/>
    <dgm:cxn modelId="{3445E770-AAFF-4625-9971-73294EB5DDDE}" type="presParOf" srcId="{72A0C406-11D9-4FC3-86FF-35D8E2338EC5}" destId="{A92F0204-F552-463D-9E90-4C8AE39022D3}" srcOrd="2" destOrd="0" presId="urn:microsoft.com/office/officeart/2005/8/layout/radial1"/>
    <dgm:cxn modelId="{A12FBF93-8ACC-4698-86AB-6D89C3A46976}" type="presParOf" srcId="{72A0C406-11D9-4FC3-86FF-35D8E2338EC5}" destId="{AE04B5C6-C95A-4091-A5F3-8B28A534285C}" srcOrd="3" destOrd="0" presId="urn:microsoft.com/office/officeart/2005/8/layout/radial1"/>
    <dgm:cxn modelId="{E08DAF20-4E36-449E-8D1D-57BF609FE6E8}" type="presParOf" srcId="{AE04B5C6-C95A-4091-A5F3-8B28A534285C}" destId="{1022050E-9E29-4DEC-AAD5-8C6CE9BCC65E}" srcOrd="0" destOrd="0" presId="urn:microsoft.com/office/officeart/2005/8/layout/radial1"/>
    <dgm:cxn modelId="{941BBB06-9393-4918-A507-C8757278BAFA}" type="presParOf" srcId="{72A0C406-11D9-4FC3-86FF-35D8E2338EC5}" destId="{986A8B28-6D9C-47AA-B335-BC7291375093}" srcOrd="4" destOrd="0" presId="urn:microsoft.com/office/officeart/2005/8/layout/radial1"/>
    <dgm:cxn modelId="{CF2A93FA-E74E-4898-B8A8-C5736E2052CA}" type="presParOf" srcId="{72A0C406-11D9-4FC3-86FF-35D8E2338EC5}" destId="{F128A6FD-A5FC-4696-8C86-193C76A5FCDB}" srcOrd="5" destOrd="0" presId="urn:microsoft.com/office/officeart/2005/8/layout/radial1"/>
    <dgm:cxn modelId="{6A9F848B-F6AF-4562-B504-31187CAF4B5B}" type="presParOf" srcId="{F128A6FD-A5FC-4696-8C86-193C76A5FCDB}" destId="{95AC308A-3DA8-4B4A-8ABD-4BEFA8116D49}" srcOrd="0" destOrd="0" presId="urn:microsoft.com/office/officeart/2005/8/layout/radial1"/>
    <dgm:cxn modelId="{54C489C2-C23A-40DE-964F-C45CEF383EA5}" type="presParOf" srcId="{72A0C406-11D9-4FC3-86FF-35D8E2338EC5}" destId="{C4132ACC-2159-48FA-8EFA-B52D4C5180B8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2.xml><?xml version="1.0" encoding="utf-8"?>
<dgm:dataModel xmlns:dgm="http://schemas.openxmlformats.org/drawingml/2006/diagram" xmlns:a="http://schemas.openxmlformats.org/drawingml/2006/main">
  <dgm:ptLst>
    <dgm:pt modelId="{6DCEE6CB-72C7-4A77-BAB4-2BE4E13FF106}" type="doc">
      <dgm:prSet loTypeId="urn:microsoft.com/office/officeart/2005/8/layout/radial1" loCatId="relationship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7D4624-AF86-4B3F-B90C-55C21E068F75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0A947D00-1C58-4728-9918-B0881A6F4E49}" type="parTrans" cxnId="{4EF78757-C13C-4643-99B3-14030B23BC94}">
      <dgm:prSet/>
      <dgm:spPr/>
    </dgm:pt>
    <dgm:pt modelId="{9FC1046D-EC34-4841-8197-289C06AB2A40}" type="sibTrans" cxnId="{4EF78757-C13C-4643-99B3-14030B23BC94}">
      <dgm:prSet/>
      <dgm:spPr/>
    </dgm:pt>
    <dgm:pt modelId="{184A6D6B-4114-4FED-9784-5F1F16C21891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7E135E04-7E32-4488-A6B8-4D115FC72B4E}" type="parTrans" cxnId="{8B55D4A6-3956-4E79-83B4-41B2CD40B4ED}">
      <dgm:prSet/>
      <dgm:spPr/>
      <dgm:t>
        <a:bodyPr/>
        <a:lstStyle/>
        <a:p>
          <a:endParaRPr lang="en-US"/>
        </a:p>
      </dgm:t>
    </dgm:pt>
    <dgm:pt modelId="{5EA36678-B632-4C0A-85A6-693B0581B641}" type="sibTrans" cxnId="{8B55D4A6-3956-4E79-83B4-41B2CD40B4ED}">
      <dgm:prSet/>
      <dgm:spPr/>
    </dgm:pt>
    <dgm:pt modelId="{3F9E991D-643A-43E8-9707-7180260CC113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D5F972C-E162-4453-A1A5-8B700314F9DA}" type="parTrans" cxnId="{2F615D5A-6E8B-485E-A83A-F79BA39F7786}">
      <dgm:prSet/>
      <dgm:spPr/>
      <dgm:t>
        <a:bodyPr/>
        <a:lstStyle/>
        <a:p>
          <a:endParaRPr lang="en-US"/>
        </a:p>
      </dgm:t>
    </dgm:pt>
    <dgm:pt modelId="{07FBB93D-53FE-4437-A13D-4797CC357B92}" type="sibTrans" cxnId="{2F615D5A-6E8B-485E-A83A-F79BA39F7786}">
      <dgm:prSet/>
      <dgm:spPr/>
    </dgm:pt>
    <dgm:pt modelId="{AF95E140-4A88-40A3-87DC-D3C9B754BC39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4138EE0C-F110-4EAB-AE1F-C6DB5426B8C9}" type="parTrans" cxnId="{C4DE81B9-1B08-4CA3-8D6D-C9BF2678762B}">
      <dgm:prSet/>
      <dgm:spPr/>
      <dgm:t>
        <a:bodyPr/>
        <a:lstStyle/>
        <a:p>
          <a:endParaRPr lang="en-US"/>
        </a:p>
      </dgm:t>
    </dgm:pt>
    <dgm:pt modelId="{F970808F-F8A9-4B82-96E7-B327A143EAD1}" type="sibTrans" cxnId="{C4DE81B9-1B08-4CA3-8D6D-C9BF2678762B}">
      <dgm:prSet/>
      <dgm:spPr/>
    </dgm:pt>
    <dgm:pt modelId="{C29E182B-FAE4-4A02-8CBF-D778BF0A441E}" type="pres">
      <dgm:prSet presAssocID="{6DCEE6CB-72C7-4A77-BAB4-2BE4E13FF10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CB3C1F3-C22C-4CA9-AA49-B9B1612706DB}" type="pres">
      <dgm:prSet presAssocID="{7B7D4624-AF86-4B3F-B90C-55C21E068F75}" presName="centerShape" presStyleLbl="node0" presStyleIdx="0" presStyleCnt="1"/>
      <dgm:spPr/>
    </dgm:pt>
    <dgm:pt modelId="{7F6EA65F-F407-4A25-A15A-2952DA1DF794}" type="pres">
      <dgm:prSet presAssocID="{7E135E04-7E32-4488-A6B8-4D115FC72B4E}" presName="Name9" presStyleLbl="parChTrans1D2" presStyleIdx="0" presStyleCnt="3"/>
      <dgm:spPr/>
    </dgm:pt>
    <dgm:pt modelId="{056771BA-426D-44B1-BDD1-2F0F42E9322C}" type="pres">
      <dgm:prSet presAssocID="{7E135E04-7E32-4488-A6B8-4D115FC72B4E}" presName="connTx" presStyleLbl="parChTrans1D2" presStyleIdx="0" presStyleCnt="3"/>
      <dgm:spPr/>
    </dgm:pt>
    <dgm:pt modelId="{C8D1B972-BDC9-445E-B66D-EE1B788252CA}" type="pres">
      <dgm:prSet presAssocID="{184A6D6B-4114-4FED-9784-5F1F16C21891}" presName="node" presStyleLbl="node1" presStyleIdx="0" presStyleCnt="3">
        <dgm:presLayoutVars>
          <dgm:bulletEnabled val="1"/>
        </dgm:presLayoutVars>
      </dgm:prSet>
      <dgm:spPr/>
    </dgm:pt>
    <dgm:pt modelId="{9E465516-E02C-4E2A-A6FF-834B2F1B2B4E}" type="pres">
      <dgm:prSet presAssocID="{0D5F972C-E162-4453-A1A5-8B700314F9DA}" presName="Name9" presStyleLbl="parChTrans1D2" presStyleIdx="1" presStyleCnt="3"/>
      <dgm:spPr/>
    </dgm:pt>
    <dgm:pt modelId="{830CC788-D8C8-4148-BFB7-528326A73341}" type="pres">
      <dgm:prSet presAssocID="{0D5F972C-E162-4453-A1A5-8B700314F9DA}" presName="connTx" presStyleLbl="parChTrans1D2" presStyleIdx="1" presStyleCnt="3"/>
      <dgm:spPr/>
    </dgm:pt>
    <dgm:pt modelId="{03E0A5EE-8FD9-4DB3-9891-1608EEA867BD}" type="pres">
      <dgm:prSet presAssocID="{3F9E991D-643A-43E8-9707-7180260CC113}" presName="node" presStyleLbl="node1" presStyleIdx="1" presStyleCnt="3">
        <dgm:presLayoutVars>
          <dgm:bulletEnabled val="1"/>
        </dgm:presLayoutVars>
      </dgm:prSet>
      <dgm:spPr/>
    </dgm:pt>
    <dgm:pt modelId="{5180790F-FC74-4B88-A353-CB882D200F43}" type="pres">
      <dgm:prSet presAssocID="{4138EE0C-F110-4EAB-AE1F-C6DB5426B8C9}" presName="Name9" presStyleLbl="parChTrans1D2" presStyleIdx="2" presStyleCnt="3"/>
      <dgm:spPr/>
    </dgm:pt>
    <dgm:pt modelId="{FB6E99A6-4555-4A8A-89BE-FD80D525CBEE}" type="pres">
      <dgm:prSet presAssocID="{4138EE0C-F110-4EAB-AE1F-C6DB5426B8C9}" presName="connTx" presStyleLbl="parChTrans1D2" presStyleIdx="2" presStyleCnt="3"/>
      <dgm:spPr/>
    </dgm:pt>
    <dgm:pt modelId="{A1D34971-8199-463C-A286-0EAD156E912C}" type="pres">
      <dgm:prSet presAssocID="{AF95E140-4A88-40A3-87DC-D3C9B754BC39}" presName="node" presStyleLbl="node1" presStyleIdx="2" presStyleCnt="3">
        <dgm:presLayoutVars>
          <dgm:bulletEnabled val="1"/>
        </dgm:presLayoutVars>
      </dgm:prSet>
      <dgm:spPr/>
    </dgm:pt>
  </dgm:ptLst>
  <dgm:cxnLst>
    <dgm:cxn modelId="{899E3610-198E-418D-9F99-C7FE19192C87}" type="presOf" srcId="{AF95E140-4A88-40A3-87DC-D3C9B754BC39}" destId="{A1D34971-8199-463C-A286-0EAD156E912C}" srcOrd="0" destOrd="0" presId="urn:microsoft.com/office/officeart/2005/8/layout/radial1"/>
    <dgm:cxn modelId="{D5432314-BD87-44B2-9383-3E2B3B4A433C}" type="presOf" srcId="{7B7D4624-AF86-4B3F-B90C-55C21E068F75}" destId="{7CB3C1F3-C22C-4CA9-AA49-B9B1612706DB}" srcOrd="0" destOrd="0" presId="urn:microsoft.com/office/officeart/2005/8/layout/radial1"/>
    <dgm:cxn modelId="{C0046524-8D03-40E1-A755-CCC97590E513}" type="presOf" srcId="{7E135E04-7E32-4488-A6B8-4D115FC72B4E}" destId="{056771BA-426D-44B1-BDD1-2F0F42E9322C}" srcOrd="1" destOrd="0" presId="urn:microsoft.com/office/officeart/2005/8/layout/radial1"/>
    <dgm:cxn modelId="{0304EF26-80E7-4720-AC71-8D8056185DF7}" type="presOf" srcId="{0D5F972C-E162-4453-A1A5-8B700314F9DA}" destId="{9E465516-E02C-4E2A-A6FF-834B2F1B2B4E}" srcOrd="0" destOrd="0" presId="urn:microsoft.com/office/officeart/2005/8/layout/radial1"/>
    <dgm:cxn modelId="{3CC1DC33-6A8F-4E3D-B5E8-CC7F020FE3A7}" type="presOf" srcId="{7E135E04-7E32-4488-A6B8-4D115FC72B4E}" destId="{7F6EA65F-F407-4A25-A15A-2952DA1DF794}" srcOrd="0" destOrd="0" presId="urn:microsoft.com/office/officeart/2005/8/layout/radial1"/>
    <dgm:cxn modelId="{4EF78757-C13C-4643-99B3-14030B23BC94}" srcId="{6DCEE6CB-72C7-4A77-BAB4-2BE4E13FF106}" destId="{7B7D4624-AF86-4B3F-B90C-55C21E068F75}" srcOrd="0" destOrd="0" parTransId="{0A947D00-1C58-4728-9918-B0881A6F4E49}" sibTransId="{9FC1046D-EC34-4841-8197-289C06AB2A40}"/>
    <dgm:cxn modelId="{B75D3A78-7DD7-4328-955D-4A962754066D}" type="presOf" srcId="{4138EE0C-F110-4EAB-AE1F-C6DB5426B8C9}" destId="{5180790F-FC74-4B88-A353-CB882D200F43}" srcOrd="0" destOrd="0" presId="urn:microsoft.com/office/officeart/2005/8/layout/radial1"/>
    <dgm:cxn modelId="{2F615D5A-6E8B-485E-A83A-F79BA39F7786}" srcId="{7B7D4624-AF86-4B3F-B90C-55C21E068F75}" destId="{3F9E991D-643A-43E8-9707-7180260CC113}" srcOrd="1" destOrd="0" parTransId="{0D5F972C-E162-4453-A1A5-8B700314F9DA}" sibTransId="{07FBB93D-53FE-4437-A13D-4797CC357B92}"/>
    <dgm:cxn modelId="{06170D92-7A42-453D-A2DF-8A81E029CA89}" type="presOf" srcId="{6DCEE6CB-72C7-4A77-BAB4-2BE4E13FF106}" destId="{C29E182B-FAE4-4A02-8CBF-D778BF0A441E}" srcOrd="0" destOrd="0" presId="urn:microsoft.com/office/officeart/2005/8/layout/radial1"/>
    <dgm:cxn modelId="{8B55D4A6-3956-4E79-83B4-41B2CD40B4ED}" srcId="{7B7D4624-AF86-4B3F-B90C-55C21E068F75}" destId="{184A6D6B-4114-4FED-9784-5F1F16C21891}" srcOrd="0" destOrd="0" parTransId="{7E135E04-7E32-4488-A6B8-4D115FC72B4E}" sibTransId="{5EA36678-B632-4C0A-85A6-693B0581B641}"/>
    <dgm:cxn modelId="{C4DE81B9-1B08-4CA3-8D6D-C9BF2678762B}" srcId="{7B7D4624-AF86-4B3F-B90C-55C21E068F75}" destId="{AF95E140-4A88-40A3-87DC-D3C9B754BC39}" srcOrd="2" destOrd="0" parTransId="{4138EE0C-F110-4EAB-AE1F-C6DB5426B8C9}" sibTransId="{F970808F-F8A9-4B82-96E7-B327A143EAD1}"/>
    <dgm:cxn modelId="{720744BC-342B-4269-B05D-7CB5BA371C51}" type="presOf" srcId="{4138EE0C-F110-4EAB-AE1F-C6DB5426B8C9}" destId="{FB6E99A6-4555-4A8A-89BE-FD80D525CBEE}" srcOrd="1" destOrd="0" presId="urn:microsoft.com/office/officeart/2005/8/layout/radial1"/>
    <dgm:cxn modelId="{E3215CC4-6C27-4171-AD5C-DB9A0D1D29A5}" type="presOf" srcId="{3F9E991D-643A-43E8-9707-7180260CC113}" destId="{03E0A5EE-8FD9-4DB3-9891-1608EEA867BD}" srcOrd="0" destOrd="0" presId="urn:microsoft.com/office/officeart/2005/8/layout/radial1"/>
    <dgm:cxn modelId="{EBAA2BD8-E475-450A-B41A-3ACBB01024FF}" type="presOf" srcId="{184A6D6B-4114-4FED-9784-5F1F16C21891}" destId="{C8D1B972-BDC9-445E-B66D-EE1B788252CA}" srcOrd="0" destOrd="0" presId="urn:microsoft.com/office/officeart/2005/8/layout/radial1"/>
    <dgm:cxn modelId="{DC8AA0FF-434A-460A-A796-50D5E7B114C2}" type="presOf" srcId="{0D5F972C-E162-4453-A1A5-8B700314F9DA}" destId="{830CC788-D8C8-4148-BFB7-528326A73341}" srcOrd="1" destOrd="0" presId="urn:microsoft.com/office/officeart/2005/8/layout/radial1"/>
    <dgm:cxn modelId="{06173040-5411-4AAD-ACC8-18E5EA50E529}" type="presParOf" srcId="{C29E182B-FAE4-4A02-8CBF-D778BF0A441E}" destId="{7CB3C1F3-C22C-4CA9-AA49-B9B1612706DB}" srcOrd="0" destOrd="0" presId="urn:microsoft.com/office/officeart/2005/8/layout/radial1"/>
    <dgm:cxn modelId="{5506FE7C-4261-42A1-8B9D-FDDE618DCB3F}" type="presParOf" srcId="{C29E182B-FAE4-4A02-8CBF-D778BF0A441E}" destId="{7F6EA65F-F407-4A25-A15A-2952DA1DF794}" srcOrd="1" destOrd="0" presId="urn:microsoft.com/office/officeart/2005/8/layout/radial1"/>
    <dgm:cxn modelId="{CC50E522-CFBC-4CCF-834B-2A39BEBCCF83}" type="presParOf" srcId="{7F6EA65F-F407-4A25-A15A-2952DA1DF794}" destId="{056771BA-426D-44B1-BDD1-2F0F42E9322C}" srcOrd="0" destOrd="0" presId="urn:microsoft.com/office/officeart/2005/8/layout/radial1"/>
    <dgm:cxn modelId="{117C54D9-6C84-46A8-A710-8155ED2ACFF3}" type="presParOf" srcId="{C29E182B-FAE4-4A02-8CBF-D778BF0A441E}" destId="{C8D1B972-BDC9-445E-B66D-EE1B788252CA}" srcOrd="2" destOrd="0" presId="urn:microsoft.com/office/officeart/2005/8/layout/radial1"/>
    <dgm:cxn modelId="{45B4072A-2857-4408-86A5-5DFF35844826}" type="presParOf" srcId="{C29E182B-FAE4-4A02-8CBF-D778BF0A441E}" destId="{9E465516-E02C-4E2A-A6FF-834B2F1B2B4E}" srcOrd="3" destOrd="0" presId="urn:microsoft.com/office/officeart/2005/8/layout/radial1"/>
    <dgm:cxn modelId="{305EFA18-B296-44EC-95C4-7166EA5347AB}" type="presParOf" srcId="{9E465516-E02C-4E2A-A6FF-834B2F1B2B4E}" destId="{830CC788-D8C8-4148-BFB7-528326A73341}" srcOrd="0" destOrd="0" presId="urn:microsoft.com/office/officeart/2005/8/layout/radial1"/>
    <dgm:cxn modelId="{351EB8EA-8F87-4039-9F59-AB2F65C422DC}" type="presParOf" srcId="{C29E182B-FAE4-4A02-8CBF-D778BF0A441E}" destId="{03E0A5EE-8FD9-4DB3-9891-1608EEA867BD}" srcOrd="4" destOrd="0" presId="urn:microsoft.com/office/officeart/2005/8/layout/radial1"/>
    <dgm:cxn modelId="{AD3D370D-505C-4358-8907-01AAC0DE5C54}" type="presParOf" srcId="{C29E182B-FAE4-4A02-8CBF-D778BF0A441E}" destId="{5180790F-FC74-4B88-A353-CB882D200F43}" srcOrd="5" destOrd="0" presId="urn:microsoft.com/office/officeart/2005/8/layout/radial1"/>
    <dgm:cxn modelId="{6C36642D-A72B-4131-8091-EAB9AA84716E}" type="presParOf" srcId="{5180790F-FC74-4B88-A353-CB882D200F43}" destId="{FB6E99A6-4555-4A8A-89BE-FD80D525CBEE}" srcOrd="0" destOrd="0" presId="urn:microsoft.com/office/officeart/2005/8/layout/radial1"/>
    <dgm:cxn modelId="{1B677811-0154-4E23-B557-6BF133D459E3}" type="presParOf" srcId="{C29E182B-FAE4-4A02-8CBF-D778BF0A441E}" destId="{A1D34971-8199-463C-A286-0EAD156E912C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99765-8D55-474A-8485-E3878D939C23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689F88D7-FF2F-4594-90C1-10FDDFD02F33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F63776E2-7FAA-4D32-B798-43E1F423A1BF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51D351FD-B97A-4F4E-9261-8F550AC41AD9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A9337-F800-47B3-829E-2CC60F5614D2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277BFEEC-EBA3-42B4-B261-9B16466F43A9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255B143F-DD73-495B-A79D-CE4A21037F00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2FC98D2B-864F-4C48-9801-E9BDC1D338B0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1EB8A-B3B4-4F95-8A3B-EDD175BD1F6E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CB46C25A-855C-4AD1-8DF5-477284601EC3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BA120349-3E79-4703-A497-B2ADACD043AB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C3EE1827-4AAD-4696-892A-FD948A478E26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93401-1BD2-4C63-B150-907EE7CAC0C4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0A046159-FCC0-4D29-BE57-52BC7E2257F4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9BE329DC-47C4-41E9-BC9C-92315A89533F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29FA4B6A-C8A1-4F31-AED3-180CD1DC2D4E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E8C07-7D71-4D63-AD7A-0F8715172994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D2C3554B-D7E9-41C2-8F4F-DCDDBCDCE1B7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81941888-38FA-4985-8BC9-B00EBF67878E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A3A2E3E9-378F-4B91-8073-21031A4A48BD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F325E-8D90-49D6-8226-3B6CEE1B7254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7DD3240A-5627-4598-ADB9-18F1195673A1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0D09E59D-6111-4772-A7E4-9EAF7138377D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FBEE2DEB-3F2E-4136-9AAF-CF4349C99500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BD46F-662C-4179-AF12-56E0A4ACCD17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75DB54FD-2D67-43F2-ABEE-A581E6B0FD67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AE6227B1-F747-4F50-9134-225FB8BD7B37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B0EA6098-175F-40F2-8D28-7E4145D22F65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B4AAB-FF04-4EAD-9128-7DEB4617F719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BFD5F1E5-C403-4B44-A917-94B8841A454C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0DC61762-56E5-4812-9DE5-21452CEC542D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0542BF9D-8767-4C42-ADEC-FEED08271103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B51D8-691B-4EE6-95B9-1497DACFA224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6CF9039C-658F-456E-A564-A7F62E2591DF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0D95A9DB-5EAF-46F8-965D-C0F9F48290DF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56A74B08-9D25-4035-B546-1645DC09FA57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CC7F5-2985-4B6F-91C5-1E2D4645072D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E7F3E2C9-0723-41FA-ABF5-E24600B90121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A44F6CCD-82EF-4F51-A4AA-76A8EC2650AA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F31E5815-8A74-45C0-999E-C0AFDC3F5E72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83804-DFC5-4ADD-8B41-045FAE1768A8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0F2A30C7-6A49-447D-9B21-4E911E039957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DB14A485-7107-4ABE-A7C5-76E38021BA68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B877A514-16EF-41D8-9CBF-86E8C4CF072D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D08948-C1EC-4CAE-8E86-CEC440BA6448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3847AEBD-21ED-498D-80E9-776B2359F9FD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5F769B93-35AE-46EE-ACD9-E5AEA417619E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5BF8F8CB-6A03-4D23-925E-228CC34559A6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EDEDF-8FD8-4C10-B254-7C9AA0BF73F7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5F068FF4-7695-482A-A13B-B17C99B1002C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1E0A13C8-2E76-4983-BEEA-3BCD1B48C582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577F23F4-0ABC-4497-B634-35549B5DB307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5E3C2-4D75-4930-9931-A659B7AA4C2D}">
      <dsp:nvSpPr>
        <dsp:cNvPr id="0" name=""/>
        <dsp:cNvSpPr/>
      </dsp:nvSpPr>
      <dsp:spPr>
        <a:xfrm>
          <a:off x="772169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772169" y="248"/>
        <a:ext cx="4102695" cy="2461617"/>
      </dsp:txXfrm>
    </dsp:sp>
    <dsp:sp modelId="{0A3B7819-6195-40F5-8736-0CD7A260FE99}">
      <dsp:nvSpPr>
        <dsp:cNvPr id="0" name=""/>
        <dsp:cNvSpPr/>
      </dsp:nvSpPr>
      <dsp:spPr>
        <a:xfrm>
          <a:off x="5285134" y="248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5285134" y="248"/>
        <a:ext cx="4102695" cy="2461617"/>
      </dsp:txXfrm>
    </dsp:sp>
    <dsp:sp modelId="{81BD80A7-7E7D-4D15-A995-4CADBBB31250}">
      <dsp:nvSpPr>
        <dsp:cNvPr id="0" name=""/>
        <dsp:cNvSpPr/>
      </dsp:nvSpPr>
      <dsp:spPr>
        <a:xfrm>
          <a:off x="772169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772169" y="2872134"/>
        <a:ext cx="4102695" cy="2461617"/>
      </dsp:txXfrm>
    </dsp:sp>
    <dsp:sp modelId="{A34673D8-AA1D-42D6-9489-683A806F58D6}">
      <dsp:nvSpPr>
        <dsp:cNvPr id="0" name=""/>
        <dsp:cNvSpPr/>
      </dsp:nvSpPr>
      <dsp:spPr>
        <a:xfrm>
          <a:off x="5285134" y="2872134"/>
          <a:ext cx="4102695" cy="2461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5285134" y="2872134"/>
        <a:ext cx="4102695" cy="246161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80DCF-CA62-4AFD-8B07-4D5C7464DCB7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E85AF1C5-C580-4B60-9913-6F58C936D426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A0985AF7-9B35-4A24-827A-7499FACA690F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C23F57E7-F404-4740-ACD5-413F2ABF9B5C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64238904-95BD-46AB-B91B-80D3EB1E3BB2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D03B8DAF-F4BE-49F7-BD75-37B547549F53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289D3336-C355-4C40-B82C-4F6FCF7E0C8B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1D864-939C-4ECE-8FCE-9586B689788F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831BD3FF-2D0A-49FE-AD92-2943A90D1E54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6E7C97C2-4CB3-492B-8900-A7D3424C9B4F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286EF26D-1FAD-4F0E-95BF-3DFB2EC5BE1F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7C28A270-E3A8-497E-AFD5-452D801E41F3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2A2547CB-0386-4E90-BA6F-EB0639A16330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4ACB3B62-6D45-4422-AC04-882078A67F68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B361A-72F1-487D-8927-E333B3C7207B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CD7AF211-3D70-451F-BB89-56CCB0424D80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6C8BF121-058D-4368-91EA-2F39F57B8EFD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7A4A1C1B-3A16-432D-ADF9-3E87DA1F94CD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87FA58B1-43D0-4B20-9543-7A6A522A2546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F8A51CE4-3AC1-4A0D-B094-17736C5E96C1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E6565EEE-C1A9-4C7D-A027-C4F8BF86C137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042224-784E-435F-ACD0-2CECDF989B2E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80366766-8C07-474E-8999-5566707FAF4A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49373C41-01C2-46CB-9B8B-AA136672EA2B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21E88C72-6581-46E3-823F-4B155DD42CE2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195F3C8D-5A64-4C7B-ACEF-B4F41902B86E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69E0A504-C05A-4DC1-AF09-8BE22D0D4B9D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6FA69DA0-1CFA-434A-95D9-16B3F3E9EEFD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2FDFD-EFA0-47DA-BB63-8B46434F88F8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48465475-C53E-4381-9478-CEC1E5A6788C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5C9D9FD5-00AE-4E03-B9CF-A602DBD4418F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45649F73-D258-4848-A6EF-B589C20A0382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C36C9047-CD12-4FBE-9B22-E0320DAC038E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CAEDF535-99E0-497C-9202-3188DA118005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8570B38D-3C1F-41E0-89EE-7B2171270ED4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21DD2-4885-45D7-9DA4-820D64EB5095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3D69B2F9-5947-4566-89AE-D6AD48FCB756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6FA679FC-41D1-42CD-BCE8-242FBD1E31A5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DA923DA5-B07C-42FB-84C2-73CF3DE81C12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126B0E7E-9390-42C3-A52C-A59921CA6EE1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EBF73847-4239-4431-BDA4-9547D5D2BCC4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4604F17C-504A-4664-804F-43155861F363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66D04-C7EF-43BC-8882-04F376541C7C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29356C2C-9AD4-4018-8AC5-6EE0E2080692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568219F9-FC20-4E2D-9493-2FAC01897E27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A3823CD2-9C8F-485F-8806-49326F933A63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75326501-075B-45FE-A131-0053A0F66809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731741C7-1D3A-4E47-84C9-1A4AC52D09C4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8C07ADAD-1721-4C8B-83D2-FC92E0238C1E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4188C-88FF-4696-BB27-0203DE03A94A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87480F7B-2CDB-4E99-88C8-29631EE61476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7A1F90EC-AE46-4BE0-83ED-3896BB3E66E1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BD17583D-4D8B-453F-BE7C-D4782209D4AA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DADBD98B-DEC9-4479-A726-084B604D2A59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8BF66D27-6264-4132-8194-856BE684B7F5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6567EE33-B7FE-4B06-8861-8B2FDFD88B40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97E253-16A6-4535-9CAD-307A6F5C783F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C30C947A-C186-4C6B-9504-E93B5E7ACA8E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0835ACA5-55AD-46C4-84B3-7E29361D016F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5CAE6705-91FA-4947-B041-BA9EE8179084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4F048F64-CB8E-478F-80E4-31AF2B2EE755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4513579F-4579-4FB6-B424-363EB1AF38CF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41BEEFBC-0CA6-4928-BDF2-6C9B9C596795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67C0E-7C58-4F57-ACBE-C0E0E48DC170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D0BAE4D1-0C89-4B93-9C1F-14C9B5FA3690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AB5221A8-CF11-4D7E-A5AD-55BB42E292F1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E4766F86-04C1-4983-8E8E-E33AA6B4158F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C7094FE4-65DA-48F7-AF03-B27935D09524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2F3566CF-A98F-4744-BDB6-97239C56C7A4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DF58A295-E371-4A49-857D-AA3E8F56D590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06375-97FE-4FF6-AC9F-A3850A080B85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12272762-B16D-414E-A895-D3EBD1C05E2C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5849E41A-4AB3-46A0-9865-7E1AF989A91A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5849712E-76F3-42AB-96B8-3045CDF13ABE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E9646B4D-0EC0-4445-BD16-F9DC08AFDF29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6B796217-5CE9-4430-B13B-D9330A288181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080D2324-071C-4013-A807-ABDC0B84DE7B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9DBE3-850E-40B9-B17E-7FAA6C6D2854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5B59BFFB-CCC5-4C1E-9CB0-F37B70685002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4E6EFEE1-0E25-4C11-841D-E80BF796A373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2F22D37B-C311-4877-8BB2-61A91A2BF697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FE854994-27EE-4BE7-8F14-38C95EF03034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A22B1DCE-EF2F-4AAE-8FEC-3D6F6F0C274A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C5C99725-5D9F-4020-A4E0-EE1A98CDC963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82EB71-9232-4199-979A-D40D6CF7B974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3E2ACB8E-9DA9-4F2F-9AED-A380FD4A7542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AB86C60A-36CF-44B7-A873-84309DDE9CFD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3EBFD5ED-0F67-4768-90B6-08676B65F55E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1BED80FB-8390-427B-89BA-08CE7EB5E1B9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196E6CA4-716B-4208-A0F7-CA87585EEEA9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1904E7AF-1362-4100-9268-79F4CFCA0377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09900-005B-43EE-8B26-3FBD7029C845}">
      <dsp:nvSpPr>
        <dsp:cNvPr id="0" name=""/>
        <dsp:cNvSpPr/>
      </dsp:nvSpPr>
      <dsp:spPr>
        <a:xfrm>
          <a:off x="4464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  <a:sp3d extrusionH="28000" prstMaterial="matte"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38770" y="2115667"/>
        <a:ext cx="1883516" cy="1102665"/>
      </dsp:txXfrm>
    </dsp:sp>
    <dsp:sp modelId="{2608A08C-6D99-405C-B638-49F149DD97E4}">
      <dsp:nvSpPr>
        <dsp:cNvPr id="0" name=""/>
        <dsp:cNvSpPr/>
      </dsp:nvSpPr>
      <dsp:spPr>
        <a:xfrm>
          <a:off x="2151806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51806" y="2521761"/>
        <a:ext cx="289696" cy="290477"/>
      </dsp:txXfrm>
    </dsp:sp>
    <dsp:sp modelId="{46CBABB0-6280-4195-B109-B29F10007342}">
      <dsp:nvSpPr>
        <dsp:cNvPr id="0" name=""/>
        <dsp:cNvSpPr/>
      </dsp:nvSpPr>
      <dsp:spPr>
        <a:xfrm>
          <a:off x="273744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  <a:sp3d extrusionH="28000" prstMaterial="matte"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2771751" y="2115667"/>
        <a:ext cx="1883516" cy="1102665"/>
      </dsp:txXfrm>
    </dsp:sp>
    <dsp:sp modelId="{8DDA823A-0E2E-4FAE-A4A5-E5FD4A4C6BFF}">
      <dsp:nvSpPr>
        <dsp:cNvPr id="0" name=""/>
        <dsp:cNvSpPr/>
      </dsp:nvSpPr>
      <dsp:spPr>
        <a:xfrm>
          <a:off x="488478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84787" y="2521761"/>
        <a:ext cx="289696" cy="290477"/>
      </dsp:txXfrm>
    </dsp:sp>
    <dsp:sp modelId="{3A9DA176-A019-4619-B95D-999DD8BCBDB1}">
      <dsp:nvSpPr>
        <dsp:cNvPr id="0" name=""/>
        <dsp:cNvSpPr/>
      </dsp:nvSpPr>
      <dsp:spPr>
        <a:xfrm>
          <a:off x="5470425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  <a:sp3d extrusionH="28000" prstMaterial="matte"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5504731" y="2115667"/>
        <a:ext cx="1883516" cy="1102665"/>
      </dsp:txXfrm>
    </dsp:sp>
    <dsp:sp modelId="{56A104F8-C586-427C-8044-E1BDEA9949D2}">
      <dsp:nvSpPr>
        <dsp:cNvPr id="0" name=""/>
        <dsp:cNvSpPr/>
      </dsp:nvSpPr>
      <dsp:spPr>
        <a:xfrm>
          <a:off x="7617767" y="2424936"/>
          <a:ext cx="413851" cy="48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17767" y="2521761"/>
        <a:ext cx="289696" cy="290477"/>
      </dsp:txXfrm>
    </dsp:sp>
    <dsp:sp modelId="{CEF925E3-8F74-421C-AD04-75F9624130B6}">
      <dsp:nvSpPr>
        <dsp:cNvPr id="0" name=""/>
        <dsp:cNvSpPr/>
      </dsp:nvSpPr>
      <dsp:spPr>
        <a:xfrm>
          <a:off x="8203406" y="2081361"/>
          <a:ext cx="1952128" cy="1171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  <a:sp3d extrusionH="28000" prstMaterial="matte"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8237712" y="2115667"/>
        <a:ext cx="1883516" cy="1102665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D7912-1280-4783-99AB-815D712B7104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4E8183E6-C039-4390-9232-FE4A02AB5901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37676493-42CF-4B6B-9FA4-FE499BFAB6FE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427FBAD8-CDA5-4B75-9FE6-42EC703224F9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785BD31A-49BD-4D06-9F62-3EDD67365397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392B82B7-5361-4902-885C-B4B7569BFD32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3FD33395-7D88-4BFD-9D91-DD693F131905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707F7AA7-22DE-49E9-B1E1-5867634F9172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6E4C9-129D-4A33-A746-605FEC1FD51F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D15E34F0-7D73-4BBB-BF43-73E5A1FF2DF4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10E5D078-849E-4F16-AA86-3CEA4A52FDF9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8AFA45A4-3221-4E21-853D-624E4907A056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A4F5C2E5-8B0C-4906-80F8-C9ECF12971F6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CE762CC3-8F80-406C-A858-09B60B973FEA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F5535BB6-5D25-4848-A7CB-7D4FE37B4243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74280F71-6E3C-41E2-A314-894B3F7D7423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AB2ED-EB0D-4F7E-B6C2-4E6AC23F77DC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CD6C77EC-AD47-4D5C-BB17-4F1DE6BDA50E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19DC6ABC-982B-4538-9DF4-05B57E8C30A9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E5A7F680-4991-42B4-9826-C8267331949C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E3352F5E-C033-43B4-BBB3-0D1A07F690B5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DD482153-7B52-45C9-A574-44589A9430C7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F3221A44-9778-40F5-A3B4-24A77ED51850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744F2A41-D1FA-4F0A-B67D-59D9AD89FCD2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72264-445C-4F69-A29D-5E5A2AE551ED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09895178-E94E-455A-B7D7-C6478E435F8A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42D33AE4-CFE7-49D0-8746-BF52E9D4BAE8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547DDBBD-A325-4292-910C-4F478D97B1F2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A4321F08-C3F9-4010-BF9F-994AE48BEAAD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B5C59D57-1A61-414D-A844-507B42F90D8A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69195866-B74A-41A6-9135-B72D7672B9CB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E6345596-F784-4BC6-BEED-573A7A3030E2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6BB50-E668-4E48-92AA-A3E2C381EC9C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1F88C1B1-DDBF-404A-AC02-613D74A1E8C5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1727863F-A912-4377-BC51-D68C65E1D541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872132CA-6A11-4732-9838-BF097F7D32A8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F7A3C836-489F-458E-AEDA-CAA1075AAC4E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53421655-878A-4C7C-B7EA-809EF1AB5D74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CF33CB79-CB1C-41D7-A1E7-65A577C88A12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20AFE8FC-4290-4143-9F4D-77A4DBBE9FC4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557656-EE44-4E6F-BB30-24505E93F994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D65A73EF-F9CA-40AA-BE53-504E793DDEAB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D6B25BCB-8B43-48E4-9FD1-9FE27860DE02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2CD3B372-F589-4BB1-BD8B-5316225D662B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7DB6B88C-9B45-423C-AEE1-0C82C015F565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0B2186D6-0C24-48F6-B51A-9879CCAA6F2D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DA6B2920-AB52-4ED0-8C49-D215D9F0AAE5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82090EE3-4F19-465B-876D-992F726BFEFB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2F65D-AF81-4442-AC0A-4569E0F382B8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368AB492-1AF0-4822-8F90-B1C10C7E4C4D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45CD4A46-3178-4159-BC21-5027C8E131F3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3C741953-635F-4B91-B7EB-F2107E6168AF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E191E82F-6262-400D-BFE0-BADBAD638067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F73BA1B5-5FA0-4066-8FE4-B7F0DC220B43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E2462874-58D7-4844-911F-D805F3F392D0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5A1E2AF5-6E3F-40F5-91E8-88D451358DA7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050FD-7443-4113-B976-808068C1E5BC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CA5C43C2-5F82-4924-A00D-46DAD4137F8D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29C4BB7D-B091-43FE-8927-53AFC13F13E1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9C93B232-AB11-43F6-BF63-F4F5D5E59005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0202D7AC-6C00-43A3-986E-7E3978C6C090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BF264078-6CB8-4B07-B35D-9565BBD80F09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8C705EC8-F8E3-4B76-9214-852414B5724C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09FE2F43-777A-4E57-AE0A-923FAB2A34A7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19724-021A-41A7-B120-6F0F8F93FB8C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76B58298-E74F-4439-86E2-D46A689CBF59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CD290210-1A0A-4C68-A466-085DDB125892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C764CE4B-C17D-43B2-A947-6AF94DCA00E6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074F8FDD-7392-4AEE-ACD6-81081EB47025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97CBFE14-A523-44A9-BDB0-856F4D0D08FD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D03A502C-3AA4-496F-956C-8F3BCF97AADE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D9DC0F48-E009-4F75-8004-FDFD0B6A69A4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CEC37-BC9F-4CD7-997F-DAC8E7AEE7BF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97EB3571-955B-4786-88C4-4D7BFDDEC6DA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2860D225-AAAD-4DC2-BD23-B2213EE88EA3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FC1A5BFF-7BCB-4951-90EC-644CD867E417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59BE7786-744B-4E6B-8EA4-B1AC8741CDDE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1C941655-EF39-4B3B-ADFC-570CBBE59888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0F4ADA09-48F0-4386-81D7-D4C2083025A3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57C102C8-E773-4A64-BF6E-C6B73C5A9305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7A086-6880-47B5-843C-D3E83B7078B8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FFD4AE82-72AB-4863-B921-04AC371E5E53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0B681424-C22C-4C81-B8B8-E46CB54E4113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D47D607A-3288-485E-911A-A0E00843E236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4370A079-E1F3-44C4-B924-E7A0AA713AE0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B0BABF0D-E54A-4F83-880F-C41FEB8AF04E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B0FC76CA-A045-4353-ABE9-A224DE7D0B00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37A9FCB2-1D36-46F3-9B87-E8FE0CE59927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FA8A6-9D63-429A-B8AC-A55BAE4AF9F2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39376E47-F27C-4AD0-B1C4-6B02ACA359FE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DB6BE4F6-2F2A-409E-9215-9EF5EB75AC5B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9629DF75-CDED-412E-A1AB-71CB6B52B469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FA9C6F47-D114-493E-8C66-8FD543377ACB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B9CC0C62-9FDB-45A0-BDA8-2B2CB48257E4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90B5D88C-6345-4382-AF52-FD299A93CF96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426E6B4F-6169-4365-8890-DC1BBF9743F4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D76CD-AF27-4471-99ED-BD91707808A8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FA6B7FA3-02B2-4500-B5C4-794D4EC345EF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03C454A5-4D0F-40B2-BFDB-D32C3EF1117F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67D7236A-2B1F-4493-8AB0-1A0C50AB3FA2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BD641890-2929-470B-9E4E-47DFF898BA0E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5F15F4A4-355E-438F-8FDD-AA96DC37257E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5C0DA4E2-4734-42E5-86CD-DB3F78E40719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0E58B3E8-5656-4DFE-83C2-96DFBB198B93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3D99E3-DA7F-4C24-A3BF-ECAC913111C9}">
      <dsp:nvSpPr>
        <dsp:cNvPr id="0" name=""/>
        <dsp:cNvSpPr/>
      </dsp:nvSpPr>
      <dsp:spPr>
        <a:xfrm>
          <a:off x="4226718" y="847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  <a:sp3d extrusionH="28000" prstMaterial="matte"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Alpha</a:t>
          </a:r>
        </a:p>
      </dsp:txBody>
      <dsp:txXfrm>
        <a:off x="4476638" y="250767"/>
        <a:ext cx="1206722" cy="1206722"/>
      </dsp:txXfrm>
    </dsp:sp>
    <dsp:sp modelId="{4F510259-54CE-462E-844E-38B26F8424B5}">
      <dsp:nvSpPr>
        <dsp:cNvPr id="0" name=""/>
        <dsp:cNvSpPr/>
      </dsp:nvSpPr>
      <dsp:spPr>
        <a:xfrm rot="2700000">
          <a:off x="5750178" y="1463489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70139" y="1530493"/>
        <a:ext cx="318030" cy="345578"/>
      </dsp:txXfrm>
    </dsp:sp>
    <dsp:sp modelId="{608BAA09-96A9-4FF2-B44D-DAB215FD4F55}">
      <dsp:nvSpPr>
        <dsp:cNvPr id="0" name=""/>
        <dsp:cNvSpPr/>
      </dsp:nvSpPr>
      <dsp:spPr>
        <a:xfrm>
          <a:off x="6039589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  <a:sp3d extrusionH="28000" prstMaterial="matte"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Beta</a:t>
          </a:r>
        </a:p>
      </dsp:txBody>
      <dsp:txXfrm>
        <a:off x="6289509" y="2063638"/>
        <a:ext cx="1206722" cy="1206722"/>
      </dsp:txXfrm>
    </dsp:sp>
    <dsp:sp modelId="{C1D8BDE8-6906-4EDC-A320-04E246648EF1}">
      <dsp:nvSpPr>
        <dsp:cNvPr id="0" name=""/>
        <dsp:cNvSpPr/>
      </dsp:nvSpPr>
      <dsp:spPr>
        <a:xfrm rot="8100000">
          <a:off x="5768363" y="3276360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884701" y="3343364"/>
        <a:ext cx="318030" cy="345578"/>
      </dsp:txXfrm>
    </dsp:sp>
    <dsp:sp modelId="{F996E2E8-4A3C-4309-B145-44B01D7F7725}">
      <dsp:nvSpPr>
        <dsp:cNvPr id="0" name=""/>
        <dsp:cNvSpPr/>
      </dsp:nvSpPr>
      <dsp:spPr>
        <a:xfrm>
          <a:off x="4226718" y="3626589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  <a:sp3d extrusionH="28000" prstMaterial="matte"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Gamma</a:t>
          </a:r>
        </a:p>
      </dsp:txBody>
      <dsp:txXfrm>
        <a:off x="4476638" y="3876509"/>
        <a:ext cx="1206722" cy="1206722"/>
      </dsp:txXfrm>
    </dsp:sp>
    <dsp:sp modelId="{0DFBDDA0-D838-419F-B50B-9676143D3700}">
      <dsp:nvSpPr>
        <dsp:cNvPr id="0" name=""/>
        <dsp:cNvSpPr/>
      </dsp:nvSpPr>
      <dsp:spPr>
        <a:xfrm rot="13500000">
          <a:off x="3955492" y="3294545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071830" y="3457927"/>
        <a:ext cx="318030" cy="345578"/>
      </dsp:txXfrm>
    </dsp:sp>
    <dsp:sp modelId="{7CB49D1A-FD36-4668-968D-B86E1694C3B1}">
      <dsp:nvSpPr>
        <dsp:cNvPr id="0" name=""/>
        <dsp:cNvSpPr/>
      </dsp:nvSpPr>
      <dsp:spPr>
        <a:xfrm>
          <a:off x="2413847" y="1813718"/>
          <a:ext cx="1706562" cy="1706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  <a:sp3d extrusionH="28000" prstMaterial="matte"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Delta</a:t>
          </a:r>
        </a:p>
      </dsp:txBody>
      <dsp:txXfrm>
        <a:off x="2663767" y="2063638"/>
        <a:ext cx="1206722" cy="1206722"/>
      </dsp:txXfrm>
    </dsp:sp>
    <dsp:sp modelId="{9E2D74C3-CAA3-4202-B1DF-CCC069916DAF}">
      <dsp:nvSpPr>
        <dsp:cNvPr id="0" name=""/>
        <dsp:cNvSpPr/>
      </dsp:nvSpPr>
      <dsp:spPr>
        <a:xfrm rot="18900000">
          <a:off x="3937307" y="1481674"/>
          <a:ext cx="454329" cy="5759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57268" y="1645056"/>
        <a:ext cx="318030" cy="345578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347DC0-B15E-45FE-B2CF-F82FE96F65DB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63AEF-3DFF-407F-B260-5443E1DD2942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F1EABD-2FD3-4AA0-BB7C-F3F1A831DA47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1458D8-AC85-4D4F-909D-681E9A0039F4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4E097DE8-AA1E-49C0-B109-CA0A61DE5844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06E8FE38-7D3A-44EF-A2F3-10AE63B2D18A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43608633-A942-4DA0-98A8-B53AD9B0258B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F4CCA-FA17-4211-8495-F1909BF9B96F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7DF90-BDD8-4257-B6A1-25C2E7210496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762C7-F7DA-4AF8-9BCE-106B3D8CA227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B2B4C1-27BD-4E14-B41C-67102E678123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92D663A6-E23D-458F-AEF7-FA815D083B96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D593B739-54AC-4F3D-AA51-59A5B9F665C9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0C60C9C5-6B36-4DED-A2E6-FEBBE65D859F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7AD98-6469-4B4B-B612-8161EFC80C49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E4723-AA76-4303-B307-DCFAC8597725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AC4376-695B-4809-9297-C2EB1BE2A5D8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87A14C-D959-44D6-A5B6-5C71D7B32E2E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5D52EDED-C9B3-4EA8-9955-019E7A2E1DCC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A10FBCD9-0B9F-4712-9763-2A9DA212A7A8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6CEFE74F-77F8-450D-8C0E-44A89EDCDB11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3BADB2-E956-4A6C-B279-FAF026647462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8CEB4C-61AF-4AA4-ABD4-239905AA2BC4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9E7193-5C54-4B47-8365-6ACC47F1580C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86E455-5AA2-4E6F-9FA1-A610801FFF50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64A49BFB-9DD1-4B67-90B5-0FF01D79B3B2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B76EC391-8C51-4FE4-BEFC-B1F236CE0D8B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61758A8C-40E1-4768-B2A7-51CBBE666B22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09626-AA22-414C-B96C-95D9B8F1604B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26A817-8A1C-4289-B006-6AC163B9B49A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570777-9DC3-4213-B1EE-0251FD1045AB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C19663-AAEC-494F-9EAC-DB596903ED51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5187134E-0950-433D-932F-2316B59DC942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470D8EFE-904A-42C3-B1C5-B72330616AE6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73D480E9-1979-402B-A8A8-692E7F8E37C0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464F1-55E7-4039-AAAE-0B260A20D2F3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2F9495-3068-4DDA-8D44-4AFCFDD5EDA2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65AFC8-DED5-40EE-8984-D54915D694FA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AA7F23-B1D1-4FF4-8C75-022D208FDAC1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758515B0-F2D1-4AA2-B275-0091EC6B70F6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A58C47DD-38FA-4CFE-94F0-D53EC07B8DC6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710FBAE1-2D30-4313-9EDE-87CD35380251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B09C56-79F0-4B60-9AB6-C1DDE8E7F2D5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660777-3055-4ECD-BBD1-FDDA8170C2CA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AE9C0-56EE-4809-B871-D6C175413A7D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3278E1-52FE-463B-A431-DE6B779698D5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E1E32C0E-084B-45A8-9BB2-F42F71B98AD4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1F7C9AC6-A9B4-49A4-A699-F1B53B5B84E3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F71D3CD3-5686-439B-BEAB-D74E0FCF6E50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CDEEA-4DEB-476A-BC2B-4E2E51173B99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B45673-9D6A-4D9E-A57D-2016F394119B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2E586-F25F-48ED-B81C-8D74219D3D32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80790F-39C5-4AB7-8AB1-8C17CBF5788F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E48550D0-3AE8-47E9-B29B-CA92447028E5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D60F9BE9-1EA2-4E7D-A64A-39EE06D15BB2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B0CF99FF-9396-4374-BAF5-8C7E931C0B74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9D67EC-D8AA-4786-A183-AD6C08BAD4EC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426C8F-F2F5-4DE5-B10F-3D6D6EC116C8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8323E7-24D6-4EEB-952D-BD7E9A19F504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8C7452-C1D3-43FB-AE86-12B3E744FC4B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39E05CD4-1365-4794-9066-B433285DCC40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A2657B4B-368E-4F13-956E-9AFBDEB98A66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A77001D7-8AFB-4DD3-8094-9AAD293624A4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31E0C-2536-4BDB-B424-7B50944C2EF4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92D3E6-1815-421C-9B9B-5CD966766BC6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086050-2D5D-45F9-AEC2-BD26E76BA5E0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4D962A-28E2-4D3A-8103-8E41C30DA8B4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6907E078-9656-4ACD-AAAA-1B9A2272464C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A331ADF9-E6AE-4D8E-8FB4-DB4D04D5E7E5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BFE79D72-0145-4F02-B263-2F0F452FB18C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8C0E9-8B99-4AD9-994C-B111884B012C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D247D24-3CEA-40F4-B514-5B58ED785B56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250F5D0-648D-4D71-9605-80CE16517420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E898024-A53C-418E-9984-D4BC7A9375DB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19260A6D-857C-4C32-ADFA-3D40E9BB098C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0C089E95-293A-411E-956E-98C4ADCF3DBD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BA604376-5F38-483C-886E-33CE9E76EC9D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F6F51-DFFA-49B6-9DD7-AD80A1DF138F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F9CE41-2A96-4EB4-902D-F9F8D578738C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04CDA0-4C7C-4416-BCF1-F607564A2805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6CDE4C-0A5F-463A-9107-CA1AA5E56A56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2EC6CDED-99A3-4B0E-AAF5-6330C061930F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52AF9E3D-CFFE-458A-933E-584576E80CD6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1D467EFC-88E4-4C45-9D4A-78FBEAA58B57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E6E48-D737-4692-9CF6-A968B3E7866D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5230F-0684-4135-8F4A-BAD5B326A10C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CEC995-C537-46A3-AFD2-223F33D832A8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C36615-477D-42C1-B832-0290C4AAED01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B0F8056E-E9D7-45D0-A51E-8487A3BB91BD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D2C89BEC-F936-4450-A4EC-63105D28BEC2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B2723F3A-9A59-4F43-9ED1-2C660A836FC3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21191-0B5C-4CB8-821D-DD7083872114}">
      <dsp:nvSpPr>
        <dsp:cNvPr id="0" name=""/>
        <dsp:cNvSpPr/>
      </dsp:nvSpPr>
      <dsp:spPr>
        <a:xfrm>
          <a:off x="5080000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87"/>
              </a:lnTo>
              <a:lnTo>
                <a:pt x="3594137" y="311887"/>
              </a:lnTo>
              <a:lnTo>
                <a:pt x="3594137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2735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1A99A6-5910-456E-83FC-A8D2C4D50013}">
      <dsp:nvSpPr>
        <dsp:cNvPr id="0" name=""/>
        <dsp:cNvSpPr/>
      </dsp:nvSpPr>
      <dsp:spPr>
        <a:xfrm>
          <a:off x="5034280" y="2355112"/>
          <a:ext cx="91440" cy="623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2735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82FC56-8377-466C-828C-810BA15EA14B}">
      <dsp:nvSpPr>
        <dsp:cNvPr id="0" name=""/>
        <dsp:cNvSpPr/>
      </dsp:nvSpPr>
      <dsp:spPr>
        <a:xfrm>
          <a:off x="1485862" y="2355112"/>
          <a:ext cx="3594137" cy="623775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311887"/>
              </a:lnTo>
              <a:lnTo>
                <a:pt x="0" y="311887"/>
              </a:lnTo>
              <a:lnTo>
                <a:pt x="0" y="62377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2735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12E73-0CA5-4F59-B4C4-8583168277DC}">
      <dsp:nvSpPr>
        <dsp:cNvPr id="0" name=""/>
        <dsp:cNvSpPr/>
      </dsp:nvSpPr>
      <dsp:spPr>
        <a:xfrm>
          <a:off x="3594819" y="869931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594819" y="869931"/>
        <a:ext cx="2970361" cy="1485180"/>
      </dsp:txXfrm>
    </dsp:sp>
    <dsp:sp modelId="{26F7D107-4CA6-48C0-A039-FD72C8E80C9A}">
      <dsp:nvSpPr>
        <dsp:cNvPr id="0" name=""/>
        <dsp:cNvSpPr/>
      </dsp:nvSpPr>
      <dsp:spPr>
        <a:xfrm>
          <a:off x="682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682" y="2978887"/>
        <a:ext cx="2970361" cy="1485180"/>
      </dsp:txXfrm>
    </dsp:sp>
    <dsp:sp modelId="{0D173794-6724-49D0-9A8C-8CD8761EC45C}">
      <dsp:nvSpPr>
        <dsp:cNvPr id="0" name=""/>
        <dsp:cNvSpPr/>
      </dsp:nvSpPr>
      <dsp:spPr>
        <a:xfrm>
          <a:off x="3594819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3594819" y="2978887"/>
        <a:ext cx="2970361" cy="1485180"/>
      </dsp:txXfrm>
    </dsp:sp>
    <dsp:sp modelId="{13F79D01-4226-40B6-8113-C08BD0803C65}">
      <dsp:nvSpPr>
        <dsp:cNvPr id="0" name=""/>
        <dsp:cNvSpPr/>
      </dsp:nvSpPr>
      <dsp:spPr>
        <a:xfrm>
          <a:off x="7188956" y="2978887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7188956" y="2978887"/>
        <a:ext cx="2970361" cy="1485180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2483A6-7D54-4D6D-9775-799188C8A462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BFC84D01-75B3-4106-9927-223229226731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51EA567A-F423-46BA-BBAB-7253B0935F25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E90DC663-C864-420B-8B8C-6CD9E1C1897E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61AF2-8371-4D17-8536-5163CABD2D10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31EA6DDC-229D-4175-A5C8-06EADB5CFA4F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7980369E-3482-4B81-BE76-59E6698C712F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4AC845A0-CA46-4C68-B4C5-95D9A3CFB4A2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D09F96-6A11-4973-A9C0-AF284A6C1BC9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41CBB6CE-0517-4635-B63E-2BDC1425D6E7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1C4A830F-FE2A-4F6B-915B-2050EF2F59BA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015A4DB9-7F38-460E-9E97-D16700A2EEF2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6C0F8-DDFE-4BDD-8503-320B3C51E588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26D412BC-C398-42C4-8F06-C824A53F2472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C1F520F6-8726-40F2-9CB3-4E2887B23839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15C58605-75D2-47F1-BD52-DA58ECC91936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C5E07-6998-44A2-94CC-D4BD968FD3C4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3A1BA226-EFBF-465A-9C5F-ECB9CF50D519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D8FE03AE-F50E-4472-847D-FCACD1389B13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F5C9243A-8360-4477-BB19-7B34FBD14E3C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83E82-41D0-43A9-BF2B-45496747C606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732EEE93-F2A5-41A2-B37B-AA587FF91ED1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C3C7D27C-E27B-4F0A-B298-F773D9B46BB2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A882012A-3E88-4057-A2DF-DD7CEB5256E2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A5922-091B-4B96-918A-F21A958C313B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564C9879-008A-46FA-A9A3-40E0C05906CB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102F1AA7-9D5F-45A9-AECC-4C092C650EC8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2E6C5B71-D80B-458E-8FEA-3ABB0A3DFD87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EE6A0-4408-470A-AFB0-42FCE298A3EB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FD349757-8FD4-44EE-9134-7AF49D7CF67C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B6160837-78DC-4D87-8EA5-3F0C3535500C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6A04D65A-028D-4FAB-8E64-83136EF8F372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7481D-8473-44F0-98F0-9970983EDEF2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EB5A37B0-3C14-4C36-AF67-CC10DF8186A0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11B3E491-5218-4CD2-BDC5-94BE4A099ED3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0C2B30D5-8231-4FCA-B29F-866710D0E7AC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4BA869-DE70-4EA2-86F4-6CCF2373E65D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3FA7B861-04B4-4973-BC32-F630EDC53B52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B6585BCF-8B63-431A-AEA5-C7DBCF7EB2D3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9809ADB4-FC42-46D6-A1B9-F5010D0D4202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AC73C-8447-4D55-A83E-7823B1A390A5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8BED0B21-CB38-4DA2-89B7-5E4FDB4B6485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A79771D8-31D1-4A5A-A660-2497B2373D15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3F8D174E-A128-47E1-A89C-A3F4D92E437D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7DC9C-83E1-41B5-9C0D-2C05C4A38B3D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83C91AA7-BF2A-447F-A490-C73CC1DBA4FA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8813B1D9-43B6-4BF3-9D2D-AB5ACB454514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DD650717-9E00-4D89-B51A-9D4D1F8785C1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1F03D5-768E-425A-807F-04E8692F811B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B6C33912-714C-40A2-8128-FF67C693B031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91F898F9-CC61-4015-9B4D-CDCCDA0530F2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F9E57F79-4B42-4AE9-9A72-F2AF278DBDC4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D1D9F8-CC56-4735-AD39-39513A814C49}">
      <dsp:nvSpPr>
        <dsp:cNvPr id="0" name=""/>
        <dsp:cNvSpPr/>
      </dsp:nvSpPr>
      <dsp:spPr>
        <a:xfrm>
          <a:off x="3810000" y="0"/>
          <a:ext cx="254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Alpha</a:t>
          </a:r>
        </a:p>
      </dsp:txBody>
      <dsp:txXfrm>
        <a:off x="3810000" y="0"/>
        <a:ext cx="2540000" cy="1333500"/>
      </dsp:txXfrm>
    </dsp:sp>
    <dsp:sp modelId="{DA18B0B8-3FB1-4E80-9890-F8B920FA89C9}">
      <dsp:nvSpPr>
        <dsp:cNvPr id="0" name=""/>
        <dsp:cNvSpPr/>
      </dsp:nvSpPr>
      <dsp:spPr>
        <a:xfrm>
          <a:off x="2540000" y="1333500"/>
          <a:ext cx="508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Beta</a:t>
          </a:r>
        </a:p>
      </dsp:txBody>
      <dsp:txXfrm>
        <a:off x="3429000" y="1333500"/>
        <a:ext cx="3302000" cy="1333500"/>
      </dsp:txXfrm>
    </dsp:sp>
    <dsp:sp modelId="{3C138431-3F48-4FA5-B448-4E124BFD6B23}">
      <dsp:nvSpPr>
        <dsp:cNvPr id="0" name=""/>
        <dsp:cNvSpPr/>
      </dsp:nvSpPr>
      <dsp:spPr>
        <a:xfrm>
          <a:off x="1269999" y="2667000"/>
          <a:ext cx="762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Gamma</a:t>
          </a:r>
        </a:p>
      </dsp:txBody>
      <dsp:txXfrm>
        <a:off x="2603499" y="2667000"/>
        <a:ext cx="4953000" cy="1333500"/>
      </dsp:txXfrm>
    </dsp:sp>
    <dsp:sp modelId="{DF58EBD8-2575-4C8C-A053-1085601431EF}">
      <dsp:nvSpPr>
        <dsp:cNvPr id="0" name=""/>
        <dsp:cNvSpPr/>
      </dsp:nvSpPr>
      <dsp:spPr>
        <a:xfrm>
          <a:off x="0" y="4000499"/>
          <a:ext cx="10160000" cy="1333500"/>
        </a:xfrm>
        <a:prstGeom prst="trapezoid">
          <a:avLst>
            <a:gd name="adj" fmla="val 952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Delta</a:t>
          </a:r>
        </a:p>
      </dsp:txBody>
      <dsp:txXfrm>
        <a:off x="1777999" y="4000499"/>
        <a:ext cx="6604000" cy="1333500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CDD4B-313E-4B07-A1F0-666CD1E89654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BAA3D8EA-DBFA-4D96-8975-31FC40B804A3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08135F76-0E83-49DB-867A-60A8FE342D8D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892F30F9-B38F-40EA-941F-ABC6096FD14D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8E2A4-BE39-45A4-8DAC-91B940323409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7D3848AE-2733-4BAB-86B2-056EFAD9274A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210635D0-39CC-46B7-8328-99983C8C00DE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108D31CC-E3A3-4EED-A55A-EE901F54C53A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E0049-68B0-496E-AC7A-FC32010BB8B5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0D35429A-D144-41C4-A83A-24BC0BED9B59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EBC204A9-1605-42CD-BC3D-4B72E6EB9985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7A5D015D-FC63-454E-9C28-6AB20289B7D6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B0759-8775-4BB4-9132-0EA78335EF38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7C9E59AA-71CB-41EB-8467-18610913F1F5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FF210441-F445-486E-AEC2-DE9BDDF12ACC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F49929F2-4EAA-48E7-9C9C-AD6A8003AB44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BA9AB9-FDB9-4015-BD03-9DFC6F9FEAA1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F99DE3C2-A4FB-4FF7-9726-96424760174E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BF24E250-A4F8-46D0-9BF0-389E0CAA81CD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AC020A3A-9BFA-4B3A-AA3D-B2B7BEF56630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B3769-1B4F-4344-AF4D-5FB1065D4EA1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897A1E7B-144F-42AE-BF09-2162832E62F0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DDCC4A05-F981-4981-A5E1-9AA9B78CC40C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6D2BB653-306A-48B8-9FC2-FC08BEE7A777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8C829-9D6F-419F-9607-365C68CCF0C4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F2232F36-E6F2-4953-8979-F06CFC18978E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55CBC76D-66B0-4352-B78D-B6A90ECB8E5D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B185DA33-1F19-48BE-98F2-1425D9605775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F263A-E049-47E9-AED4-FF88F64C064A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07123EB7-E71E-459C-9F74-C07CB11A0CEA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4240A28D-E607-4CBB-8794-407CF2C3E71F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7F9CF631-639F-44AF-A83E-262B3680D29F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098C1-E885-4A35-AAC0-CC36668EB72C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DC804C85-8863-494C-89C9-E524B440CF69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8559BDC3-34E9-4AF4-BE7E-ABB7692C230F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699B6A71-A2BD-483F-9895-DE2EF9F6629D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E0321-91C4-4236-A016-23BE277D947E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038B3C10-6015-424B-969D-1760478D9883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BA2899C9-EFDD-46F4-B411-8688840D284C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5526F701-FA9E-4E5F-B154-C10516673050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295A8-FFF6-4FE8-9D19-95764A84405E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2DBF085B-A781-4AC8-9B4C-ACC975AC7EF6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5D1255DE-046F-4FE4-ADB4-A7219C955554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8CF575A8-265D-41D3-A6A2-E2C6AB80B10B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83475-B2B5-4EF4-97E9-0F8C7E00E7FF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clear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476D519C-3D23-4ADB-8C6C-928BDD1CDE98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clear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A802C610-DA12-4014-AFCD-1B1FEE6546AF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clear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FF358E43-3E93-4323-B26E-19F6A85CA60F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clear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624E8-7313-4066-A17E-AA90816A732D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50E820B9-B8A4-4E61-97D3-3A2D8127B0AA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8296540E-2FAE-4228-97D9-84DBCEA420B9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A8A3FA35-EFE2-4407-BDC8-16DB455C982C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0FEFA-9B62-45A6-AC99-CC38A33E9768}">
      <dsp:nvSpPr>
        <dsp:cNvPr id="0" name=""/>
        <dsp:cNvSpPr/>
      </dsp:nvSpPr>
      <dsp:spPr>
        <a:xfrm>
          <a:off x="3693160" y="5334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4013200" y="426720"/>
        <a:ext cx="2133600" cy="880110"/>
      </dsp:txXfrm>
    </dsp:sp>
    <dsp:sp modelId="{91D728EF-6420-412B-BB6F-9C3979F0B393}">
      <dsp:nvSpPr>
        <dsp:cNvPr id="0" name=""/>
        <dsp:cNvSpPr/>
      </dsp:nvSpPr>
      <dsp:spPr>
        <a:xfrm>
          <a:off x="491998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</a:t>
          </a:r>
        </a:p>
      </dsp:txBody>
      <dsp:txXfrm>
        <a:off x="6413500" y="1600200"/>
        <a:ext cx="1066800" cy="2133600"/>
      </dsp:txXfrm>
    </dsp:sp>
    <dsp:sp modelId="{580040EB-DD5E-4120-9839-A067B81F5A5A}">
      <dsp:nvSpPr>
        <dsp:cNvPr id="0" name=""/>
        <dsp:cNvSpPr/>
      </dsp:nvSpPr>
      <dsp:spPr>
        <a:xfrm>
          <a:off x="3693160" y="2506980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4013200" y="4027170"/>
        <a:ext cx="2133600" cy="880110"/>
      </dsp:txXfrm>
    </dsp:sp>
    <dsp:sp modelId="{3C952BAC-FA02-46F6-A83A-A0109AA5FD5A}">
      <dsp:nvSpPr>
        <dsp:cNvPr id="0" name=""/>
        <dsp:cNvSpPr/>
      </dsp:nvSpPr>
      <dsp:spPr>
        <a:xfrm>
          <a:off x="2466340" y="1280159"/>
          <a:ext cx="2773680" cy="27736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Delta</a:t>
          </a:r>
        </a:p>
      </dsp:txBody>
      <dsp:txXfrm>
        <a:off x="2679700" y="1600200"/>
        <a:ext cx="1066800" cy="2133600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7D329-DEBD-41D8-BDFC-EB4A39051493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EA8585B2-10A8-4C26-9308-99B63143D34A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B07D8CAC-C7D4-4FE7-A07A-71BE3E966081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BE4EA435-FA0A-42A8-B590-AA62A1FFD8CE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46F41-B622-40B3-8896-41451FC069ED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83C482C4-F5AF-43DD-AFF4-5DE154FECA1B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36826458-E16B-42F5-A606-8E05108ED830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FD3C2CE7-4A81-452B-97EC-2A437788EAB6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52875-40DC-4AEF-8CE1-92A242FADE92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58A34F7A-33DD-486B-9CF7-DB75D99B1D52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598A30C3-438A-4941-91D8-7059E2491BB7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24DCBB1B-4F29-4508-9FC2-D97DFA2926AA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B8BE3-CA43-49F9-ACE6-AFA9E33DDF5E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9668BE91-F0D5-409F-958B-82C50781D311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86F85250-F678-4F6D-BBD3-45A9DEB3EF16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D4F7615C-B251-4563-BD9A-15508F323C1A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82782-F4E1-45CA-A431-D21BDEAF381F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671995CD-AD7B-427A-9514-585D97E94D8A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A9F00240-A121-45FC-A5CC-EA5D70160B3F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AB6A7A2A-C004-4B24-880A-E6FF5C8039B4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1A30F-6021-4CC1-BEDC-E06CAC8ECDE9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33218A36-CD81-43F0-A695-F020E78DD12F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6D7D4B36-F6E7-452B-B6FA-4D569B89710D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0C485BA5-0CC1-4807-998E-C69CA6550BAA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BE489-3A9E-4B8E-80D3-3728C6FEA81D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B099206E-8A23-4B99-AED1-37A8C30F0097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1A29F7AF-F62C-4577-821C-BC2E05F0C08D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68C4FA94-EDEC-4294-BB3C-0E08633AB7AD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C757A-EB1E-48B7-8179-BC86D2EEDCD4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1D8DDAA7-D8B4-4C5B-8DC4-EF3E3E0742E8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4B5DDDBB-75BB-480A-B5D2-0F9567BE4ED6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22108B56-D443-4670-AAE4-52C8A149DA5D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D9E3CC-F3A9-4AD5-85B9-1D88A4325A19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909F8CFD-29DC-4CA6-B240-810EBEEB9370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3CDB16BC-96C6-403D-AB52-003D1F1B3927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1DBD4B0F-126E-4D47-AA29-FF344750A9B8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1D9939-060D-49C9-9E7E-28C28716213F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C1A31110-BD07-4BED-BFCD-856D5668D5EF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1DC6A790-521F-4FA3-A2CC-305C25B69C6D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7C28E1C5-C803-458E-BE72-24C1401D7C78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B8CDDD-FB35-4025-9351-B2B2EC946C01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4178A720-CE58-4E89-8AEC-AAD312C55864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9864426E-01AF-41D9-AC25-AE2A633F05F8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2BBDD037-BC17-4A92-A744-32A24D0E5A13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09665-553C-4EA5-B731-0464378420B8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5F20FFC9-539D-499D-86E7-FF00CB5692B6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17ECE75F-A7A2-4444-9552-1B65C4D54DDC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CF1A31B5-45F3-44D5-AC36-0D0E5DF6DCE9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6374EC-8D5B-45CA-8617-B13482DF964F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CAB391C3-E2AF-418B-94DD-1A163DBAE2DC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77FF8CB0-B726-44F9-B1B7-284E7F2EA6FB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F9DADB04-9198-452A-B3D7-803CA52C4BB7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CED9D-DF06-4D03-88B0-C63CDEC336EC}">
      <dsp:nvSpPr>
        <dsp:cNvPr id="0" name=""/>
        <dsp:cNvSpPr/>
      </dsp:nvSpPr>
      <dsp:spPr>
        <a:xfrm>
          <a:off x="4712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  <a:sp3d extrusionH="28000" prstMaterial="matte"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553392" y="2118320"/>
        <a:ext cx="1646039" cy="1097359"/>
      </dsp:txXfrm>
    </dsp:sp>
    <dsp:sp modelId="{25002329-6432-466C-9A72-E7C53EA3DC7E}">
      <dsp:nvSpPr>
        <dsp:cNvPr id="0" name=""/>
        <dsp:cNvSpPr/>
      </dsp:nvSpPr>
      <dsp:spPr>
        <a:xfrm>
          <a:off x="2473771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  <a:sp3d extrusionH="28000" prstMaterial="matte"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Beta</a:t>
          </a:r>
        </a:p>
      </dsp:txBody>
      <dsp:txXfrm>
        <a:off x="3022451" y="2118320"/>
        <a:ext cx="1646039" cy="1097359"/>
      </dsp:txXfrm>
    </dsp:sp>
    <dsp:sp modelId="{73AFB44D-60C1-4162-BDB4-546053835517}">
      <dsp:nvSpPr>
        <dsp:cNvPr id="0" name=""/>
        <dsp:cNvSpPr/>
      </dsp:nvSpPr>
      <dsp:spPr>
        <a:xfrm>
          <a:off x="4942830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  <a:sp3d extrusionH="28000" prstMaterial="matte"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5491510" y="2118320"/>
        <a:ext cx="1646039" cy="1097359"/>
      </dsp:txXfrm>
    </dsp:sp>
    <dsp:sp modelId="{C90C547B-0F44-4AE9-BF08-D9D687D7C547}">
      <dsp:nvSpPr>
        <dsp:cNvPr id="0" name=""/>
        <dsp:cNvSpPr/>
      </dsp:nvSpPr>
      <dsp:spPr>
        <a:xfrm>
          <a:off x="7411888" y="2118320"/>
          <a:ext cx="2743398" cy="10973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  <a:sp3d extrusionH="28000" prstMaterial="matte"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Delta</a:t>
          </a:r>
        </a:p>
      </dsp:txBody>
      <dsp:txXfrm>
        <a:off x="7960568" y="2118320"/>
        <a:ext cx="1646039" cy="1097359"/>
      </dsp:txXfrm>
    </dsp:sp>
  </dsp:spTree>
</dsp:drawing>
</file>

<file path=ppt/diagrams/drawing9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67C91-6E54-460E-89FD-F2A2EE8FCF10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53BC9B2E-7250-46F9-919D-89C4850CEACA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689DF2A6-A898-4F37-8F3D-6E05BE823038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3EF282A2-74D4-4054-8E69-B176AE8B89F2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CCBD4837-8D60-499E-BCC4-FB00C64668A2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CE4702F0-EE6B-4C69-948C-28BDDAF6E5FD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87965A1A-FAD4-4A0B-9F3B-79A173F32A20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1091D-597E-4726-AF0B-9D1ABFBAE276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72FBF070-91C3-4F6D-B943-A8EA36601DB0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C8154EF3-D6BF-45F3-944B-36BA978300A7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582EAABF-5564-4EEF-B4C3-B6B1B2B36933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7313DA61-3A70-4C64-A431-F6215297A572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6A324282-04A0-454F-AB5D-7FFC4DAB5C4F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38806CF6-9838-471F-9D05-11DBEFE5575F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DB741-095D-4F82-8EA9-8FBD782C3B47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A33B00AC-7C5D-466D-A86E-A0995323FA30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2509B8AD-00A0-43DB-B7D4-63A15E3B07B1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002F57B9-1F5A-4948-9E66-765C5A0A4E16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E7006659-F7C9-41FF-A6B3-42437A72FB1E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0DFCC62F-BC28-4D48-9527-4E7E303C7C87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21778AE4-4D8A-466F-993D-A9C68A346B5A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DD4B4-30C6-4B74-965F-7F46E4BF2105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E3F97E2F-E3C8-4DCE-B9E6-A07691292377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7BDA3EBC-6442-4AB3-8D9F-5A22C939D89D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5661B053-CD2E-48EE-8D5B-59C2AF2A6C79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A1AD2E5D-0872-4685-8E67-5872370C9B0E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28B3F2CD-9DF1-40EF-8F17-2EE99297C1CB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3F209B97-373D-48F7-BEDC-CD8ED9F959FA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1C3A70-6AE1-4222-B775-440E81386797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6861BAE4-AEE3-405A-8BE8-C3B5CC4B803F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08089AF9-720A-4039-97B2-F3B5A803DFF9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1D13F5A6-6CB8-4791-8CEE-7C1871251CB4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9A0C1D74-9772-4675-855D-C960EA6BB356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2A8179B0-148A-4E31-9159-DB7DE8E397C4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A9054184-EA82-411A-B500-01D61F2CD731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F0873-AD62-4CE0-BF4C-E2A904357F80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687E2AEE-06BE-4F90-838A-DF293C3BA02B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FADEB5AC-5FC9-474E-AEDA-5BC0A52A0B3C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71946C07-2D97-4021-989D-220FF8AC9412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1D856FD9-6DC7-42DC-BBAE-4E26890514E2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1371DB28-6828-4C8A-B37C-1F24DB5008AC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D7A2A7E8-2037-46A9-A8F9-14B358FBC47D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026F3-22F1-4561-B28C-81D592A1FC59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58F87C97-F789-4D52-BDEF-BB805C8765E5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DE858C67-6836-4070-ABA9-C2140CCAFB79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28412C29-2811-43FA-B7B9-8BB4BD1E68F5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2723A52C-CA8F-470F-9638-7F340CFA0E30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D120136E-265B-4F2F-B329-7E2841BAD700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E6ECCA95-4ABC-41D4-B628-D1E7349F48BF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4DA6F2-7FCB-4BB4-961C-F696C91E193B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7E613840-4648-433C-85D7-3A00C2BF09D3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D83F9324-5778-4401-84D5-455BD27C952D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A85E325B-8CF5-4799-890D-E4D823850620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06E2F4B9-5FFD-4ECF-8782-030783E71481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1C1440B4-D15F-4AD0-B6DE-43A49829E038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CD1C4673-76CF-4D5D-9A44-5BB7E60FC10A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29715-9572-4386-87E8-59435C63761C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071B70C3-A59E-4370-B906-7502FD0CF531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648F9915-DD38-40EE-AC38-2DDF835081E3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DCEB7EBB-A47F-4922-9BF0-E684AC6F4B77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7AE2EA5B-16FA-4421-93F6-14FC632D4EC3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E91F1202-C850-418B-A1B8-168F120C4DAE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947DAF2D-AC2E-4DB4-85AE-8E10C68CFF53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47ABE-E0BE-4D15-86A3-8A4AD2249061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85BF9FE9-166B-42EB-8950-66BAF88C8266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F2E13449-95AE-4B27-9B0E-249E3B2D8DBA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F9963D1B-9722-4FE8-A1BC-93BFB85FDE6C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8753ABF0-CBAF-4AAF-B507-12EC3DFF5CA1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CC755379-11F0-4BC3-BDB9-72DA1C0CB8B8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D9CD46C2-1EE9-4B69-B6F5-0DCA618F438E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0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216FF-8B2D-45F4-87A6-DC62784143A3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3D213718-BB97-4182-9EE5-68229EF9D3FB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2EF641AE-87D8-4F62-A929-CC429EFA75C8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48E43FCD-1404-47B2-AE65-BCA691BC8072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0BF6350D-E53A-4B9D-87D8-CC0BE81D47CF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BDE02CFB-BE62-4AA4-AFAB-F5584B7E99DA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5A4BF43E-9315-4FA4-8F06-D5FF703F4867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C66447-534C-4A79-976A-E5BF5C91B146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8C8E8730-3F0F-4424-9DD4-169A6CC94768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52F864B9-8B43-4DA5-8787-3FF4C971286F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619EE49E-0C95-4E26-901B-8610AB63AC3E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16765A29-3A20-4A2B-BF05-816A024BBAAA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09044311-930A-4381-998E-C8730CD9C739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5F78699E-11F0-4784-8B19-1207CBD1C1A6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3915A-F75B-42D1-8B79-909C5530BA98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ED8627D9-660D-468C-9591-230EEC72D952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A92F0204-F552-463D-9E90-4C8AE39022D3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AE04B5C6-C95A-4091-A5F3-8B28A534285C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986A8B28-6D9C-47AA-B335-BC7291375093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F128A6FD-A5FC-4696-8C86-193C76A5FCDB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C4132ACC-2159-48FA-8EFA-B52D4C5180B8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drawing1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B3C1F3-C22C-4CA9-AA49-B9B1612706DB}">
      <dsp:nvSpPr>
        <dsp:cNvPr id="0" name=""/>
        <dsp:cNvSpPr/>
      </dsp:nvSpPr>
      <dsp:spPr>
        <a:xfrm>
          <a:off x="4177109" y="2351273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  <a:sp3d extrusionH="28000" prstMaterial="matte"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4441560" y="2615724"/>
        <a:ext cx="1276879" cy="1276879"/>
      </dsp:txXfrm>
    </dsp:sp>
    <dsp:sp modelId="{7F6EA65F-F407-4A25-A15A-2952DA1DF794}">
      <dsp:nvSpPr>
        <dsp:cNvPr id="0" name=""/>
        <dsp:cNvSpPr/>
      </dsp:nvSpPr>
      <dsp:spPr>
        <a:xfrm rot="16200000">
          <a:off x="4808562" y="2063839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2735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428" y="2066264"/>
        <a:ext cx="27143" cy="27143"/>
      </dsp:txXfrm>
    </dsp:sp>
    <dsp:sp modelId="{C8D1B972-BDC9-445E-B66D-EE1B788252CA}">
      <dsp:nvSpPr>
        <dsp:cNvPr id="0" name=""/>
        <dsp:cNvSpPr/>
      </dsp:nvSpPr>
      <dsp:spPr>
        <a:xfrm>
          <a:off x="4177109" y="2617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</a:t>
          </a:r>
        </a:p>
      </dsp:txBody>
      <dsp:txXfrm>
        <a:off x="4441560" y="267068"/>
        <a:ext cx="1276879" cy="1276879"/>
      </dsp:txXfrm>
    </dsp:sp>
    <dsp:sp modelId="{9E465516-E02C-4E2A-A6FF-834B2F1B2B4E}">
      <dsp:nvSpPr>
        <dsp:cNvPr id="0" name=""/>
        <dsp:cNvSpPr/>
      </dsp:nvSpPr>
      <dsp:spPr>
        <a:xfrm rot="1800000">
          <a:off x="5825560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2735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3425" y="3827756"/>
        <a:ext cx="27143" cy="27143"/>
      </dsp:txXfrm>
    </dsp:sp>
    <dsp:sp modelId="{03E0A5EE-8FD9-4DB3-9891-1608EEA867BD}">
      <dsp:nvSpPr>
        <dsp:cNvPr id="0" name=""/>
        <dsp:cNvSpPr/>
      </dsp:nvSpPr>
      <dsp:spPr>
        <a:xfrm>
          <a:off x="6211104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6475555" y="3790052"/>
        <a:ext cx="1276879" cy="1276879"/>
      </dsp:txXfrm>
    </dsp:sp>
    <dsp:sp modelId="{5180790F-FC74-4B88-A353-CB882D200F43}">
      <dsp:nvSpPr>
        <dsp:cNvPr id="0" name=""/>
        <dsp:cNvSpPr/>
      </dsp:nvSpPr>
      <dsp:spPr>
        <a:xfrm rot="9000000">
          <a:off x="3791564" y="3825331"/>
          <a:ext cx="542874" cy="31992"/>
        </a:xfrm>
        <a:custGeom>
          <a:avLst/>
          <a:gdLst/>
          <a:ahLst/>
          <a:cxnLst/>
          <a:rect l="0" t="0" r="0" b="0"/>
          <a:pathLst>
            <a:path>
              <a:moveTo>
                <a:pt x="0" y="15996"/>
              </a:moveTo>
              <a:lnTo>
                <a:pt x="542874" y="159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2735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049430" y="3827756"/>
        <a:ext cx="27143" cy="27143"/>
      </dsp:txXfrm>
    </dsp:sp>
    <dsp:sp modelId="{A1D34971-8199-463C-A286-0EAD156E912C}">
      <dsp:nvSpPr>
        <dsp:cNvPr id="0" name=""/>
        <dsp:cNvSpPr/>
      </dsp:nvSpPr>
      <dsp:spPr>
        <a:xfrm>
          <a:off x="2143113" y="3525601"/>
          <a:ext cx="1805781" cy="18057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Delta</a:t>
          </a:r>
        </a:p>
      </dsp:txBody>
      <dsp:txXfrm>
        <a:off x="2407564" y="3790052"/>
        <a:ext cx="1276879" cy="1276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9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4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5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6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7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8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9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10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1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1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97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8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10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8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9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10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11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12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BA34-F38F-8062-BE1D-C294CE39B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C562A-E546-163E-42FB-DB19739C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06A2F-47C0-D31D-64E8-0ADC066D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C8496-F8A4-4208-2472-EB70282A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866E8-1166-411B-DFD4-EFF66A17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E136D-2673-39F2-10E8-7A66CE81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BE601-3266-9F35-E0FC-F4E500DFA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29A50-82E5-E92E-61E2-A40E0251F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DFC2-EAA1-B110-7A1A-3DE7846C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BEEB0-AAC4-206A-BF05-FA18D25B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8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F3409-5710-69A2-A1C7-C90F9CD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57AFA-71BF-5CFF-6EE4-DC7C03D72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08962-DFF0-7CC4-E8F3-51E7094B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351FA-BC76-C9DA-637E-018AFB24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C05DC-84D8-0E75-1640-698F36B3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8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8626-C2E5-32C0-C99B-61DB6B6E1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8B06-1590-164C-A0F6-1F5EDC1B9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BADEF-AD44-6F12-DAA8-58F5B6B84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9F3ED-DF2A-2E23-2AE2-8D37A655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049AC-4D94-5C60-41FD-D58776E1D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55EE6-CFF2-54AE-B029-EE8B5030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26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E356-3B88-7A4C-211A-17628195B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13338-E55A-C124-8CA7-4BB7D7760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44CFD-0F1C-A7FC-C28C-B34188FDA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901E7E-04BE-7C2C-9D42-3E4A23775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4C98D-1267-8A8A-BCE0-20530DA89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FAA08-7A45-13F1-B3E6-CBC4F9B16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F8CB9-E3C8-8FAB-9B1D-287A7369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1DEBA-ED45-3933-FCA8-4AA0D6F4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1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849E-5253-D555-B212-A549C317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7ECD4-99D7-259C-0B27-AB20C52D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8923E-9ACD-6631-E0FB-CCBC87AF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2A446-E1E7-F1A8-B910-372A2C28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47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6E2F6-266C-205B-785A-23297F80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5C79A-6862-CB48-4852-CFE2A112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1B88D-F42A-CCF4-B77C-B8436AF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35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E505-FA05-2F69-82BA-32A8560F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290A-0468-5207-767E-01552AEE2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DBCAA-86D5-1DB7-565F-E71EF6809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E416C-77A1-2984-3055-CBFF52F09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7CD9E-3550-7CB4-B9CE-B0DCA800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36F0A-569D-BC4B-8911-AD1C165E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2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B6A2-50CC-626B-7048-7DE368E7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134CF-09E4-BD11-066F-735C3BEF6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EC779-E4F2-9FEF-28D3-05B5C01F0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11D1A-70D7-B815-DB57-B4973767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774BB-65F9-1102-5F83-733E1AF4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A6F16-30EE-3DA2-8488-9CE74AD0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9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CBB-CAA5-55ED-E220-1C22A533A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B2AA3-D78F-1CDB-941E-1A4319C16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C3360-C7AA-F2DC-A65F-4A861B4C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21907-A260-B5F2-D5CA-57D74578D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4FBF6-A510-E44E-0939-4C711A45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5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4315E8-2CD2-4E2B-2F1E-E27ACB388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3607A-865B-C5DD-2E06-78D848BDC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69D84-D841-0C9E-7C08-E76587689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030D-8A3B-20C1-9C5D-1BE40611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01DFF-1CBD-F4F3-EE56-40794E54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7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FB7473-2300-D915-9DF4-DE317EA9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84EB0-02B3-F595-DABD-E386CFD54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F220-6DB0-A266-3C9D-7280B3339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05DA7-6B40-4629-AF56-1B3264A92DAE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54EDF-F4D3-1848-649D-438B7951A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B2592-CCAE-B291-5E4F-A988A813E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5DBEB-FAFF-45CF-92EF-B8016BF2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0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4.xml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4.xml"/><Relationship Id="rId5" Type="http://schemas.openxmlformats.org/officeDocument/2006/relationships/diagramColors" Target="../diagrams/colors74.xml"/><Relationship Id="rId4" Type="http://schemas.openxmlformats.org/officeDocument/2006/relationships/diagramQuickStyle" Target="../diagrams/quickStyle7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0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0.xml"/><Relationship Id="rId5" Type="http://schemas.openxmlformats.org/officeDocument/2006/relationships/diagramColors" Target="../diagrams/colors80.xml"/><Relationship Id="rId4" Type="http://schemas.openxmlformats.org/officeDocument/2006/relationships/diagramQuickStyle" Target="../diagrams/quickStyle8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1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1.xml"/><Relationship Id="rId5" Type="http://schemas.openxmlformats.org/officeDocument/2006/relationships/diagramColors" Target="../diagrams/colors81.xml"/><Relationship Id="rId4" Type="http://schemas.openxmlformats.org/officeDocument/2006/relationships/diagramQuickStyle" Target="../diagrams/quickStyle8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4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4.xml"/><Relationship Id="rId5" Type="http://schemas.openxmlformats.org/officeDocument/2006/relationships/diagramColors" Target="../diagrams/colors84.xml"/><Relationship Id="rId4" Type="http://schemas.openxmlformats.org/officeDocument/2006/relationships/diagramQuickStyle" Target="../diagrams/quickStyle8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5.xml"/><Relationship Id="rId2" Type="http://schemas.openxmlformats.org/officeDocument/2006/relationships/diagramData" Target="../diagrams/data8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5.xml"/><Relationship Id="rId5" Type="http://schemas.openxmlformats.org/officeDocument/2006/relationships/diagramColors" Target="../diagrams/colors85.xml"/><Relationship Id="rId4" Type="http://schemas.openxmlformats.org/officeDocument/2006/relationships/diagramQuickStyle" Target="../diagrams/quickStyle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6.xml"/><Relationship Id="rId2" Type="http://schemas.openxmlformats.org/officeDocument/2006/relationships/diagramData" Target="../diagrams/data8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6.xml"/><Relationship Id="rId5" Type="http://schemas.openxmlformats.org/officeDocument/2006/relationships/diagramColors" Target="../diagrams/colors86.xml"/><Relationship Id="rId4" Type="http://schemas.openxmlformats.org/officeDocument/2006/relationships/diagramQuickStyle" Target="../diagrams/quickStyle8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7.xml"/><Relationship Id="rId2" Type="http://schemas.openxmlformats.org/officeDocument/2006/relationships/diagramData" Target="../diagrams/data8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7.xml"/><Relationship Id="rId5" Type="http://schemas.openxmlformats.org/officeDocument/2006/relationships/diagramColors" Target="../diagrams/colors87.xml"/><Relationship Id="rId4" Type="http://schemas.openxmlformats.org/officeDocument/2006/relationships/diagramQuickStyle" Target="../diagrams/quickStyle8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8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8.xml"/><Relationship Id="rId5" Type="http://schemas.openxmlformats.org/officeDocument/2006/relationships/diagramColors" Target="../diagrams/colors88.xml"/><Relationship Id="rId4" Type="http://schemas.openxmlformats.org/officeDocument/2006/relationships/diagramQuickStyle" Target="../diagrams/quickStyle8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9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9.xml"/><Relationship Id="rId5" Type="http://schemas.openxmlformats.org/officeDocument/2006/relationships/diagramColors" Target="../diagrams/colors89.xml"/><Relationship Id="rId4" Type="http://schemas.openxmlformats.org/officeDocument/2006/relationships/diagramQuickStyle" Target="../diagrams/quickStyle8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0.xml"/><Relationship Id="rId2" Type="http://schemas.openxmlformats.org/officeDocument/2006/relationships/diagramData" Target="../diagrams/data9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0.xml"/><Relationship Id="rId5" Type="http://schemas.openxmlformats.org/officeDocument/2006/relationships/diagramColors" Target="../diagrams/colors90.xml"/><Relationship Id="rId4" Type="http://schemas.openxmlformats.org/officeDocument/2006/relationships/diagramQuickStyle" Target="../diagrams/quickStyle9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1.xml"/><Relationship Id="rId2" Type="http://schemas.openxmlformats.org/officeDocument/2006/relationships/diagramData" Target="../diagrams/data9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1.xml"/><Relationship Id="rId5" Type="http://schemas.openxmlformats.org/officeDocument/2006/relationships/diagramColors" Target="../diagrams/colors91.xml"/><Relationship Id="rId4" Type="http://schemas.openxmlformats.org/officeDocument/2006/relationships/diagramQuickStyle" Target="../diagrams/quickStyle9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2.xml"/><Relationship Id="rId2" Type="http://schemas.openxmlformats.org/officeDocument/2006/relationships/diagramData" Target="../diagrams/data9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2.xml"/><Relationship Id="rId5" Type="http://schemas.openxmlformats.org/officeDocument/2006/relationships/diagramColors" Target="../diagrams/colors92.xml"/><Relationship Id="rId4" Type="http://schemas.openxmlformats.org/officeDocument/2006/relationships/diagramQuickStyle" Target="../diagrams/quickStyle9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3.xml"/><Relationship Id="rId2" Type="http://schemas.openxmlformats.org/officeDocument/2006/relationships/diagramData" Target="../diagrams/data9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3.xml"/><Relationship Id="rId5" Type="http://schemas.openxmlformats.org/officeDocument/2006/relationships/diagramColors" Target="../diagrams/colors93.xml"/><Relationship Id="rId4" Type="http://schemas.openxmlformats.org/officeDocument/2006/relationships/diagramQuickStyle" Target="../diagrams/quickStyle9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4.xml"/><Relationship Id="rId2" Type="http://schemas.openxmlformats.org/officeDocument/2006/relationships/diagramData" Target="../diagrams/data9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4.xml"/><Relationship Id="rId5" Type="http://schemas.openxmlformats.org/officeDocument/2006/relationships/diagramColors" Target="../diagrams/colors94.xml"/><Relationship Id="rId4" Type="http://schemas.openxmlformats.org/officeDocument/2006/relationships/diagramQuickStyle" Target="../diagrams/quickStyle9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5.xml"/><Relationship Id="rId2" Type="http://schemas.openxmlformats.org/officeDocument/2006/relationships/diagramData" Target="../diagrams/data9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5.xml"/><Relationship Id="rId5" Type="http://schemas.openxmlformats.org/officeDocument/2006/relationships/diagramColors" Target="../diagrams/colors95.xml"/><Relationship Id="rId4" Type="http://schemas.openxmlformats.org/officeDocument/2006/relationships/diagramQuickStyle" Target="../diagrams/quickStyle9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6.xml"/><Relationship Id="rId2" Type="http://schemas.openxmlformats.org/officeDocument/2006/relationships/diagramData" Target="../diagrams/data9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6.xml"/><Relationship Id="rId5" Type="http://schemas.openxmlformats.org/officeDocument/2006/relationships/diagramColors" Target="../diagrams/colors96.xml"/><Relationship Id="rId4" Type="http://schemas.openxmlformats.org/officeDocument/2006/relationships/diagramQuickStyle" Target="../diagrams/quickStyle9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7.xml"/><Relationship Id="rId2" Type="http://schemas.openxmlformats.org/officeDocument/2006/relationships/diagramData" Target="../diagrams/data9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7.xml"/><Relationship Id="rId5" Type="http://schemas.openxmlformats.org/officeDocument/2006/relationships/diagramColors" Target="../diagrams/colors97.xml"/><Relationship Id="rId4" Type="http://schemas.openxmlformats.org/officeDocument/2006/relationships/diagramQuickStyle" Target="../diagrams/quickStyle9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8.xml"/><Relationship Id="rId2" Type="http://schemas.openxmlformats.org/officeDocument/2006/relationships/diagramData" Target="../diagrams/data9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8.xml"/><Relationship Id="rId5" Type="http://schemas.openxmlformats.org/officeDocument/2006/relationships/diagramColors" Target="../diagrams/colors98.xml"/><Relationship Id="rId4" Type="http://schemas.openxmlformats.org/officeDocument/2006/relationships/diagramQuickStyle" Target="../diagrams/quickStyle98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9.xml"/><Relationship Id="rId2" Type="http://schemas.openxmlformats.org/officeDocument/2006/relationships/diagramData" Target="../diagrams/data9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9.xml"/><Relationship Id="rId5" Type="http://schemas.openxmlformats.org/officeDocument/2006/relationships/diagramColors" Target="../diagrams/colors99.xml"/><Relationship Id="rId4" Type="http://schemas.openxmlformats.org/officeDocument/2006/relationships/diagramQuickStyle" Target="../diagrams/quickStyle9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0.xml"/><Relationship Id="rId2" Type="http://schemas.openxmlformats.org/officeDocument/2006/relationships/diagramData" Target="../diagrams/data10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0.xml"/><Relationship Id="rId5" Type="http://schemas.openxmlformats.org/officeDocument/2006/relationships/diagramColors" Target="../diagrams/colors100.xml"/><Relationship Id="rId4" Type="http://schemas.openxmlformats.org/officeDocument/2006/relationships/diagramQuickStyle" Target="../diagrams/quickStyle10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1.xml"/><Relationship Id="rId2" Type="http://schemas.openxmlformats.org/officeDocument/2006/relationships/diagramData" Target="../diagrams/data10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1.xml"/><Relationship Id="rId5" Type="http://schemas.openxmlformats.org/officeDocument/2006/relationships/diagramColors" Target="../diagrams/colors101.xml"/><Relationship Id="rId4" Type="http://schemas.openxmlformats.org/officeDocument/2006/relationships/diagramQuickStyle" Target="../diagrams/quickStyle10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2.xml"/><Relationship Id="rId2" Type="http://schemas.openxmlformats.org/officeDocument/2006/relationships/diagramData" Target="../diagrams/data10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2.xml"/><Relationship Id="rId5" Type="http://schemas.openxmlformats.org/officeDocument/2006/relationships/diagramColors" Target="../diagrams/colors102.xml"/><Relationship Id="rId4" Type="http://schemas.openxmlformats.org/officeDocument/2006/relationships/diagramQuickStyle" Target="../diagrams/quickStyle10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3.xml"/><Relationship Id="rId2" Type="http://schemas.openxmlformats.org/officeDocument/2006/relationships/diagramData" Target="../diagrams/data10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3.xml"/><Relationship Id="rId5" Type="http://schemas.openxmlformats.org/officeDocument/2006/relationships/diagramColors" Target="../diagrams/colors103.xml"/><Relationship Id="rId4" Type="http://schemas.openxmlformats.org/officeDocument/2006/relationships/diagramQuickStyle" Target="../diagrams/quickStyle10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4.xml"/><Relationship Id="rId2" Type="http://schemas.openxmlformats.org/officeDocument/2006/relationships/diagramData" Target="../diagrams/data10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4.xml"/><Relationship Id="rId5" Type="http://schemas.openxmlformats.org/officeDocument/2006/relationships/diagramColors" Target="../diagrams/colors104.xml"/><Relationship Id="rId4" Type="http://schemas.openxmlformats.org/officeDocument/2006/relationships/diagramQuickStyle" Target="../diagrams/quickStyle10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5.xml"/><Relationship Id="rId2" Type="http://schemas.openxmlformats.org/officeDocument/2006/relationships/diagramData" Target="../diagrams/data10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5.xml"/><Relationship Id="rId5" Type="http://schemas.openxmlformats.org/officeDocument/2006/relationships/diagramColors" Target="../diagrams/colors105.xml"/><Relationship Id="rId4" Type="http://schemas.openxmlformats.org/officeDocument/2006/relationships/diagramQuickStyle" Target="../diagrams/quickStyle10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6.xml"/><Relationship Id="rId2" Type="http://schemas.openxmlformats.org/officeDocument/2006/relationships/diagramData" Target="../diagrams/data10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6.xml"/><Relationship Id="rId5" Type="http://schemas.openxmlformats.org/officeDocument/2006/relationships/diagramColors" Target="../diagrams/colors106.xml"/><Relationship Id="rId4" Type="http://schemas.openxmlformats.org/officeDocument/2006/relationships/diagramQuickStyle" Target="../diagrams/quickStyle10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7.xml"/><Relationship Id="rId2" Type="http://schemas.openxmlformats.org/officeDocument/2006/relationships/diagramData" Target="../diagrams/data10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7.xml"/><Relationship Id="rId5" Type="http://schemas.openxmlformats.org/officeDocument/2006/relationships/diagramColors" Target="../diagrams/colors107.xml"/><Relationship Id="rId4" Type="http://schemas.openxmlformats.org/officeDocument/2006/relationships/diagramQuickStyle" Target="../diagrams/quickStyle10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8.xml"/><Relationship Id="rId2" Type="http://schemas.openxmlformats.org/officeDocument/2006/relationships/diagramData" Target="../diagrams/data10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8.xml"/><Relationship Id="rId5" Type="http://schemas.openxmlformats.org/officeDocument/2006/relationships/diagramColors" Target="../diagrams/colors108.xml"/><Relationship Id="rId4" Type="http://schemas.openxmlformats.org/officeDocument/2006/relationships/diagramQuickStyle" Target="../diagrams/quickStyle108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9.xml"/><Relationship Id="rId2" Type="http://schemas.openxmlformats.org/officeDocument/2006/relationships/diagramData" Target="../diagrams/data10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9.xml"/><Relationship Id="rId5" Type="http://schemas.openxmlformats.org/officeDocument/2006/relationships/diagramColors" Target="../diagrams/colors109.xml"/><Relationship Id="rId4" Type="http://schemas.openxmlformats.org/officeDocument/2006/relationships/diagramQuickStyle" Target="../diagrams/quickStyle10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0.xml"/><Relationship Id="rId2" Type="http://schemas.openxmlformats.org/officeDocument/2006/relationships/diagramData" Target="../diagrams/data1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0.xml"/><Relationship Id="rId5" Type="http://schemas.openxmlformats.org/officeDocument/2006/relationships/diagramColors" Target="../diagrams/colors110.xml"/><Relationship Id="rId4" Type="http://schemas.openxmlformats.org/officeDocument/2006/relationships/diagramQuickStyle" Target="../diagrams/quickStyle11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1.xml"/><Relationship Id="rId2" Type="http://schemas.openxmlformats.org/officeDocument/2006/relationships/diagramData" Target="../diagrams/data1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1.xml"/><Relationship Id="rId5" Type="http://schemas.openxmlformats.org/officeDocument/2006/relationships/diagramColors" Target="../diagrams/colors111.xml"/><Relationship Id="rId4" Type="http://schemas.openxmlformats.org/officeDocument/2006/relationships/diagramQuickStyle" Target="../diagrams/quickStyle11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2.xml"/><Relationship Id="rId2" Type="http://schemas.openxmlformats.org/officeDocument/2006/relationships/diagramData" Target="../diagrams/data1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2.xml"/><Relationship Id="rId5" Type="http://schemas.openxmlformats.org/officeDocument/2006/relationships/diagramColors" Target="../diagrams/colors112.xml"/><Relationship Id="rId4" Type="http://schemas.openxmlformats.org/officeDocument/2006/relationships/diagramQuickStyle" Target="../diagrams/quickStyle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8687EAA-6116-89B7-20DB-540D22741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686807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572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F79F677-AFFF-2C65-DE4D-F5145A554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3366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387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908419E-3E0B-0694-FB37-2F52041FC4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065834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4560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AD9B7CF-EB12-A3B6-E5D5-A28B87D4C2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01078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605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72B0144-56A4-AEDF-C62C-708CD791C3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2074380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1222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D0DE580-7F4C-9969-641B-41B1793FA2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4331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570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484DCFC-87D0-D343-BAB4-F73B84DE7D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76748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8960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B0A9FF4-615F-0FEA-369B-11DF9AD837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840380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431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5B0BB58-F2AB-FCDA-9DB9-55D987F743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370921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465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72655D4-FED8-D083-E23B-A01322D671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9382090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554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5F23CD1-DC98-1A33-335B-A878033052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219260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7459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1318A8B-EEE1-DAC0-805E-788B409C76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414365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0229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C2AF8BB-3FF9-0C7D-DBD3-D8DD3AAD27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144370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8570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E0E90D0-C136-7A24-D761-2B44111EC5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515823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7155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0C972DB-41C7-0C44-AA22-0C3B71E911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947677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8430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9B3FE4D-B9B8-80FE-4148-6540E36383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14598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4447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2FDF573-011D-8556-B305-EF79951522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895407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8560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5C6A9AE-0E05-7BDB-77DE-031DA0E945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245434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6326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FE75243-78D4-8E78-1153-5853103E4E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11821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2158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66B8622-7616-1664-AC07-FE4DC17CF4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568077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675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5125161-9C26-42EA-10DA-4F932EB9C7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95321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040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ED90E62-1BA0-FCDA-EFC9-AAC8726662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85634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5283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BDB8697-11C2-8108-A65E-63C73FB804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5871454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8669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A868095-4611-D059-5718-33617DB7B6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92307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7374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67CF503-3735-8EFC-A6E0-0D9B868065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209235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698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680FA34-AEA8-3F25-AACA-226CC7C5F6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51992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0846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D3C118E-0975-FC9A-6E11-E7B6AF2FFE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767833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6657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ECA3FA8-5760-E00D-5DFE-CA1DC79DA6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8517260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5260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62A23A0-9457-420E-4B59-54691148C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46884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0866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C3EAF82-9F8D-A74F-6451-FC9AA89C8B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70610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091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1ED15B2-E447-76CE-6786-4E02AEFB94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639595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5736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1E71ACB-D0F3-4909-1B03-CFB91BB8C6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161249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3635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F643B78-642A-6199-7F2F-44AAF61E33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605184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6652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E05FF56-8F0F-2153-5FBB-D76CC1FC3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437067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562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2517227-6FD8-A01D-0A7E-DD208E0BA8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481956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05643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4C0BF02-6B3B-FA6E-7229-0BF8B14A3B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001816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83384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36A5FDD-8BE8-D090-12EF-15193BBF68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3577509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89782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504C31A-420E-8B80-01AA-44C56DC7F4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69452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3698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0CEB70C-9D12-9610-1CFB-D06A2F3506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2748589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6032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B71A083-0F4F-0164-4FFD-0715492DD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635619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0649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76B1B5A-3DC3-B781-ADDA-2AB6AF19D1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4024530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2763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67EE01E-7EB8-65C7-0508-A4EB8AFC14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061912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05096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6D8ACF8-A34F-6334-47B2-A0EA865B4E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430222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43210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F5F883A-F138-5F00-FAE1-58F494E500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751983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5531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260B8F3-1E68-9085-A79E-64154E807C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405547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14845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E56CB10-200B-C1FB-ECD9-EA87FD5798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7906459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81728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608BA79-8025-F308-A64A-716E6FB8A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156772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99019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E03CD4D-89B0-41A0-371C-671B41B60A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36525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2501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EC92E03-BAC3-9A98-9E89-C32137FEC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952797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25211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BADD25D-A338-5610-32F1-ECACC4E357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240049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2031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5F126FD-AF5F-C1DC-C70E-C6A88068EA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236300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26527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15830AB-A3C5-66FB-0371-36E3DD7AA1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4906769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7438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E21DDEF-EF25-B80E-8BD4-00A93B704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5292129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33374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0EDB2E2-712B-0A60-B649-AA3C3CA489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085609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70898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5041C60-391A-E7F7-4AA7-8610EEE80A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44304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41434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89E5466-A59F-7BF7-8E74-7FA8F160AA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43993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9231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88C40EF-3F31-6AEC-1F67-65A10F01AB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467703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3464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4F87645-E626-E3F1-44F9-AD0DF6C5F8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911967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12191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84A092F-F4CD-6EED-9AE1-D20D3352B5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636450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16244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730D32C-328B-E258-2EEE-6686B7DD3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62614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42916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8135E7D-051F-252B-11B9-21E37A1672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4525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83566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0E202CF-E1C7-676D-2D23-040A87D111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002977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60268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903DF0C-9C55-54A8-2644-B3B34A0B77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190476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91884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453AA22-C4A2-D047-74FC-765F1C372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06377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12907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5CA02CA-9B4D-6D61-D9A1-48DE8F1A7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61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36033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E9D52F7-69A1-6334-544C-2A62F37BC8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951646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67344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4EA5424-D39B-C7DA-4F20-FDFA7DC01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83991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79895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C6080AE-C525-CA45-693C-3E819D06E7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99226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73472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A9B1F1B-8511-7AE5-3CD0-B38BFA7D97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317710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28615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EA19C51-BFB3-77E6-C452-695F79A74A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404199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51735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B42846C-33DF-DFE6-0893-40D2B29BB9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49490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35630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60173C4-E058-7928-AF73-CCDB302659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7875349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06928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A4C973E-85DB-8971-5F7D-9679F730F0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522528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0093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5CFF41E-B6B4-592B-65F5-B6F616733A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490901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04842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465742C-9B34-02DD-FA51-71A37BA4B8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373876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28859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D9BEE59-2196-4D41-38E2-3275ABAED5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40621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34216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884E6D1-9A66-3E1C-E1A4-20ED85CEE9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257077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80180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3E6A422-2A44-F51D-0371-46B05F13E0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82254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33463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88ABE01-8F03-9576-1D7B-FDD230F08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01330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45124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9608CCD-0DED-B8F5-71F2-C37FD03470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32887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47863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D2A315D-7DDC-48E2-85E7-510076E0D5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71425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59182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FBD0B08-406F-6E65-3413-EC05335893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94231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33966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8DFE90A-DA75-27AD-44DA-194CAC9B5E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979916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93598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3570F42-F11B-1CE9-762B-6D3DCAE975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181846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7276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BA341C1-7413-B7DF-40BE-B7097F359A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58612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30365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DB9CEC1-4A0A-C829-A4A4-16312803C4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515404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7105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3F0694C-033A-DBA9-B830-5EA5B72610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481370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61292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EA1792B-0F17-441E-6C8C-5251A4E616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359807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06835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75B5AFB-A506-CE26-A6EE-F0294E977B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974146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16412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805BAC-32D3-1F3D-6F64-5B57A48E84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748779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66179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FEB1133-20C9-0D70-3D9F-E9604E4C7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749364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1091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BF71120-40EE-2744-FF85-004E4F93B0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13733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767026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A12D4A6-8055-784B-239C-7AF8C9C6C3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5910940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4229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6DC90B3-67D5-0C1C-3B94-E67D68DDF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788209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75492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940B1D1-C976-293D-1967-AA699A9928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435644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483034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0B15F27-48C8-B3A1-9C20-736664F571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402990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24856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A2F177B-43C3-76DC-D60A-F8CDE6C34E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5958453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238440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88A5A15-46C1-8D81-0BB3-C19A0C7216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026889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28476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D5BD5EF-B6C4-D44F-5507-D1091AD5C8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6464751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48943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32674AE-525E-6B04-0F72-0E7B50E864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649759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60412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8AB40E5-3165-39E9-4550-72DEB8ABF3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424673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3503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9605950-1D5B-E683-43DE-13F3B9004B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11328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496964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3DBABE5-893F-0AB7-CCE8-3AB3DC2321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28645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681995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2A3B33E-1665-6236-9A6F-6A03716B23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7985124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328395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91F28B9-7E62-FDA7-0F97-90983DE4AF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879584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699207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EBB525F-9373-BB32-8D20-7AB3F1183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37496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686622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12BB6F7-62C2-F156-0DFA-BE948DB1EA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913610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155498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D8E9CE2-51F6-B9F6-F9FF-917E667735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1108638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59929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4989675-8401-35AC-C355-B1EBCDF5DE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7903477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22951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564B7D-BE95-BE01-9AF2-F22E4CFF49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075935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641761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6BA65F9-31FA-715D-EBBE-5B89CC0D90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687286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648388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6A99F8A-FCDB-A450-CC92-C3ADE70FC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060242"/>
              </p:ext>
            </p:extLst>
          </p:nvPr>
        </p:nvGraphicFramePr>
        <p:xfrm>
          <a:off x="1016000" y="762000"/>
          <a:ext cx="10160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963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Custom</PresentationFormat>
  <Paragraphs>448</Paragraphs>
  <Slides>112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2026-09-23T19:41:48Z</dcterms:created>
  <dcterms:modified xsi:type="dcterms:W3CDTF">2026-09-23T19:41:58Z</dcterms:modified>
</cp:coreProperties>
</file>