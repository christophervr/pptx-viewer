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pdf" ContentType="application/pdf"/>
  <Default Extension="png" ContentType="image/png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oleObject" Target="../embeddings/oleObject1.pdf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Report"/>
          <p:cNvGraphicFramePr/>
          <p:nvPr/>
        </p:nvGraphicFramePr>
        <p:xfrm>
          <a:off x="571500" y="571500"/>
          <a:ext cx="3048000" cy="1905000"/>
        </p:xfrm>
        <a:graphic>
          <a:graphicData uri="http://schemas.openxmlformats.org/presentationml/2006/ole">
            <p:oleObj progId="AcroExch.Document.11" name="Report" showAsIcon="0" r:id="rId2" imgW="3048000" imgH="1905000">
              <p:embed/>
              <p:pic>
                <p:nvPicPr>
                  <p:cNvPr id="0" name="Picture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571500" y="571500"/>
                    <a:ext cx="3048000" cy="19050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OLE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