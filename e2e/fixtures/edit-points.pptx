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P Star"/>
          <p:cNvSpPr/>
          <p:nvPr/>
        </p:nvSpPr>
        <p:spPr>
          <a:xfrm>
            <a:off x="762000" y="1143000"/>
            <a:ext cx="2286000" cy="2095500"/>
          </a:xfrm>
          <a:prstGeom prst="star5">
            <a:avLst/>
          </a:prstGeom>
          <a:solidFill>
            <a:srgbClr val="DDEBF7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EP Star</a:t>
            </a:r>
          </a:p>
        </p:txBody>
      </p:sp>
      <p:sp>
        <p:nvSpPr>
          <p:cNvPr id="3" name="EP Locked"/>
          <p:cNvSpPr>
            <a:spLocks noEditPoints="1"/>
          </p:cNvSpPr>
          <p:nvPr/>
        </p:nvSpPr>
        <p:spPr>
          <a:xfrm>
            <a:off x="762000" y="4000500"/>
            <a:ext cx="2286000" cy="1143000"/>
          </a:xfrm>
          <a:prstGeom prst="rect">
            <a:avLst/>
          </a:prstGeom>
          <a:solidFill>
            <a:srgbClr val="F8CBAD"/>
          </a:solidFill>
          <a:ln w="12700">
            <a:solidFill>
              <a:srgbClr val="1F3864"/>
            </a:solidFill>
          </a:ln>
        </p:spPr>
        <p:txBody>
          <a:bodyPr/>
          <a:lstStyle/>
          <a:p>
            <a:pPr algn="ctr"/>
            <a:r>
              <a:rPr lang="en-US" sz="1400"/>
              <a:t>EP Locked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