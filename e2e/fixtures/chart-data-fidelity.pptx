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ubbleChart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Alpha Y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x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8</c:v>
                </c:pt>
              </c:numCache>
            </c:numRef>
          </c:yVal>
          <c:bubbleSize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9</c:v>
                </c:pt>
                <c:pt idx="2">
                  <c:v>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AEA2-48ED-A484-A1104AEB1B51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Beta Y</c:v>
                </c:pt>
              </c:strCache>
            </c:strRef>
          </c:tx>
          <c:spPr>
            <a:solidFill>
              <a:schemeClr val="accent2"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Sheet1!$E$2:$E$4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yVal>
          <c:bubbleSize>
            <c:numRef>
              <c:f>Sheet1!$F$2:$F$4</c:f>
              <c:numCache>
                <c:formatCode>General</c:formatCode>
                <c:ptCount val="3"/>
                <c:pt idx="0">
                  <c:v>7</c:v>
                </c:pt>
                <c:pt idx="1">
                  <c:v>3</c:v>
                </c:pt>
                <c:pt idx="2">
                  <c:v>12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3-AEA2-48ED-A484-A1104AEB1B51}"/>
            </c:ext>
          </c:extLst>
        </c:ser>
        <c:ser>
          <c:idx val="2"/>
          <c:order val="2"/>
          <c:tx>
            <c:strRef>
              <c:f>Sheet1!$G$1</c:f>
              <c:strCache>
                <c:ptCount val="1"/>
                <c:pt idx="0">
                  <c:v>Gamma Y</c:v>
                </c:pt>
              </c:strCache>
            </c:strRef>
          </c:tx>
          <c:spPr>
            <a:solidFill>
              <a:schemeClr val="accent3">
                <a:alpha val="75000"/>
              </a:schemeClr>
            </a:solidFill>
            <a:ln w="25400">
              <a:noFill/>
            </a:ln>
            <a:effectLst/>
          </c:spPr>
          <c:invertIfNegative val="0"/>
          <c:x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Sheet1!$G$2:$G$4</c:f>
              <c:numCache>
                <c:formatCode>General</c:formatCode>
                <c:ptCount val="3"/>
                <c:pt idx="0">
                  <c:v>30</c:v>
                </c:pt>
                <c:pt idx="1">
                  <c:v>26</c:v>
                </c:pt>
                <c:pt idx="2">
                  <c:v>34</c:v>
                </c:pt>
              </c:numCache>
            </c:numRef>
          </c:yVal>
          <c:bubbleSize>
            <c:numRef>
              <c:f>Sheet1!$H$2:$H$4</c:f>
              <c:numCache>
                <c:formatCode>General</c:formatCode>
                <c:ptCount val="3"/>
                <c:pt idx="0">
                  <c:v>2</c:v>
                </c:pt>
                <c:pt idx="1">
                  <c:v>8</c:v>
                </c:pt>
                <c:pt idx="2">
                  <c:v>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4-AEA2-48ED-A484-A1104AEB1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1995435263"/>
        <c:axId val="782399823"/>
      </c:bubbleChart>
      <c:valAx>
        <c:axId val="19954352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2399823"/>
        <c:crosses val="autoZero"/>
        <c:crossBetween val="midCat"/>
      </c:valAx>
      <c:valAx>
        <c:axId val="78239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54352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CA7-47DB-9BC8-25EE9C1078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Fall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7</c:v>
                </c:pt>
                <c:pt idx="2">
                  <c:v>5</c:v>
                </c:pt>
                <c:pt idx="3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CA7-47DB-9BC8-25EE9C1078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4423120"/>
        <c:axId val="2094210160"/>
      </c:scatterChart>
      <c:valAx>
        <c:axId val="104423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210160"/>
        <c:crosses val="autoZero"/>
        <c:crossBetween val="midCat"/>
      </c:valAx>
      <c:valAx>
        <c:axId val="20942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4231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3">
                  <c:v>East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7</c:v>
                </c:pt>
                <c:pt idx="3">
                  <c:v>31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0A-49D7-B702-B18587080C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6855391"/>
        <c:axId val="518080911"/>
      </c:barChart>
      <c:catAx>
        <c:axId val="1946855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8080911"/>
        <c:crosses val="autoZero"/>
        <c:auto val="1"/>
        <c:lblAlgn val="ctr"/>
        <c:lblOffset val="100"/>
        <c:noMultiLvlLbl val="0"/>
      </c:catAx>
      <c:valAx>
        <c:axId val="518080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855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2F1-4F77-BE80-2B425AA8490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2F1-4F77-BE80-2B425AA8490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2F1-4F77-BE80-2B425AA8490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2F1-4F77-BE80-2B425AA8490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Direct</c:v>
                </c:pt>
                <c:pt idx="1">
                  <c:v>Partner</c:v>
                </c:pt>
                <c:pt idx="2">
                  <c:v>Online</c:v>
                </c:pt>
                <c:pt idx="3">
                  <c:v>Retail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1A-42B0-83D9-C8460AD0B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B37D-3502-7451-6A36-57C3F1FE6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D9A08-1DD3-69FD-6980-758B67C92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26C32-D9E9-279A-82F4-1291DCD6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9A1E-BEAC-42C4-EAEC-7B6CCEC5D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E30BA-E6A1-CAAC-3DDA-7A85F0AA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62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70C6-2D4C-510A-C76E-4B82F580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CE9F8-C70D-B832-496B-BF79384C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CF0D8-F171-F50B-B269-61E3CB13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BE2C-1E67-4EF0-1BAE-FE67FE9E9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2D5E0-C994-7144-32F8-7D9CB047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5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6B5B-CB75-B978-CCE8-308C62F1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E94CB-7C2C-76CA-7ACB-E571DFC1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EF392-6D0F-8FEF-7F1F-A13494E9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A6059-AFA8-1F98-6C2E-F248B2C4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AB23-87E0-1323-15B1-BCDC6F9C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9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3DBD-BEB7-DD5B-9876-48110FF1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151E4-39A4-687B-02B5-12BE7CFC4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C67FD-8A66-46C8-BDA4-8C017AC6A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B1DD7-2908-8820-0AB1-13EE7AFE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D2C44-E4D6-340D-C12E-3D5F699A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4AB5F-3463-15BD-4F76-17BFB080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1F69-4077-DBA3-C910-F7673E6AD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F77D6-ECE8-01DA-3FB8-3C6C31806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0D71F-5AA5-9505-1C1C-A35707124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4716C-ACF0-ED58-4F5E-99F2FE409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6B745-0F21-1D21-8F3B-3E08573F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AFE99A-A4CF-C54D-7F7A-8ABC477D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62908-462E-18B8-C0FE-09C04456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8E960-4D1A-C436-B36B-D29468CD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2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DC71-2A52-CFF5-3529-703DC255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D990D-B3D6-D06A-B669-D91A6E3E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1EB14-1941-B690-D8A1-D37DF89E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B4B2F-8C89-8E01-7AD4-A4775AD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1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00627-1E03-8029-2E99-2F8F5D11B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79AD0B-0A70-603D-4FA5-D65BF12C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E5F72-4155-EDD8-AC4A-4DF49FB7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8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7B50-6008-2EDE-D50B-31ACDE2E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9FD4E-1945-A3B8-11B8-0C6E5C8CA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7EBF8-AFEB-3482-3216-E8B9552E9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5CA87-5280-57D3-7FB0-CD44D022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8535B-D52B-3436-6F65-EAF397D8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0DF19-A25C-E6B4-0333-BDB90471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42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5AB0-FDDA-676D-D1F9-FB629FF28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D0007-9A33-8E01-C182-57CD66596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5B4C0-B42B-8222-6B3C-61E41826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4141E-16BD-C9D1-CB05-4444DA9B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CCCBB-AD78-F0C2-2E25-56538060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47BB2-A15E-2F8B-BAF7-E322C048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7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31FF-2FBC-6C2A-AE52-7CDAA1FB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6C4C5-1453-565F-73DA-99BFD573A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CA691-2D18-3092-3914-D7B50D124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2DBD3-3210-1DEF-CAF5-7A83606E5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8F530-58FC-B47F-CA40-1F81D053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9A41A2-0823-5FB2-2C1A-F147CBDAC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BFE1F-428A-9C89-90FB-70F884869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5E7F-81C5-2AB2-8229-A9BBD55F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B3D3-1B97-4856-846F-2C82CBFE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A8D39-F690-ED7B-7696-7BF39683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7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BC6FC-C1FC-C26F-EBF5-35ACA461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4257B-A158-E56F-0385-DADF9C4C8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CFF31-ED69-DA53-A250-831041B24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F67F2-1ED0-4770-8C0A-5FC489F3ED8D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6DD1C-8F0D-D132-F711-A0A8E6D18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F850-DAC4-B07E-165D-630F38A0B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CE40B-8754-41E6-BB68-3624F9509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4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4157941-CD6E-7B95-8456-1FE84A0582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9881461"/>
              </p:ext>
            </p:extLst>
          </p:nvPr>
        </p:nvGraphicFramePr>
        <p:xfrm>
          <a:off x="508000" y="508000"/>
          <a:ext cx="7874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1881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FF00AD5-95EE-1AB6-A276-6B029840A2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343789"/>
              </p:ext>
            </p:extLst>
          </p:nvPr>
        </p:nvGraphicFramePr>
        <p:xfrm>
          <a:off x="508000" y="508000"/>
          <a:ext cx="7874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28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E6A90E8-49BD-00C2-5C58-8B812F69B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609393"/>
              </p:ext>
            </p:extLst>
          </p:nvPr>
        </p:nvGraphicFramePr>
        <p:xfrm>
          <a:off x="508000" y="508000"/>
          <a:ext cx="7874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638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A37E7DD-4E92-73A0-23B9-347894628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262571"/>
              </p:ext>
            </p:extLst>
          </p:nvPr>
        </p:nvGraphicFramePr>
        <p:xfrm>
          <a:off x="508000" y="508000"/>
          <a:ext cx="7874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312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2026-08-13T07:41:19Z</dcterms:created>
  <dcterms:modified xsi:type="dcterms:W3CDTF">2026-08-13T07:41:24Z</dcterms:modified>
</cp:coreProperties>
</file>