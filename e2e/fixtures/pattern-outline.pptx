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ttern-dkDnDiag"/>
          <p:cNvSpPr/>
          <p:nvPr/>
        </p:nvSpPr>
        <p:spPr>
          <a:xfrm>
            <a:off x="508000" y="508000"/>
            <a:ext cx="2286000" cy="1778000"/>
          </a:xfrm>
          <a:prstGeom prst="rect">
            <a:avLst/>
          </a:prstGeom>
          <a:solidFill>
            <a:srgbClr val="FFFFFF"/>
          </a:solidFill>
          <a:ln w="76200">
            <a:pattFill prst="dkDnDiag">
              <a:fgClr>
                <a:srgbClr val="1F4E79"/>
              </a:fgClr>
              <a:bgClr>
                <a:srgbClr val="FFF2CC"/>
              </a:bgClr>
            </a:pattFill>
          </a:ln>
        </p:spPr>
        <p:txBody>
          <a:bodyPr/>
          <a:lstStyle/>
          <a:p/>
        </p:txBody>
      </p:sp>
      <p:sp>
        <p:nvSpPr>
          <p:cNvPr id="3" name="pattern-smGrid"/>
          <p:cNvSpPr/>
          <p:nvPr/>
        </p:nvSpPr>
        <p:spPr>
          <a:xfrm>
            <a:off x="3302000" y="508000"/>
            <a:ext cx="2286000" cy="1778000"/>
          </a:xfrm>
          <a:prstGeom prst="ellipse">
            <a:avLst/>
          </a:prstGeom>
          <a:solidFill>
            <a:srgbClr val="FFFFFF"/>
          </a:solidFill>
          <a:ln w="76200">
            <a:pattFill prst="smGrid">
              <a:fgClr>
                <a:srgbClr val="1F4E79"/>
              </a:fgClr>
              <a:bgClr>
                <a:srgbClr val="FFF2CC"/>
              </a:bgClr>
            </a:pattFill>
          </a:ln>
        </p:spPr>
        <p:txBody>
          <a:bodyPr/>
          <a:lstStyle/>
          <a:p/>
        </p:txBody>
      </p:sp>
      <p:sp>
        <p:nvSpPr>
          <p:cNvPr id="4" name="gradient-outline"/>
          <p:cNvSpPr/>
          <p:nvPr/>
        </p:nvSpPr>
        <p:spPr>
          <a:xfrm>
            <a:off x="508000" y="2794000"/>
            <a:ext cx="2286000" cy="1778000"/>
          </a:xfrm>
          <a:prstGeom prst="rect">
            <a:avLst/>
          </a:prstGeom>
          <a:solidFill>
            <a:srgbClr val="FFFFFF"/>
          </a:solidFill>
          <a:ln w="76200">
            <a:gradFill>
              <a:gsLst>
                <a:gs pos="0">
                  <a:srgbClr val="FF0000"/>
                </a:gs>
                <a:gs pos="100000">
                  <a:srgbClr val="0000FF"/>
                </a:gs>
              </a:gsLst>
              <a:lin ang="0" scaled="1"/>
            </a:gradFill>
          </a:ln>
        </p:spPr>
        <p:txBody>
          <a:bodyPr/>
          <a:lstStyle/>
          <a:p/>
        </p:txBody>
      </p:sp>
      <p:sp>
        <p:nvSpPr>
          <p:cNvPr id="5" name="solid-outline"/>
          <p:cNvSpPr/>
          <p:nvPr/>
        </p:nvSpPr>
        <p:spPr>
          <a:xfrm>
            <a:off x="3302000" y="2794000"/>
            <a:ext cx="2286000" cy="1778000"/>
          </a:xfrm>
          <a:prstGeom prst="rect">
            <a:avLst/>
          </a:prstGeom>
          <a:solidFill>
            <a:srgbClr val="FFFFFF"/>
          </a:solidFill>
          <a:ln w="76200">
            <a:solidFill>
              <a:srgbClr val="00B050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