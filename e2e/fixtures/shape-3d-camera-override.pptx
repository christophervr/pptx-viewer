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licit Yaw Override"/>
          <p:cNvSpPr/>
          <p:nvPr/>
        </p:nvSpPr>
        <p:spPr>
          <a:xfrm>
            <a:off x="571500" y="857250"/>
            <a:ext cx="1905000" cy="1905000"/>
          </a:xfrm>
          <a:prstGeom prst="rect">
            <a:avLst/>
          </a:prstGeom>
          <a:solidFill>
            <a:srgbClr val="3366CC"/>
          </a:solidFill>
          <a:ln>
            <a:noFill/>
          </a:ln>
          <a:scene3d>
            <a:camera prst="orthographicFront">
              <a:rot lat="0" lon="1500000" rev="0"/>
            </a:camera>
            <a:lightRig rig="threePt" dir="t"/>
          </a:scene3d>
        </p:spPr>
        <p:txBody>
          <a:bodyPr/>
          <a:lstStyle/>
          <a:p/>
        </p:txBody>
      </p:sp>
      <p:sp>
        <p:nvSpPr>
          <p:cNvPr id="3" name="Explicit Combined Override"/>
          <p:cNvSpPr/>
          <p:nvPr/>
        </p:nvSpPr>
        <p:spPr>
          <a:xfrm>
            <a:off x="3048000" y="857250"/>
            <a:ext cx="1905000" cy="1905000"/>
          </a:xfrm>
          <a:prstGeom prst="rect">
            <a:avLst/>
          </a:prstGeom>
          <a:solidFill>
            <a:srgbClr val="3366CC"/>
          </a:solidFill>
          <a:ln>
            <a:noFill/>
          </a:ln>
          <a:scene3d>
            <a:camera prst="orthographicFront">
              <a:rot lat="2115600" lon="2700000" rev="2700000"/>
            </a:camera>
            <a:lightRig rig="threePt" dir="t"/>
          </a:scene3d>
        </p:spPr>
        <p:txBody>
          <a:bodyPr/>
          <a:lstStyle/>
          <a:p/>
        </p:txBody>
      </p:sp>
      <p:sp>
        <p:nvSpPr>
          <p:cNvPr id="4" name="Explicit Identity Override"/>
          <p:cNvSpPr/>
          <p:nvPr/>
        </p:nvSpPr>
        <p:spPr>
          <a:xfrm>
            <a:off x="5524500" y="857250"/>
            <a:ext cx="1905000" cy="1905000"/>
          </a:xfrm>
          <a:prstGeom prst="rect">
            <a:avLst/>
          </a:prstGeom>
          <a:solidFill>
            <a:srgbClr val="3366CC"/>
          </a:solidFill>
          <a:ln>
            <a:noFill/>
          </a:ln>
          <a:scene3d>
            <a:camera prst="orthographicFront">
              <a:rot lat="1" lon="0" rev="0"/>
            </a:camera>
            <a:lightRig rig="threePt" dir="t"/>
          </a:scene3d>
        </p:spPr>
        <p:txBody>
          <a:bodyPr/>
          <a:lstStyle/>
          <a:p/>
        </p:txBody>
      </p:sp>
      <p:sp>
        <p:nvSpPr>
          <p:cNvPr id="5" name="Flat Control"/>
          <p:cNvSpPr/>
          <p:nvPr/>
        </p:nvSpPr>
        <p:spPr>
          <a:xfrm>
            <a:off x="571500" y="3238500"/>
            <a:ext cx="1905000" cy="1905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Explicit camera override</dc:title>
  <dc:creator>pptx-viewer</dc:creator>
  <cp:lastModifiedBy>pptx-viewer</cp:lastModifiedBy>
  <cp:revision>2</cp:revision>
  <dcterms:created xsi:type="dcterms:W3CDTF">2026-09-10T05:20:22Z</dcterms:created>
  <dcterms:modified xsi:type="dcterms:W3CDTF">2026-09-10T05:20:24Z</dcterms:modified>
</cp:coreProperties>
</file>