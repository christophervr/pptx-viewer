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Hlink1" Type="http://schemas.openxmlformats.org/officeDocument/2006/relationships/hyperlink" Target="https://example.com/do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fitTitle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r>
              <a:rPr lang="en-US" sz="4000" dirty="0">
                <a:latin typeface="Arial"/>
                <a:cs typeface="Arial"/>
              </a:rPr>
              <a:t>Autofit title shrunk to seventy percent</a:t>
            </a:r>
          </a:p>
        </p:txBody>
      </p:sp>
      <p:sp>
        <p:nvSpPr>
          <p:cNvPr id="3" name="NoWrapLine"/>
          <p:cNvSpPr txBox="1"/>
          <p:nvPr/>
        </p:nvSpPr>
        <p:spPr>
          <a:xfrm>
            <a:off x="457200" y="1188720"/>
            <a:ext cx="228600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US" sz="1400" dirty="0">
                <a:latin typeface="Arial"/>
                <a:cs typeface="Arial"/>
              </a:rPr>
              <a:t>This line is authored wrap none and must stay on one line</a:t>
            </a:r>
          </a:p>
        </p:txBody>
      </p:sp>
      <p:sp>
        <p:nvSpPr>
          <p:cNvPr id="4" name="UnstyledText"/>
          <p:cNvSpPr txBox="1"/>
          <p:nvPr/>
        </p:nvSpPr>
        <p:spPr>
          <a:xfrm>
            <a:off x="457200" y="2103120"/>
            <a:ext cx="4572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dirty="0"/>
              <a:t>Unstyled paragraph with no authored size or typeface</a:t>
            </a:r>
          </a:p>
        </p:txBody>
      </p:sp>
      <p:sp>
        <p:nvSpPr>
          <p:cNvPr id="5" name="RunsAndBlanks"/>
          <p:cNvSpPr txBox="1"/>
          <p:nvPr/>
        </p:nvSpPr>
        <p:spPr>
          <a:xfrm>
            <a:off x="457200" y="3017520"/>
            <a:ext cx="457200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800" dirty="0">
                <a:latin typeface="Arial"/>
                <a:cs typeface="Arial"/>
              </a:rPr>
              <a:t>Alpha </a:t>
            </a:r>
            <a:r>
              <a:rPr lang="en-US" sz="1800" dirty="0">
                <a:latin typeface="Arial"/>
                <a:cs typeface="Arial"/>
              </a:rPr>
              <a:t>Beta</a:t>
            </a:r>
          </a:p>
          <a:p>
            <a:endParaRPr lang="en-US" sz="1800"/>
          </a:p>
          <a:p>
            <a:pPr marL="342900" indent="-342900">
              <a:buChar char="•"/>
            </a:pPr>
            <a:r>
              <a:rPr lang="en-US" sz="1800" dirty="0">
                <a:latin typeface="Arial"/>
                <a:cs typeface="Arial"/>
              </a:rPr>
              <a:t>Bulleted item</a:t>
            </a:r>
          </a:p>
        </p:txBody>
      </p:sp>
      <p:sp>
        <p:nvSpPr>
          <p:cNvPr id="6" name="LinkedAndMaths"/>
          <p:cNvSpPr txBox="1"/>
          <p:nvPr/>
        </p:nvSpPr>
        <p:spPr>
          <a:xfrm>
            <a:off x="457200" y="4754880"/>
            <a:ext cx="54864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400" dirty="0">
                <a:latin typeface="Arial"/>
                <a:cs typeface="Arial"/>
              </a:rPr>
              <a:t>See </a:t>
            </a:r>
            <a:r>
              <a:rPr lang="en-US" sz="1400" dirty="0">
                <a:hlinkClick xmlns:r="http://schemas.openxmlformats.org/officeDocument/2006/relationships" r:id="rIdHlink1" tooltip="Documentation"/>
                <a:latin typeface="Arial"/>
              </a:rPr>
              <a:t>the docs</a:t>
            </a:r>
            <a:r>
              <a:rPr lang="en-US" sz="1400" dirty="0">
                <a:latin typeface="Arial"/>
                <a:cs typeface="Arial"/>
              </a:rPr>
              <a:t> for more</a:t>
            </a:r>
          </a:p>
          <a:p>
            <a:r>
              <a:rPr lang="en-US" sz="1400" dirty="0">
                <a:latin typeface="Arial"/>
                <a:cs typeface="Arial"/>
              </a:rPr>
              <a:t>Given </a:t>
            </a:r>
            <m:oMath xmlns:m="http://schemas.openxmlformats.org/officeDocument/2006/math">
              <m:r>
                <m:t>x</m:t>
              </m:r>
            </m:oMath>
            <a:r>
              <a:rPr lang="en-US" sz="1400" dirty="0">
                <a:latin typeface="Arial"/>
                <a:cs typeface="Arial"/>
              </a:rPr>
              <a:t> holds</a:t>
            </a:r>
          </a:p>
        </p:txBody>
      </p:sp>
      <p:sp>
        <p:nvSpPr>
          <p:cNvPr id="7" name="LooseSpacing"/>
          <p:cNvSpPr txBox="1"/>
          <p:nvPr/>
        </p:nvSpPr>
        <p:spPr>
          <a:xfrm>
            <a:off x="5715000" y="3017520"/>
            <a:ext cx="274320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Arial"/>
                <a:cs typeface="Arial"/>
              </a:rPr>
              <a:t>Loose spacing paragraph wrapping over more than a single line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Layout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