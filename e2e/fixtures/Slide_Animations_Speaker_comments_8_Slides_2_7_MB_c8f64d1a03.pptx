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Playfair Display"/>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layfairDisplay-bold.fntdata"/><Relationship Id="rId14" Type="http://schemas.openxmlformats.org/officeDocument/2006/relationships/font" Target="fonts/PlayfairDisplay-regular.fntdata"/><Relationship Id="rId17" Type="http://schemas.openxmlformats.org/officeDocument/2006/relationships/font" Target="fonts/PlayfairDisplay-boldItalic.fntdata"/><Relationship Id="rId16" Type="http://schemas.openxmlformats.org/officeDocument/2006/relationships/font" Target="fonts/PlayfairDisplay-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Lorem Ipsum is simply dummy text of the printing and typesetting industry. Lorem Ipsum has been the industry's standard dummy text ever since 1966, when designers at Letraset and James Mosley, the librarian at St Bride Printing Library in London, took a 1914 Cicero translation and scrambled it to make dummy text for Letraset's Body Type sheets. It has survived not only many decades, but also the leap into electronic typesetting, remaining essentially unchanged. It was popularised thanks to these sheets and more recently with desktop publishing software like Aldus PageMaker and Microsoft Word including versions of Lorem Ipsum.</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c6f83aa9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c6f83aa9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 is a long established fact that a reader will be distracted by the readable content of a page when looking at its layout. The point of using Lorem Ipsum is that it has a more-or-less normal distribution of letters, as opposed to using 'Content here, content here', making it look like readable English. Many desktop publishing packages and web page editors now use Lorem Ipsum as their default model text, and a search for 'lorem ipsum' will uncover many web sites still in their infancy. Various versions have evolved over the years, sometimes by accident, sometimes on purpose (injected humour and the like).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c6f83aa91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c6f83aa91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Contrary to popular belief, Lorem Ipsum is not simply random text. It has roots in a piece of classical Latin literature from 45 BC, making it over 2000 years old. Richard McClintock, a Latin professor at Hampden-Sydney College in Virginia, looked up one of the more obscure Latin words, consectetur, from a Lorem Ipsum passage, and going through the cites of the word in classical literature, discovered the undoubtable source. Lorem Ipsum comes from sections 1.10.32 and 1.10.33 of "de Finibus Bonorum et Malorum" (The Extremes of Good and Evil) by Cicero, written in 45 BC. This book is a treatise on the theory of ethics, very popular during the Renaissance. The first line of Lorem Ipsum, "Lorem ipsum dolor sit amet..", comes from a line in section 1.10.32.</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c6f83aa9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c6f83aa9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c6f83aa91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c6f83aa91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6f83aa91_0_7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6f83aa91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c6f83aa91_0_8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c6f83aa91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c6f83aa91_0_9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c6f83aa91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2749050" y="748800"/>
            <a:ext cx="3645900" cy="3645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992950" y="992700"/>
            <a:ext cx="3158100" cy="3158100"/>
          </a:xfrm>
          <a:prstGeom prst="rect">
            <a:avLst/>
          </a:prstGeom>
          <a:noFill/>
          <a:ln cap="flat" cmpd="sng" w="28575">
            <a:solidFill>
              <a:schemeClr val="lt1"/>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096250" y="1627200"/>
            <a:ext cx="2951400" cy="15843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3200"/>
              <a:buFont typeface="Lato"/>
              <a:buNone/>
              <a:defRPr>
                <a:solidFill>
                  <a:schemeClr val="lt1"/>
                </a:solidFill>
                <a:latin typeface="Lato"/>
                <a:ea typeface="Lato"/>
                <a:cs typeface="Lato"/>
                <a:sym typeface="Lato"/>
              </a:defRPr>
            </a:lvl1pPr>
            <a:lvl2pPr lvl="1" algn="ctr">
              <a:spcBef>
                <a:spcPts val="0"/>
              </a:spcBef>
              <a:spcAft>
                <a:spcPts val="0"/>
              </a:spcAft>
              <a:buClr>
                <a:schemeClr val="lt1"/>
              </a:buClr>
              <a:buSzPts val="3200"/>
              <a:buFont typeface="Lato"/>
              <a:buNone/>
              <a:defRPr>
                <a:solidFill>
                  <a:schemeClr val="lt1"/>
                </a:solidFill>
                <a:latin typeface="Lato"/>
                <a:ea typeface="Lato"/>
                <a:cs typeface="Lato"/>
                <a:sym typeface="Lato"/>
              </a:defRPr>
            </a:lvl2pPr>
            <a:lvl3pPr lvl="2" algn="ctr">
              <a:spcBef>
                <a:spcPts val="0"/>
              </a:spcBef>
              <a:spcAft>
                <a:spcPts val="0"/>
              </a:spcAft>
              <a:buClr>
                <a:schemeClr val="lt1"/>
              </a:buClr>
              <a:buSzPts val="3200"/>
              <a:buFont typeface="Lato"/>
              <a:buNone/>
              <a:defRPr>
                <a:solidFill>
                  <a:schemeClr val="lt1"/>
                </a:solidFill>
                <a:latin typeface="Lato"/>
                <a:ea typeface="Lato"/>
                <a:cs typeface="Lato"/>
                <a:sym typeface="Lato"/>
              </a:defRPr>
            </a:lvl3pPr>
            <a:lvl4pPr lvl="3" algn="ctr">
              <a:spcBef>
                <a:spcPts val="0"/>
              </a:spcBef>
              <a:spcAft>
                <a:spcPts val="0"/>
              </a:spcAft>
              <a:buClr>
                <a:schemeClr val="lt1"/>
              </a:buClr>
              <a:buSzPts val="3200"/>
              <a:buFont typeface="Lato"/>
              <a:buNone/>
              <a:defRPr>
                <a:solidFill>
                  <a:schemeClr val="lt1"/>
                </a:solidFill>
                <a:latin typeface="Lato"/>
                <a:ea typeface="Lato"/>
                <a:cs typeface="Lato"/>
                <a:sym typeface="Lato"/>
              </a:defRPr>
            </a:lvl4pPr>
            <a:lvl5pPr lvl="4" algn="ctr">
              <a:spcBef>
                <a:spcPts val="0"/>
              </a:spcBef>
              <a:spcAft>
                <a:spcPts val="0"/>
              </a:spcAft>
              <a:buClr>
                <a:schemeClr val="lt1"/>
              </a:buClr>
              <a:buSzPts val="3200"/>
              <a:buFont typeface="Lato"/>
              <a:buNone/>
              <a:defRPr>
                <a:solidFill>
                  <a:schemeClr val="lt1"/>
                </a:solidFill>
                <a:latin typeface="Lato"/>
                <a:ea typeface="Lato"/>
                <a:cs typeface="Lato"/>
                <a:sym typeface="Lato"/>
              </a:defRPr>
            </a:lvl5pPr>
            <a:lvl6pPr lvl="5" algn="ctr">
              <a:spcBef>
                <a:spcPts val="0"/>
              </a:spcBef>
              <a:spcAft>
                <a:spcPts val="0"/>
              </a:spcAft>
              <a:buClr>
                <a:schemeClr val="lt1"/>
              </a:buClr>
              <a:buSzPts val="3200"/>
              <a:buFont typeface="Lato"/>
              <a:buNone/>
              <a:defRPr>
                <a:solidFill>
                  <a:schemeClr val="lt1"/>
                </a:solidFill>
                <a:latin typeface="Lato"/>
                <a:ea typeface="Lato"/>
                <a:cs typeface="Lato"/>
                <a:sym typeface="Lato"/>
              </a:defRPr>
            </a:lvl6pPr>
            <a:lvl7pPr lvl="6" algn="ctr">
              <a:spcBef>
                <a:spcPts val="0"/>
              </a:spcBef>
              <a:spcAft>
                <a:spcPts val="0"/>
              </a:spcAft>
              <a:buClr>
                <a:schemeClr val="lt1"/>
              </a:buClr>
              <a:buSzPts val="3200"/>
              <a:buFont typeface="Lato"/>
              <a:buNone/>
              <a:defRPr>
                <a:solidFill>
                  <a:schemeClr val="lt1"/>
                </a:solidFill>
                <a:latin typeface="Lato"/>
                <a:ea typeface="Lato"/>
                <a:cs typeface="Lato"/>
                <a:sym typeface="Lato"/>
              </a:defRPr>
            </a:lvl7pPr>
            <a:lvl8pPr lvl="7" algn="ctr">
              <a:spcBef>
                <a:spcPts val="0"/>
              </a:spcBef>
              <a:spcAft>
                <a:spcPts val="0"/>
              </a:spcAft>
              <a:buClr>
                <a:schemeClr val="lt1"/>
              </a:buClr>
              <a:buSzPts val="3200"/>
              <a:buFont typeface="Lato"/>
              <a:buNone/>
              <a:defRPr>
                <a:solidFill>
                  <a:schemeClr val="lt1"/>
                </a:solidFill>
                <a:latin typeface="Lato"/>
                <a:ea typeface="Lato"/>
                <a:cs typeface="Lato"/>
                <a:sym typeface="Lato"/>
              </a:defRPr>
            </a:lvl8pPr>
            <a:lvl9pPr lvl="8" algn="ctr">
              <a:spcBef>
                <a:spcPts val="0"/>
              </a:spcBef>
              <a:spcAft>
                <a:spcPts val="0"/>
              </a:spcAft>
              <a:buClr>
                <a:schemeClr val="lt1"/>
              </a:buClr>
              <a:buSzPts val="3200"/>
              <a:buFont typeface="Lato"/>
              <a:buNone/>
              <a:defRPr>
                <a:solidFill>
                  <a:schemeClr val="lt1"/>
                </a:solidFill>
                <a:latin typeface="Lato"/>
                <a:ea typeface="Lato"/>
                <a:cs typeface="Lato"/>
                <a:sym typeface="Lato"/>
              </a:defRPr>
            </a:lvl9pPr>
          </a:lstStyle>
          <a:p/>
        </p:txBody>
      </p:sp>
      <p:sp>
        <p:nvSpPr>
          <p:cNvPr id="13" name="Google Shape;13;p2"/>
          <p:cNvSpPr txBox="1"/>
          <p:nvPr>
            <p:ph idx="1" type="subTitle"/>
          </p:nvPr>
        </p:nvSpPr>
        <p:spPr>
          <a:xfrm>
            <a:off x="3096363" y="3266930"/>
            <a:ext cx="2951400" cy="7014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1800"/>
              <a:buFont typeface="Playfair Display"/>
              <a:buNone/>
              <a:defRPr b="1">
                <a:solidFill>
                  <a:schemeClr val="lt1"/>
                </a:solidFill>
                <a:latin typeface="Playfair Display"/>
                <a:ea typeface="Playfair Display"/>
                <a:cs typeface="Playfair Display"/>
                <a:sym typeface="Playfair Display"/>
              </a:defRPr>
            </a:lvl1pPr>
            <a:lvl2pPr lvl="1"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2pPr>
            <a:lvl3pPr lvl="2"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3pPr>
            <a:lvl4pPr lvl="3"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4pPr>
            <a:lvl5pPr lvl="4"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5pPr>
            <a:lvl6pPr lvl="5"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6pPr>
            <a:lvl7pPr lvl="6"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7pPr>
            <a:lvl8pPr lvl="7"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8pPr>
            <a:lvl9pPr lvl="8" algn="ctr">
              <a:lnSpc>
                <a:spcPct val="100000"/>
              </a:lnSpc>
              <a:spcBef>
                <a:spcPts val="0"/>
              </a:spcBef>
              <a:spcAft>
                <a:spcPts val="0"/>
              </a:spcAft>
              <a:buClr>
                <a:schemeClr val="lt1"/>
              </a:buClr>
              <a:buSzPts val="1800"/>
              <a:buFont typeface="Playfair Display"/>
              <a:buNone/>
              <a:defRPr b="1" sz="1800">
                <a:solidFill>
                  <a:schemeClr val="lt1"/>
                </a:solidFill>
                <a:latin typeface="Playfair Display"/>
                <a:ea typeface="Playfair Display"/>
                <a:cs typeface="Playfair Display"/>
                <a:sym typeface="Playfair Display"/>
              </a:defRPr>
            </a:lvl9pPr>
          </a:lstStyle>
          <a:p/>
        </p:txBody>
      </p:sp>
      <p:sp>
        <p:nvSpPr>
          <p:cNvPr id="14" name="Google Shape;14;p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sp>
        <p:nvSpPr>
          <p:cNvPr id="16" name="Google Shape;16;p3"/>
          <p:cNvSpPr txBox="1"/>
          <p:nvPr>
            <p:ph type="title"/>
          </p:nvPr>
        </p:nvSpPr>
        <p:spPr>
          <a:xfrm>
            <a:off x="509550" y="1423875"/>
            <a:ext cx="8124900" cy="17982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lgn="ctr">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17" name="Google Shape;17;p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2" name="Google Shape;22;p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91378"/>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Font typeface="Lato"/>
              <a:buNone/>
              <a:defRPr b="0" sz="4800">
                <a:solidFill>
                  <a:schemeClr val="lt1"/>
                </a:solidFill>
                <a:latin typeface="Lato"/>
                <a:ea typeface="Lato"/>
                <a:cs typeface="Lato"/>
                <a:sym typeface="Lato"/>
              </a:defRPr>
            </a:lvl1pPr>
            <a:lvl2pPr lvl="1">
              <a:spcBef>
                <a:spcPts val="0"/>
              </a:spcBef>
              <a:spcAft>
                <a:spcPts val="0"/>
              </a:spcAft>
              <a:buClr>
                <a:schemeClr val="lt1"/>
              </a:buClr>
              <a:buSzPts val="4800"/>
              <a:buFont typeface="Lato"/>
              <a:buNone/>
              <a:defRPr b="0" sz="4800">
                <a:solidFill>
                  <a:schemeClr val="lt1"/>
                </a:solidFill>
                <a:latin typeface="Lato"/>
                <a:ea typeface="Lato"/>
                <a:cs typeface="Lato"/>
                <a:sym typeface="Lato"/>
              </a:defRPr>
            </a:lvl2pPr>
            <a:lvl3pPr lvl="2">
              <a:spcBef>
                <a:spcPts val="0"/>
              </a:spcBef>
              <a:spcAft>
                <a:spcPts val="0"/>
              </a:spcAft>
              <a:buClr>
                <a:schemeClr val="lt1"/>
              </a:buClr>
              <a:buSzPts val="4800"/>
              <a:buFont typeface="Lato"/>
              <a:buNone/>
              <a:defRPr b="0" sz="4800">
                <a:solidFill>
                  <a:schemeClr val="lt1"/>
                </a:solidFill>
                <a:latin typeface="Lato"/>
                <a:ea typeface="Lato"/>
                <a:cs typeface="Lato"/>
                <a:sym typeface="Lato"/>
              </a:defRPr>
            </a:lvl3pPr>
            <a:lvl4pPr lvl="3">
              <a:spcBef>
                <a:spcPts val="0"/>
              </a:spcBef>
              <a:spcAft>
                <a:spcPts val="0"/>
              </a:spcAft>
              <a:buClr>
                <a:schemeClr val="lt1"/>
              </a:buClr>
              <a:buSzPts val="4800"/>
              <a:buFont typeface="Lato"/>
              <a:buNone/>
              <a:defRPr b="0" sz="4800">
                <a:solidFill>
                  <a:schemeClr val="lt1"/>
                </a:solidFill>
                <a:latin typeface="Lato"/>
                <a:ea typeface="Lato"/>
                <a:cs typeface="Lato"/>
                <a:sym typeface="Lato"/>
              </a:defRPr>
            </a:lvl4pPr>
            <a:lvl5pPr lvl="4">
              <a:spcBef>
                <a:spcPts val="0"/>
              </a:spcBef>
              <a:spcAft>
                <a:spcPts val="0"/>
              </a:spcAft>
              <a:buClr>
                <a:schemeClr val="lt1"/>
              </a:buClr>
              <a:buSzPts val="4800"/>
              <a:buFont typeface="Lato"/>
              <a:buNone/>
              <a:defRPr b="0" sz="4800">
                <a:solidFill>
                  <a:schemeClr val="lt1"/>
                </a:solidFill>
                <a:latin typeface="Lato"/>
                <a:ea typeface="Lato"/>
                <a:cs typeface="Lato"/>
                <a:sym typeface="Lato"/>
              </a:defRPr>
            </a:lvl5pPr>
            <a:lvl6pPr lvl="5">
              <a:spcBef>
                <a:spcPts val="0"/>
              </a:spcBef>
              <a:spcAft>
                <a:spcPts val="0"/>
              </a:spcAft>
              <a:buClr>
                <a:schemeClr val="lt1"/>
              </a:buClr>
              <a:buSzPts val="4800"/>
              <a:buFont typeface="Lato"/>
              <a:buNone/>
              <a:defRPr b="0" sz="4800">
                <a:solidFill>
                  <a:schemeClr val="lt1"/>
                </a:solidFill>
                <a:latin typeface="Lato"/>
                <a:ea typeface="Lato"/>
                <a:cs typeface="Lato"/>
                <a:sym typeface="Lato"/>
              </a:defRPr>
            </a:lvl6pPr>
            <a:lvl7pPr lvl="6">
              <a:spcBef>
                <a:spcPts val="0"/>
              </a:spcBef>
              <a:spcAft>
                <a:spcPts val="0"/>
              </a:spcAft>
              <a:buClr>
                <a:schemeClr val="lt1"/>
              </a:buClr>
              <a:buSzPts val="4800"/>
              <a:buFont typeface="Lato"/>
              <a:buNone/>
              <a:defRPr b="0" sz="4800">
                <a:solidFill>
                  <a:schemeClr val="lt1"/>
                </a:solidFill>
                <a:latin typeface="Lato"/>
                <a:ea typeface="Lato"/>
                <a:cs typeface="Lato"/>
                <a:sym typeface="Lato"/>
              </a:defRPr>
            </a:lvl7pPr>
            <a:lvl8pPr lvl="7">
              <a:spcBef>
                <a:spcPts val="0"/>
              </a:spcBef>
              <a:spcAft>
                <a:spcPts val="0"/>
              </a:spcAft>
              <a:buClr>
                <a:schemeClr val="lt1"/>
              </a:buClr>
              <a:buSzPts val="4800"/>
              <a:buFont typeface="Lato"/>
              <a:buNone/>
              <a:defRPr b="0" sz="4800">
                <a:solidFill>
                  <a:schemeClr val="lt1"/>
                </a:solidFill>
                <a:latin typeface="Lato"/>
                <a:ea typeface="Lato"/>
                <a:cs typeface="Lato"/>
                <a:sym typeface="Lato"/>
              </a:defRPr>
            </a:lvl8pPr>
            <a:lvl9pPr lvl="8">
              <a:spcBef>
                <a:spcPts val="0"/>
              </a:spcBef>
              <a:spcAft>
                <a:spcPts val="0"/>
              </a:spcAft>
              <a:buClr>
                <a:schemeClr val="lt1"/>
              </a:buClr>
              <a:buSzPts val="4800"/>
              <a:buFont typeface="Lato"/>
              <a:buNone/>
              <a:defRPr b="0" sz="4800">
                <a:solidFill>
                  <a:schemeClr val="lt1"/>
                </a:solidFill>
                <a:latin typeface="Lato"/>
                <a:ea typeface="Lato"/>
                <a:cs typeface="Lato"/>
                <a:sym typeface="Lato"/>
              </a:defRPr>
            </a:lvl9pPr>
          </a:lstStyle>
          <a:p/>
        </p:txBody>
      </p:sp>
      <p:sp>
        <p:nvSpPr>
          <p:cNvPr id="37" name="Google Shape;37;p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1" name="Google Shape;41;p9"/>
          <p:cNvSpPr txBox="1"/>
          <p:nvPr>
            <p:ph type="title"/>
          </p:nvPr>
        </p:nvSpPr>
        <p:spPr>
          <a:xfrm>
            <a:off x="265500" y="1107950"/>
            <a:ext cx="4045200" cy="16836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9500" y="423057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7" name="Google Shape;47;p1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1233100"/>
            <a:ext cx="8520600" cy="1610100"/>
          </a:xfrm>
          <a:prstGeom prst="rect">
            <a:avLst/>
          </a:prstGeom>
        </p:spPr>
        <p:txBody>
          <a:bodyPr anchorCtr="0" anchor="b" bIns="91425" lIns="91425" spcFirstLastPara="1" rIns="91425" wrap="square" tIns="91425">
            <a:noAutofit/>
          </a:bodyPr>
          <a:lstStyle>
            <a:lvl1pPr lvl="0" algn="ctr">
              <a:spcBef>
                <a:spcPts val="0"/>
              </a:spcBef>
              <a:spcAft>
                <a:spcPts val="0"/>
              </a:spcAft>
              <a:buSzPts val="10000"/>
              <a:buFont typeface="Lato"/>
              <a:buNone/>
              <a:defRPr sz="10000">
                <a:latin typeface="Lato"/>
                <a:ea typeface="Lato"/>
                <a:cs typeface="Lato"/>
                <a:sym typeface="Lato"/>
              </a:defRPr>
            </a:lvl1pPr>
            <a:lvl2pPr lvl="1" algn="ctr">
              <a:spcBef>
                <a:spcPts val="0"/>
              </a:spcBef>
              <a:spcAft>
                <a:spcPts val="0"/>
              </a:spcAft>
              <a:buSzPts val="10000"/>
              <a:buFont typeface="Lato"/>
              <a:buNone/>
              <a:defRPr sz="10000">
                <a:latin typeface="Lato"/>
                <a:ea typeface="Lato"/>
                <a:cs typeface="Lato"/>
                <a:sym typeface="Lato"/>
              </a:defRPr>
            </a:lvl2pPr>
            <a:lvl3pPr lvl="2" algn="ctr">
              <a:spcBef>
                <a:spcPts val="0"/>
              </a:spcBef>
              <a:spcAft>
                <a:spcPts val="0"/>
              </a:spcAft>
              <a:buSzPts val="10000"/>
              <a:buFont typeface="Lato"/>
              <a:buNone/>
              <a:defRPr sz="10000">
                <a:latin typeface="Lato"/>
                <a:ea typeface="Lato"/>
                <a:cs typeface="Lato"/>
                <a:sym typeface="Lato"/>
              </a:defRPr>
            </a:lvl3pPr>
            <a:lvl4pPr lvl="3" algn="ctr">
              <a:spcBef>
                <a:spcPts val="0"/>
              </a:spcBef>
              <a:spcAft>
                <a:spcPts val="0"/>
              </a:spcAft>
              <a:buSzPts val="10000"/>
              <a:buFont typeface="Lato"/>
              <a:buNone/>
              <a:defRPr sz="10000">
                <a:latin typeface="Lato"/>
                <a:ea typeface="Lato"/>
                <a:cs typeface="Lato"/>
                <a:sym typeface="Lato"/>
              </a:defRPr>
            </a:lvl4pPr>
            <a:lvl5pPr lvl="4" algn="ctr">
              <a:spcBef>
                <a:spcPts val="0"/>
              </a:spcBef>
              <a:spcAft>
                <a:spcPts val="0"/>
              </a:spcAft>
              <a:buSzPts val="10000"/>
              <a:buFont typeface="Lato"/>
              <a:buNone/>
              <a:defRPr sz="10000">
                <a:latin typeface="Lato"/>
                <a:ea typeface="Lato"/>
                <a:cs typeface="Lato"/>
                <a:sym typeface="Lato"/>
              </a:defRPr>
            </a:lvl5pPr>
            <a:lvl6pPr lvl="5" algn="ctr">
              <a:spcBef>
                <a:spcPts val="0"/>
              </a:spcBef>
              <a:spcAft>
                <a:spcPts val="0"/>
              </a:spcAft>
              <a:buSzPts val="10000"/>
              <a:buFont typeface="Lato"/>
              <a:buNone/>
              <a:defRPr sz="10000">
                <a:latin typeface="Lato"/>
                <a:ea typeface="Lato"/>
                <a:cs typeface="Lato"/>
                <a:sym typeface="Lato"/>
              </a:defRPr>
            </a:lvl6pPr>
            <a:lvl7pPr lvl="6" algn="ctr">
              <a:spcBef>
                <a:spcPts val="0"/>
              </a:spcBef>
              <a:spcAft>
                <a:spcPts val="0"/>
              </a:spcAft>
              <a:buSzPts val="10000"/>
              <a:buFont typeface="Lato"/>
              <a:buNone/>
              <a:defRPr sz="10000">
                <a:latin typeface="Lato"/>
                <a:ea typeface="Lato"/>
                <a:cs typeface="Lato"/>
                <a:sym typeface="Lato"/>
              </a:defRPr>
            </a:lvl7pPr>
            <a:lvl8pPr lvl="7" algn="ctr">
              <a:spcBef>
                <a:spcPts val="0"/>
              </a:spcBef>
              <a:spcAft>
                <a:spcPts val="0"/>
              </a:spcAft>
              <a:buSzPts val="10000"/>
              <a:buFont typeface="Lato"/>
              <a:buNone/>
              <a:defRPr sz="10000">
                <a:latin typeface="Lato"/>
                <a:ea typeface="Lato"/>
                <a:cs typeface="Lato"/>
                <a:sym typeface="Lato"/>
              </a:defRPr>
            </a:lvl8pPr>
            <a:lvl9pPr lvl="8" algn="ctr">
              <a:spcBef>
                <a:spcPts val="0"/>
              </a:spcBef>
              <a:spcAft>
                <a:spcPts val="0"/>
              </a:spcAft>
              <a:buSzPts val="10000"/>
              <a:buFont typeface="Lato"/>
              <a:buNone/>
              <a:defRPr sz="10000">
                <a:latin typeface="Lato"/>
                <a:ea typeface="Lato"/>
                <a:cs typeface="Lato"/>
                <a:sym typeface="Lato"/>
              </a:defRPr>
            </a:lvl9pPr>
          </a:lstStyle>
          <a:p>
            <a:r>
              <a:t>xx%</a:t>
            </a:r>
          </a:p>
        </p:txBody>
      </p:sp>
      <p:sp>
        <p:nvSpPr>
          <p:cNvPr id="51" name="Google Shape;51;p11"/>
          <p:cNvSpPr txBox="1"/>
          <p:nvPr>
            <p:ph idx="1" type="body"/>
          </p:nvPr>
        </p:nvSpPr>
        <p:spPr>
          <a:xfrm>
            <a:off x="311700" y="2919450"/>
            <a:ext cx="85206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coral">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91350"/>
            <a:ext cx="8520600" cy="6261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6.jpg"/><Relationship Id="rId4" Type="http://schemas.openxmlformats.org/officeDocument/2006/relationships/image" Target="../media/image2.jpg"/><Relationship Id="rId5" Type="http://schemas.openxmlformats.org/officeDocument/2006/relationships/image" Target="../media/image5.jpg"/><Relationship Id="rId6"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096250" y="1627200"/>
            <a:ext cx="2951400" cy="158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Simple Snacks</a:t>
            </a:r>
            <a:endParaRPr/>
          </a:p>
        </p:txBody>
      </p:sp>
      <p:sp>
        <p:nvSpPr>
          <p:cNvPr id="60" name="Google Shape;60;p13"/>
          <p:cNvSpPr txBox="1"/>
          <p:nvPr>
            <p:ph idx="1" type="subTitle"/>
          </p:nvPr>
        </p:nvSpPr>
        <p:spPr>
          <a:xfrm>
            <a:off x="3096363" y="3266930"/>
            <a:ext cx="2951400" cy="701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By Your Name</a:t>
            </a:r>
            <a:endParaRPr/>
          </a:p>
        </p:txBody>
      </p:sp>
    </p:spTree>
  </p:cSld>
  <p:clrMapOvr>
    <a:masterClrMapping/>
  </p:clrMapOvr>
  <p:transition spd="med">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391350"/>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the chef</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Lorem ipsum dolor sit amet, consectetur adipiscing elit, sed do eiusmod tempor incididunt ut labore et dolore magna aliqua. </a:t>
            </a:r>
            <a:endParaRPr/>
          </a:p>
          <a:p>
            <a:pPr indent="0" lvl="0" marL="0" rtl="0" algn="l">
              <a:spcBef>
                <a:spcPts val="1600"/>
              </a:spcBef>
              <a:spcAft>
                <a:spcPts val="0"/>
              </a:spcAft>
              <a:buNone/>
            </a:pPr>
            <a:r>
              <a:rPr lang="en"/>
              <a:t>Ut enim ad minim veniam, quis nostrud exercitation ullamco laboris nisi ut aliquip ex ea commodo consequat. Duis aute irure dolor in reprehenderit in voluptate velit esse cillum dolore eu fugiat nulla pariatur. </a:t>
            </a:r>
            <a:endParaRPr/>
          </a:p>
          <a:p>
            <a:pPr indent="0" lvl="0" marL="0" rtl="0" algn="l">
              <a:spcBef>
                <a:spcPts val="1600"/>
              </a:spcBef>
              <a:spcAft>
                <a:spcPts val="1600"/>
              </a:spcAft>
              <a:buNone/>
            </a:pPr>
            <a:r>
              <a:rPr lang="en"/>
              <a:t>Excepteur sint occaecat cupidatat non proident!</a:t>
            </a:r>
            <a:endParaRP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509550" y="1423875"/>
            <a:ext cx="8124900" cy="179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Recipes</a:t>
            </a:r>
            <a:endParaRPr/>
          </a:p>
        </p:txBody>
      </p:sp>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265500" y="1107950"/>
            <a:ext cx="4045200" cy="1683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Recipe name</a:t>
            </a:r>
            <a:endParaRPr/>
          </a:p>
        </p:txBody>
      </p:sp>
      <p:sp>
        <p:nvSpPr>
          <p:cNvPr id="77" name="Google Shape;77;p16"/>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30 minutes • Serves 4-6</a:t>
            </a:r>
            <a:endParaRPr/>
          </a:p>
          <a:p>
            <a:pPr indent="0" lvl="0" marL="0" rtl="0" algn="ctr">
              <a:spcBef>
                <a:spcPts val="0"/>
              </a:spcBef>
              <a:spcAft>
                <a:spcPts val="0"/>
              </a:spcAft>
              <a:buNone/>
            </a:pPr>
            <a:r>
              <a:t/>
            </a:r>
            <a:endParaRPr/>
          </a:p>
        </p:txBody>
      </p:sp>
      <p:sp>
        <p:nvSpPr>
          <p:cNvPr id="78" name="Google Shape;78;p16"/>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a:t>Ingredients</a:t>
            </a:r>
            <a:endParaRPr b="1"/>
          </a:p>
          <a:p>
            <a:pPr indent="-323850" lvl="0" marL="457200" rtl="0" algn="l">
              <a:spcBef>
                <a:spcPts val="800"/>
              </a:spcBef>
              <a:spcAft>
                <a:spcPts val="0"/>
              </a:spcAft>
              <a:buSzPts val="1500"/>
              <a:buChar char="●"/>
            </a:pPr>
            <a:r>
              <a:rPr lang="en" sz="1500"/>
              <a:t>Item 1</a:t>
            </a:r>
            <a:endParaRPr sz="1500"/>
          </a:p>
          <a:p>
            <a:pPr indent="-323850" lvl="0" marL="457200" rtl="0" algn="l">
              <a:spcBef>
                <a:spcPts val="0"/>
              </a:spcBef>
              <a:spcAft>
                <a:spcPts val="0"/>
              </a:spcAft>
              <a:buSzPts val="1500"/>
              <a:buChar char="●"/>
            </a:pPr>
            <a:r>
              <a:rPr lang="en" sz="1500"/>
              <a:t>Item 2</a:t>
            </a:r>
            <a:endParaRPr sz="1500"/>
          </a:p>
          <a:p>
            <a:pPr indent="-323850" lvl="0" marL="457200" rtl="0" algn="l">
              <a:spcBef>
                <a:spcPts val="0"/>
              </a:spcBef>
              <a:spcAft>
                <a:spcPts val="0"/>
              </a:spcAft>
              <a:buSzPts val="1500"/>
              <a:buChar char="●"/>
            </a:pPr>
            <a:r>
              <a:rPr lang="en" sz="1500"/>
              <a:t>Item 3</a:t>
            </a:r>
            <a:endParaRPr sz="1500"/>
          </a:p>
          <a:p>
            <a:pPr indent="0" lvl="0" marL="0" rtl="0" algn="l">
              <a:spcBef>
                <a:spcPts val="1600"/>
              </a:spcBef>
              <a:spcAft>
                <a:spcPts val="0"/>
              </a:spcAft>
              <a:buNone/>
            </a:pPr>
            <a:r>
              <a:rPr b="1" lang="en"/>
              <a:t>Preparation</a:t>
            </a:r>
            <a:endParaRPr b="1"/>
          </a:p>
          <a:p>
            <a:pPr indent="-323850" lvl="0" marL="457200" rtl="0" algn="l">
              <a:spcBef>
                <a:spcPts val="800"/>
              </a:spcBef>
              <a:spcAft>
                <a:spcPts val="0"/>
              </a:spcAft>
              <a:buSzPts val="1500"/>
              <a:buAutoNum type="arabicPeriod"/>
            </a:pPr>
            <a:r>
              <a:rPr lang="en" sz="1500"/>
              <a:t>Lorem ipsum dolor sit amet, consectetur adipiscing elit</a:t>
            </a:r>
            <a:endParaRPr sz="1500"/>
          </a:p>
          <a:p>
            <a:pPr indent="-323850" lvl="0" marL="457200" rtl="0" algn="l">
              <a:spcBef>
                <a:spcPts val="0"/>
              </a:spcBef>
              <a:spcAft>
                <a:spcPts val="0"/>
              </a:spcAft>
              <a:buSzPts val="1500"/>
              <a:buAutoNum type="arabicPeriod"/>
            </a:pPr>
            <a:r>
              <a:rPr lang="en" sz="1500"/>
              <a:t>Sed do eiusmod tempor incididunt ut labore et </a:t>
            </a:r>
            <a:endParaRPr sz="1500"/>
          </a:p>
          <a:p>
            <a:pPr indent="-323850" lvl="0" marL="457200" rtl="0" algn="l">
              <a:spcBef>
                <a:spcPts val="0"/>
              </a:spcBef>
              <a:spcAft>
                <a:spcPts val="0"/>
              </a:spcAft>
              <a:buSzPts val="1500"/>
              <a:buAutoNum type="arabicPeriod"/>
            </a:pPr>
            <a:r>
              <a:rPr lang="en" sz="1500"/>
              <a:t>Dolore magna aliqua</a:t>
            </a:r>
            <a:endParaRPr sz="1500"/>
          </a:p>
        </p:txBody>
      </p:sp>
    </p:spTree>
  </p:cSld>
  <p:clrMapOvr>
    <a:masterClrMapping/>
  </p:clrMapOvr>
  <mc:AlternateContent>
    <mc:Choice Requires="p14">
      <p:transition spd="med">
        <p14:flip dir="l"/>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descr="Overhead shot of hand holding cup of light-colored tea with lemon slices floating in it" id="83" name="Google Shape;83;p17"/>
          <p:cNvPicPr preferRelativeResize="0"/>
          <p:nvPr/>
        </p:nvPicPr>
        <p:blipFill rotWithShape="1">
          <a:blip r:embed="rId3">
            <a:alphaModFix/>
          </a:blip>
          <a:srcRect b="38539" l="0" r="28826" t="21893"/>
          <a:stretch/>
        </p:blipFill>
        <p:spPr>
          <a:xfrm>
            <a:off x="433825" y="359800"/>
            <a:ext cx="3795004" cy="1397400"/>
          </a:xfrm>
          <a:prstGeom prst="rect">
            <a:avLst/>
          </a:prstGeom>
          <a:noFill/>
          <a:ln>
            <a:noFill/>
          </a:ln>
        </p:spPr>
      </p:pic>
      <p:pic>
        <p:nvPicPr>
          <p:cNvPr descr="Bunch of dark blue grapes on a vine" id="84" name="Google Shape;84;p17"/>
          <p:cNvPicPr preferRelativeResize="0"/>
          <p:nvPr/>
        </p:nvPicPr>
        <p:blipFill rotWithShape="1">
          <a:blip r:embed="rId4">
            <a:alphaModFix/>
          </a:blip>
          <a:srcRect b="37539" l="0" r="0" t="12215"/>
          <a:stretch/>
        </p:blipFill>
        <p:spPr>
          <a:xfrm>
            <a:off x="433775" y="1886650"/>
            <a:ext cx="3795002" cy="2859650"/>
          </a:xfrm>
          <a:prstGeom prst="rect">
            <a:avLst/>
          </a:prstGeom>
          <a:noFill/>
          <a:ln>
            <a:noFill/>
          </a:ln>
        </p:spPr>
      </p:pic>
      <p:pic>
        <p:nvPicPr>
          <p:cNvPr descr="Overhead shot of wooden table with cast iron pan and various spices on it" id="85" name="Google Shape;85;p17"/>
          <p:cNvPicPr preferRelativeResize="0"/>
          <p:nvPr/>
        </p:nvPicPr>
        <p:blipFill rotWithShape="1">
          <a:blip r:embed="rId5">
            <a:alphaModFix/>
          </a:blip>
          <a:srcRect b="3847" l="35812" r="34813" t="5211"/>
          <a:stretch/>
        </p:blipFill>
        <p:spPr>
          <a:xfrm>
            <a:off x="4356064" y="359800"/>
            <a:ext cx="2146499" cy="4394403"/>
          </a:xfrm>
          <a:prstGeom prst="rect">
            <a:avLst/>
          </a:prstGeom>
          <a:noFill/>
          <a:ln>
            <a:noFill/>
          </a:ln>
        </p:spPr>
      </p:pic>
      <p:pic>
        <p:nvPicPr>
          <p:cNvPr descr="Red onion sliced in half. Peppercorns in foreground. Parsley leaves in background." id="86" name="Google Shape;86;p17"/>
          <p:cNvPicPr preferRelativeResize="0"/>
          <p:nvPr/>
        </p:nvPicPr>
        <p:blipFill rotWithShape="1">
          <a:blip r:embed="rId6">
            <a:alphaModFix/>
          </a:blip>
          <a:srcRect b="3652" l="23477" r="45349" t="0"/>
          <a:stretch/>
        </p:blipFill>
        <p:spPr>
          <a:xfrm>
            <a:off x="6629825" y="359800"/>
            <a:ext cx="2146498" cy="4402301"/>
          </a:xfrm>
          <a:prstGeom prst="rect">
            <a:avLst/>
          </a:prstGeom>
          <a:noFill/>
          <a:ln>
            <a:noFill/>
          </a:ln>
        </p:spPr>
      </p:pic>
    </p:spTree>
  </p:cSld>
  <p:clrMapOvr>
    <a:masterClrMapping/>
  </p:clrMapOvr>
  <mc:AlternateContent>
    <mc:Choice Requires="p14">
      <p:transition spd="med">
        <p14:prism dir="l"/>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8"/>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600"/>
              <a:t>RECIPE NAME</a:t>
            </a:r>
            <a:br>
              <a:rPr lang="en"/>
            </a:br>
            <a:r>
              <a:rPr lang="en"/>
              <a:t>30 minutes • Serves 4-6</a:t>
            </a:r>
            <a:endParaRPr/>
          </a:p>
          <a:p>
            <a:pPr indent="0" lvl="0" marL="0" rtl="0" algn="l">
              <a:spcBef>
                <a:spcPts val="1600"/>
              </a:spcBef>
              <a:spcAft>
                <a:spcPts val="1600"/>
              </a:spcAft>
              <a:buNone/>
            </a:pPr>
            <a:r>
              <a:rPr lang="en"/>
              <a:t>Lorem ipsum dolor sit amet, consectetur adipiscing elit, sed do eiusmod tempor incididunt ut labore et dolore magna aliqua.</a:t>
            </a:r>
            <a:endParaRPr/>
          </a:p>
        </p:txBody>
      </p:sp>
      <p:pic>
        <p:nvPicPr>
          <p:cNvPr descr="Overhead shot of red raspberries in white teacup on a wooden table." id="92" name="Google Shape;92;p18"/>
          <p:cNvPicPr preferRelativeResize="0"/>
          <p:nvPr/>
        </p:nvPicPr>
        <p:blipFill rotWithShape="1">
          <a:blip r:embed="rId3">
            <a:alphaModFix/>
          </a:blip>
          <a:srcRect b="16957" l="49587" r="8893" t="0"/>
          <a:stretch/>
        </p:blipFill>
        <p:spPr>
          <a:xfrm flipH="1">
            <a:off x="3" y="0"/>
            <a:ext cx="4571997" cy="5143503"/>
          </a:xfrm>
          <a:prstGeom prst="rect">
            <a:avLst/>
          </a:prstGeom>
          <a:noFill/>
          <a:ln>
            <a:noFill/>
          </a:ln>
        </p:spPr>
      </p:pic>
    </p:spTree>
  </p:cSld>
  <p:clrMapOvr>
    <a:masterClrMapping/>
  </p:clrMapOvr>
  <mc:AlternateContent>
    <mc:Choice Requires="p14">
      <p:transition spd="med">
        <p14:gallery dir="l"/>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idx="4294967295" type="title"/>
          </p:nvPr>
        </p:nvSpPr>
        <p:spPr>
          <a:xfrm>
            <a:off x="311700" y="391350"/>
            <a:ext cx="8520600" cy="62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Recipe name</a:t>
            </a:r>
            <a:endParaRPr/>
          </a:p>
        </p:txBody>
      </p:sp>
      <p:sp>
        <p:nvSpPr>
          <p:cNvPr id="98" name="Google Shape;98;p19"/>
          <p:cNvSpPr txBox="1"/>
          <p:nvPr>
            <p:ph idx="4294967295" type="body"/>
          </p:nvPr>
        </p:nvSpPr>
        <p:spPr>
          <a:xfrm>
            <a:off x="311700" y="1152475"/>
            <a:ext cx="2408100" cy="589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sz="2100"/>
              <a:t>Ingredients</a:t>
            </a:r>
            <a:endParaRPr b="1" sz="2100"/>
          </a:p>
        </p:txBody>
      </p:sp>
      <p:sp>
        <p:nvSpPr>
          <p:cNvPr id="99" name="Google Shape;99;p19"/>
          <p:cNvSpPr txBox="1"/>
          <p:nvPr>
            <p:ph idx="4294967295" type="body"/>
          </p:nvPr>
        </p:nvSpPr>
        <p:spPr>
          <a:xfrm>
            <a:off x="311700" y="1769575"/>
            <a:ext cx="2408100" cy="3022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400"/>
              <a:t>Item 1</a:t>
            </a:r>
            <a:endParaRPr sz="1400"/>
          </a:p>
          <a:p>
            <a:pPr indent="-342900" lvl="0" marL="457200" rtl="0" algn="l">
              <a:spcBef>
                <a:spcPts val="0"/>
              </a:spcBef>
              <a:spcAft>
                <a:spcPts val="0"/>
              </a:spcAft>
              <a:buSzPts val="1800"/>
              <a:buChar char="●"/>
            </a:pPr>
            <a:r>
              <a:rPr lang="en" sz="1400"/>
              <a:t>Item 2</a:t>
            </a:r>
            <a:endParaRPr sz="1400"/>
          </a:p>
          <a:p>
            <a:pPr indent="-342900" lvl="0" marL="457200" rtl="0" algn="l">
              <a:spcBef>
                <a:spcPts val="0"/>
              </a:spcBef>
              <a:spcAft>
                <a:spcPts val="0"/>
              </a:spcAft>
              <a:buSzPts val="1800"/>
              <a:buChar char="●"/>
            </a:pPr>
            <a:r>
              <a:rPr lang="en" sz="1400"/>
              <a:t>Item 3</a:t>
            </a:r>
            <a:endParaRPr sz="1400"/>
          </a:p>
          <a:p>
            <a:pPr indent="-342900" lvl="0" marL="457200" rtl="0" algn="l">
              <a:spcBef>
                <a:spcPts val="0"/>
              </a:spcBef>
              <a:spcAft>
                <a:spcPts val="0"/>
              </a:spcAft>
              <a:buSzPts val="1800"/>
              <a:buChar char="●"/>
            </a:pPr>
            <a:r>
              <a:rPr lang="en" sz="1400"/>
              <a:t>Item 4</a:t>
            </a:r>
            <a:endParaRPr sz="1400"/>
          </a:p>
          <a:p>
            <a:pPr indent="-342900" lvl="0" marL="457200" rtl="0" algn="l">
              <a:spcBef>
                <a:spcPts val="0"/>
              </a:spcBef>
              <a:spcAft>
                <a:spcPts val="0"/>
              </a:spcAft>
              <a:buSzPts val="1800"/>
              <a:buChar char="●"/>
            </a:pPr>
            <a:r>
              <a:rPr lang="en" sz="1400"/>
              <a:t>Item 5</a:t>
            </a:r>
            <a:endParaRPr sz="1400"/>
          </a:p>
        </p:txBody>
      </p:sp>
      <p:sp>
        <p:nvSpPr>
          <p:cNvPr id="100" name="Google Shape;100;p19"/>
          <p:cNvSpPr txBox="1"/>
          <p:nvPr>
            <p:ph idx="4294967295" type="body"/>
          </p:nvPr>
        </p:nvSpPr>
        <p:spPr>
          <a:xfrm>
            <a:off x="2825075" y="1152475"/>
            <a:ext cx="6007200" cy="589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lang="en" sz="2100"/>
              <a:t>Preparation</a:t>
            </a:r>
            <a:endParaRPr b="1" sz="2100"/>
          </a:p>
        </p:txBody>
      </p:sp>
      <p:sp>
        <p:nvSpPr>
          <p:cNvPr id="101" name="Google Shape;101;p19"/>
          <p:cNvSpPr txBox="1"/>
          <p:nvPr>
            <p:ph idx="4294967295" type="body"/>
          </p:nvPr>
        </p:nvSpPr>
        <p:spPr>
          <a:xfrm>
            <a:off x="2825073" y="1769575"/>
            <a:ext cx="2958600" cy="302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Lorem ipsum dolor sit amet, consectetur adipiscing elit, sed do eiusmod tempor incididunt ut labore et dolore magna aliqua. </a:t>
            </a:r>
            <a:endParaRPr sz="1400"/>
          </a:p>
          <a:p>
            <a:pPr indent="0" lvl="0" marL="0" rtl="0" algn="l">
              <a:spcBef>
                <a:spcPts val="1600"/>
              </a:spcBef>
              <a:spcAft>
                <a:spcPts val="1600"/>
              </a:spcAft>
              <a:buNone/>
            </a:pPr>
            <a:r>
              <a:rPr lang="en" sz="1400"/>
              <a:t>Ut enim ad minim veniam, quis nostrud exercitation ullamco laboris nisi ut aliquip ex ea commodo consequat. </a:t>
            </a:r>
            <a:endParaRPr sz="1400"/>
          </a:p>
        </p:txBody>
      </p:sp>
      <p:sp>
        <p:nvSpPr>
          <p:cNvPr id="102" name="Google Shape;102;p19"/>
          <p:cNvSpPr txBox="1"/>
          <p:nvPr>
            <p:ph idx="4294967295" type="body"/>
          </p:nvPr>
        </p:nvSpPr>
        <p:spPr>
          <a:xfrm>
            <a:off x="5873802" y="1769575"/>
            <a:ext cx="2958600" cy="3022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Duis aute irure dolor in reprehenderit in voluptate velit esse cillum dolore eu fugiat nulla pariatur. </a:t>
            </a:r>
            <a:endParaRPr sz="1400"/>
          </a:p>
          <a:p>
            <a:pPr indent="0" lvl="0" marL="0" rtl="0" algn="l">
              <a:spcBef>
                <a:spcPts val="1600"/>
              </a:spcBef>
              <a:spcAft>
                <a:spcPts val="1600"/>
              </a:spcAft>
              <a:buNone/>
            </a:pPr>
            <a:r>
              <a:rPr lang="en" sz="1400"/>
              <a:t>Excepteur sint occaecat cupidatat non proident, sunt in culpa qui officia deserunt mollit anim id est laborum.</a:t>
            </a:r>
            <a:endParaRPr sz="1400"/>
          </a:p>
        </p:txBody>
      </p:sp>
    </p:spTree>
  </p:cSld>
  <p:clrMapOvr>
    <a:masterClrMapping/>
  </p:clrMapOvr>
  <p:transition spd="med">
    <p:fade thruBlk="1"/>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0"/>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3000"/>
              <a:t>Contact</a:t>
            </a:r>
            <a:endParaRPr sz="3000"/>
          </a:p>
        </p:txBody>
      </p:sp>
      <p:sp>
        <p:nvSpPr>
          <p:cNvPr id="108" name="Google Shape;108;p20"/>
          <p:cNvSpPr txBox="1"/>
          <p:nvPr>
            <p:ph idx="1" type="body"/>
          </p:nvPr>
        </p:nvSpPr>
        <p:spPr>
          <a:xfrm>
            <a:off x="311700" y="1391378"/>
            <a:ext cx="2808000" cy="317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t>Your Name</a:t>
            </a:r>
            <a:br>
              <a:rPr b="1" lang="en" sz="1400"/>
            </a:br>
            <a:r>
              <a:rPr lang="en"/>
              <a:t>no_reply@example.com</a:t>
            </a:r>
            <a:endParaRPr/>
          </a:p>
          <a:p>
            <a:pPr indent="0" lvl="0" marL="0" rtl="0" algn="l">
              <a:spcBef>
                <a:spcPts val="1600"/>
              </a:spcBef>
              <a:spcAft>
                <a:spcPts val="0"/>
              </a:spcAft>
              <a:buNone/>
            </a:pPr>
            <a:r>
              <a:rPr lang="en"/>
              <a:t>Complete set available at</a:t>
            </a:r>
            <a:br>
              <a:rPr lang="en"/>
            </a:br>
            <a:r>
              <a:rPr lang="en"/>
              <a:t>www.example.com</a:t>
            </a:r>
            <a:endParaRPr/>
          </a:p>
          <a:p>
            <a:pPr indent="0" lvl="0" marL="0" rtl="0" algn="l">
              <a:spcBef>
                <a:spcPts val="1600"/>
              </a:spcBef>
              <a:spcAft>
                <a:spcPts val="1600"/>
              </a:spcAft>
              <a:buNone/>
            </a:pPr>
            <a:r>
              <a:t/>
            </a:r>
            <a:endParaRPr/>
          </a:p>
        </p:txBody>
      </p:sp>
      <p:pic>
        <p:nvPicPr>
          <p:cNvPr descr="Closeup of green beans in a wooden basket" id="109" name="Google Shape;109;p20"/>
          <p:cNvPicPr preferRelativeResize="0"/>
          <p:nvPr/>
        </p:nvPicPr>
        <p:blipFill rotWithShape="1">
          <a:blip r:embed="rId3">
            <a:alphaModFix/>
          </a:blip>
          <a:srcRect b="0" l="23908" r="0" t="0"/>
          <a:stretch/>
        </p:blipFill>
        <p:spPr>
          <a:xfrm>
            <a:off x="3272325" y="0"/>
            <a:ext cx="5872123" cy="5143501"/>
          </a:xfrm>
          <a:prstGeom prst="rect">
            <a:avLst/>
          </a:prstGeom>
          <a:noFill/>
          <a:ln>
            <a:noFill/>
          </a:ln>
        </p:spPr>
      </p:pic>
    </p:spTree>
  </p:cSld>
  <p:clrMapOvr>
    <a:masterClrMapping/>
  </p:clrMapOvr>
  <p:transition spd="med">
    <p:push dir="r"/>
  </p:transition>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ral">
  <a:themeElements>
    <a:clrScheme name="Coral">
      <a:dk1>
        <a:srgbClr val="F55E61"/>
      </a:dk1>
      <a:lt1>
        <a:srgbClr val="FFFFFF"/>
      </a:lt1>
      <a:dk2>
        <a:srgbClr val="5E696C"/>
      </a:dk2>
      <a:lt2>
        <a:srgbClr val="BFC7CA"/>
      </a:lt2>
      <a:accent1>
        <a:srgbClr val="1E2D31"/>
      </a:accent1>
      <a:accent2>
        <a:srgbClr val="273C42"/>
      </a:accent2>
      <a:accent3>
        <a:srgbClr val="83D061"/>
      </a:accent3>
      <a:accent4>
        <a:srgbClr val="F6CD4C"/>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