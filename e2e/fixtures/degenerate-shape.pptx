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ule"/>
          <p:cNvSpPr/>
          <p:nvPr/>
        </p:nvSpPr>
        <p:spPr>
          <a:xfrm>
            <a:off x="1270000" y="1270000"/>
            <a:ext cx="63500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wide-normal"/>
          <p:cNvSpPr/>
          <p:nvPr/>
        </p:nvSpPr>
        <p:spPr>
          <a:xfrm>
            <a:off x="1270000" y="2540000"/>
            <a:ext cx="6350000" cy="1524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