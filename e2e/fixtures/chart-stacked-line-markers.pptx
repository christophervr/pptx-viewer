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lineChart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 w="28575">
              <a:solidFill>
                <a:srgbClr val="00B0F0"/>
              </a:solidFill>
            </a:ln>
          </c:spPr>
          <c:marker>
            <c:spPr>
              <a:solidFill>
                <a:srgbClr val="00B0F0"/>
              </a:solidFill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5.6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 w="28575">
              <a:solidFill>
                <a:srgbClr val="404040"/>
              </a:solidFill>
            </a:ln>
          </c:spPr>
          <c:marker>
            <c:spPr>
              <a:solidFill>
                <a:srgbClr val="404040"/>
              </a:solidFill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6.4</c:v>
                </c:pt>
              </c:numCache>
            </c:numRef>
          </c:val>
          <c:smooth val="0"/>
        </c:ser>
        <c:marker val="1"/>
        <c:smooth val="0"/>
        <c:axId val="38397952"/>
        <c:axId val="36336128"/>
      </c:lineChart>
      <c:catAx>
        <c:axId val="3839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36336128"/>
        <c:crosses val="autoZero"/>
        <c:auto val="1"/>
        <c:lblAlgn val="ctr"/>
        <c:lblOffset val="100"/>
        <c:noMultiLvlLbl val="0"/>
      </c:catAx>
      <c:valAx>
        <c:axId val="36336128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38397952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800"/>
          </a:pPr>
        </a:p>
      </c:txPr>
    </c:legend>
    <c:plotVisOnly val="1"/>
    <c:dispBlanksAs val="zero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dirty="0"/>
              <a:t>Stacked Line Markers Fixture</a:t>
            </a:r>
            <a:endParaRPr lang="en-US"/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Stacked Line Markers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