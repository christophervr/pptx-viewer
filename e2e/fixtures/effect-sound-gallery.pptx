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xmlns:mc="http://schemas.openxmlformats.org/markup-compatibility/2006" xmlns:pptx="http://schemas.pptx.ai/pptx/editor-meta" mc:Ignorable="p14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1143000" y="2095500"/>
            <a:ext cx="2857500" cy="142875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pPr/>
            <a:r>
              <a:rPr lang="en-US" dirty="0" sz="1800" b="1">
                <a:solidFill>
                  <a:srgbClr val="FFFFFF"/>
                </a:solidFill>
              </a:rPr>
              <a:t>ANIMATE ME TOO</a:t>
            </a:r>
            <a:endParaRPr lang="en-US"/>
          </a:p>
        </p:txBody>
      </p:sp>
    </p:spTree>
  </p:cSld>
  <p:clrMapOvr>
    <a:masterClrMapping/>
  </p:clrMapOvr>
  <p:transition p14:dur="600">
    <p:fade/>
  </p:transition>
  <p:timing>
    <p:tnLst>
      <p:par>
        <p:cTn id="6" dur="indefinite" restart="never" nodeType="tmRoot">
          <p:childTnLst>
            <p:seq concurrent="1" nextAc="seek">
              <p:cTn id="7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" presetID="10" presetClass="entr" presetSubtype="0" fill="hold" nodeType="clickEffect" dur="5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extLst>
      <p:ext uri="{4F2D8E71-9C3A-4B16-A5D8-7E0B2C6F91A3}">
        <pptx:editorTiming xmlns:pptx="http://schemas.pptx.ai/pptx/editor-meta" owned="2:entr"/>
      </p:ext>
    </p:extLst>
  </p:timing>
  <p:extLst>
    <p:ext uri="{A6F62C1B-B45C-4E8A-8B0A-1B3E5F8C8D4A}">
      <pptx:editorMeta>
        <pptx:animations>
          <pptx:animation elementId="2" entrance="fadeIn" durationMs="500" delayMs="0" trigger="onClick"/>
        </pptx:animations>
      </pptx:editorMeta>
    </p:ext>
  </p:extLst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 Sound Gallery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