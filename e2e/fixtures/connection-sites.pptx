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riangle Anchor"/>
          <p:cNvSpPr/>
          <p:nvPr/>
        </p:nvSpPr>
        <p:spPr>
          <a:xfrm>
            <a:off x="571500" y="571500"/>
            <a:ext cx="1905000" cy="1143000"/>
          </a:xfrm>
          <a:prstGeom prst="triangle">
            <a:avLst/>
          </a:prstGeom>
          <a:solidFill>
            <a:srgbClr val="DDEBF7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200"/>
              <a:t>Triangle Anchor</a:t>
            </a:r>
          </a:p>
        </p:txBody>
      </p:sp>
      <p:cxnSp>
        <p:nvCxnSpPr>
          <p:cNvPr id="3" name="Tri Link"/>
          <p:cNvCxnSpPr>
            <a:stCxn id="2" idx="0"/>
          </p:cNvCxnSpPr>
          <p:nvPr/>
        </p:nvCxnSpPr>
        <p:spPr>
          <a:xfrm>
            <a:off x="1524000" y="571500"/>
            <a:ext cx="3810000" cy="34290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  <p:sp>
        <p:nvSpPr>
          <p:cNvPr id="4" name="ChartPlus Anchor"/>
          <p:cNvSpPr/>
          <p:nvPr/>
        </p:nvSpPr>
        <p:spPr>
          <a:xfrm>
            <a:off x="6667500" y="571500"/>
            <a:ext cx="1524000" cy="1524000"/>
          </a:xfrm>
          <a:prstGeom prst="chartPlus">
            <a:avLst/>
          </a:prstGeom>
          <a:solidFill>
            <a:srgbClr val="FCE4D6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200"/>
              <a:t>ChartPlus Anchor</a:t>
            </a:r>
          </a:p>
        </p:txBody>
      </p:sp>
      <p:cxnSp>
        <p:nvCxnSpPr>
          <p:cNvPr id="5" name="ChartPlus Link"/>
          <p:cNvCxnSpPr>
            <a:stCxn id="4" idx="1"/>
          </p:cNvCxnSpPr>
          <p:nvPr/>
        </p:nvCxnSpPr>
        <p:spPr>
          <a:xfrm>
            <a:off x="6667500" y="1333500"/>
            <a:ext cx="4572000" cy="30480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