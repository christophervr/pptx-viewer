
<file path=[Content_Types].xml><?xml version="1.0" encoding="utf-8"?>
<Types xmlns="http://schemas.openxmlformats.org/package/2006/content-types">
  <Default Extension="bin" ContentType="application/vnd.openxmlformats-officedocument.oleObject"/>
  <Default Extension="doc" ContentType="application/msword"/>
  <Default Extension="docx" ContentType="application/vnd.openxmlformats-officedocument.wordprocessingml.document"/>
  <Default Extension="emf" ContentType="image/x-emf"/>
  <Default Extension="jpeg" ContentType="image/jpeg"/>
  <Default Extension="pptx" ContentType="application/vnd.openxmlformats-officedocument.presentationml.presentation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51664-B4EF-BAF2-9B6A-0E2BD78C9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3A07D-DE09-F747-5BBF-D908EAF56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2C0C1-B384-F328-E1BA-166D42767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0BE6-D2DA-402C-A96D-CEE293D8CB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9010F-D819-FD72-0ACE-9457F94EE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CA517-3D8E-2BC1-C8A0-85D58A91C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1602F-5DFE-45D7-BFA6-7D46321F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066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19B6-B60B-0464-CB43-442247139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F76BF-758F-FEB2-794A-51D9154EC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0004B-B376-1036-4EDD-30D4DB436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0BE6-D2DA-402C-A96D-CEE293D8CB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A1140-3DB7-F2D8-D8DB-024990F99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036D6-D9C4-D856-1174-4595E430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1602F-5DFE-45D7-BFA6-7D46321F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4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48189-2629-9409-BD29-FB639652B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FE171-F9A7-7D01-11A7-F9DB66C4D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065A9-BFA1-6C52-C5FD-26155A487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0BE6-D2DA-402C-A96D-CEE293D8CB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4AAD9-6E1B-56DB-300D-7701DEBBC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5C8FA-43DD-52B3-6318-B747E86E8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1602F-5DFE-45D7-BFA6-7D46321F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0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A24C-7C00-48DC-3586-A10DCE247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F2DAB-4735-38DB-F094-4AB1FEEEA7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E3A418-1C83-9902-B070-402C2CF5A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8C8BAC-5350-0AD4-A8A6-C4FBB3FE8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0BE6-D2DA-402C-A96D-CEE293D8CB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10B67-5922-020F-55B6-8D6C52EC4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FD6D1-391C-A60A-55D7-4AAF3453B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1602F-5DFE-45D7-BFA6-7D46321F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372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0FB44-6678-4220-6F4C-03F970DD4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E27A9-CBE0-64CF-2923-57BF31F2C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B1C27-1D7D-5091-D057-5951BBD5B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2662D9-ED26-735D-9B05-73E8DE5ED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089F2B-6714-C48B-0947-B204A99CF2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0AFE6D-8C3A-8785-51A3-B588C2E82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0BE6-D2DA-402C-A96D-CEE293D8CB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60B0ED-9A6E-A116-A005-33DB88BF2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366E7A-75C0-1FB0-D804-F4AD62A30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1602F-5DFE-45D7-BFA6-7D46321F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77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49285-1093-9AA6-B2D9-CF2E039CF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9F9C04-2FE1-216B-F3F8-BE53AF978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0BE6-D2DA-402C-A96D-CEE293D8CB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7D6D09-E8FE-2508-CCD2-3CBAB8987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443AF-6621-D5CF-43EA-E67C8AE1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1602F-5DFE-45D7-BFA6-7D46321F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88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9A0E2-1EC1-68FE-E0A9-177551A7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0BE6-D2DA-402C-A96D-CEE293D8CB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38A3CC-4A81-1F8F-9755-96DB3C9B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5887D-5C5F-1014-82F3-F12370089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1602F-5DFE-45D7-BFA6-7D46321F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546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D6D34-6EA7-774B-DE11-93580A488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FF7AA-BA4D-541B-FC1F-37CA6EC1B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5CAE9-8471-B4AD-7E90-860AA9F66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40A1F-EB0F-EA21-8481-08CDCC512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0BE6-D2DA-402C-A96D-CEE293D8CB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787E-64A4-2D42-4CEA-CFE3F7137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738A7-0D83-10AA-2E62-B434FECEF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1602F-5DFE-45D7-BFA6-7D46321F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57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3A6F-C1F8-547C-333F-534B39B96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41B4EB-4847-E21B-8E4B-318EA6D04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E91FD-B265-D7D7-162D-CFC735262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9CCBB-52B5-24E1-D860-69CEEBEE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0BE6-D2DA-402C-A96D-CEE293D8CB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C9013-0164-0660-1A91-C32233E3F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EDA6B-382C-8EBF-0ECC-FC62A6AC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1602F-5DFE-45D7-BFA6-7D46321F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92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8CB28-97D4-DB03-42CB-078D49635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B451CD-0D50-CB43-FE81-8006BEA34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1EA2E-3C66-36DE-A329-4EC969A10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0BE6-D2DA-402C-A96D-CEE293D8CB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58502-0F22-A792-741A-EAA76B26F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DC85F-A80F-FD58-FF58-D0D2EC85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1602F-5DFE-45D7-BFA6-7D46321F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57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112451-1EA7-539F-D689-20DB1C75CF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5B0B1-005C-DCB6-BFEC-C72ABC35B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3DA94-28AF-4E03-4C01-1CA02B1EB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A0BE6-D2DA-402C-A96D-CEE293D8CB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64130-3B9B-C4FE-B274-0CA8BF6E3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7D555-CE28-DE2D-FC03-4365FB813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1602F-5DFE-45D7-BFA6-7D46321F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473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607DFF-CFD1-BBBA-631D-80A808ADF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CAC96-63B7-9919-F51E-939F46034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DEB77-9EB9-BF91-5BC7-5F332D6522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BA0BE6-D2DA-402C-A96D-CEE293D8CB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AC951-B0D6-7449-6223-F18D2BB73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8FFDC-158E-1380-140A-DC68DB416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81602F-5DFE-45D7-BFA6-7D46321F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91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1.xlsx"/><Relationship Id="rId13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12" Type="http://schemas.openxmlformats.org/officeDocument/2006/relationships/oleObject" Target="../embeddings/Microsoft_Word_97_-_2003_Document.doc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0" Type="http://schemas.openxmlformats.org/officeDocument/2006/relationships/package" Target="../embeddings/Microsoft_PowerPoint_Presentation.pptx"/><Relationship Id="rId4" Type="http://schemas.openxmlformats.org/officeDocument/2006/relationships/package" Target="../embeddings/Microsoft_Word_Document.docx"/><Relationship Id="rId9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mbedded Budget">
            <a:extLst>
              <a:ext uri="{FF2B5EF4-FFF2-40B4-BE49-F238E27FC236}">
                <a16:creationId xmlns:a16="http://schemas.microsoft.com/office/drawing/2014/main" id="{E5312683-A4F9-4FFB-B1ED-658F901D53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0366243"/>
              </p:ext>
            </p:extLst>
          </p:nvPr>
        </p:nvGraphicFramePr>
        <p:xfrm>
          <a:off x="254000" y="254000"/>
          <a:ext cx="3302000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28594" imgH="200025" progId="Excel.Sheet.12">
                  <p:embed/>
                </p:oleObj>
              </mc:Choice>
              <mc:Fallback>
                <p:oleObj name="Worksheet" r:id="rId2" imgW="1228594" imgH="2000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4000" y="254000"/>
                        <a:ext cx="3302000" cy="20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Embedded Notes">
            <a:extLst>
              <a:ext uri="{FF2B5EF4-FFF2-40B4-BE49-F238E27FC236}">
                <a16:creationId xmlns:a16="http://schemas.microsoft.com/office/drawing/2014/main" id="{7D0EBC94-0DD7-F555-D795-411ACA5A5C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292608"/>
              </p:ext>
            </p:extLst>
          </p:nvPr>
        </p:nvGraphicFramePr>
        <p:xfrm>
          <a:off x="3810000" y="254000"/>
          <a:ext cx="3302000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0848" imgH="317615" progId="Word.Document.12">
                  <p:embed/>
                </p:oleObj>
              </mc:Choice>
              <mc:Fallback>
                <p:oleObj name="Document" r:id="rId4" imgW="5940848" imgH="3176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10000" y="254000"/>
                        <a:ext cx="3302000" cy="20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Embedded Readme">
            <a:extLst>
              <a:ext uri="{FF2B5EF4-FFF2-40B4-BE49-F238E27FC236}">
                <a16:creationId xmlns:a16="http://schemas.microsoft.com/office/drawing/2014/main" id="{D8782C8B-1ABD-3D3D-DC72-89DDE109FB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733606"/>
              </p:ext>
            </p:extLst>
          </p:nvPr>
        </p:nvGraphicFramePr>
        <p:xfrm>
          <a:off x="254000" y="2540000"/>
          <a:ext cx="3302000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6" imgW="676380" imgH="514350" progId="Package">
                  <p:embed/>
                </p:oleObj>
              </mc:Choice>
              <mc:Fallback>
                <p:oleObj name="Packager Shell Object" showAsIcon="1" r:id="rId6" imgW="67638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4000" y="2540000"/>
                        <a:ext cx="3302000" cy="20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Icon Budget">
            <a:extLst>
              <a:ext uri="{FF2B5EF4-FFF2-40B4-BE49-F238E27FC236}">
                <a16:creationId xmlns:a16="http://schemas.microsoft.com/office/drawing/2014/main" id="{5EA9C019-5961-9234-6B45-DF348AADA3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1102026"/>
              </p:ext>
            </p:extLst>
          </p:nvPr>
        </p:nvGraphicFramePr>
        <p:xfrm>
          <a:off x="3987800" y="2789238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8" imgW="914502" imgH="771525" progId="Excel.Sheet.12">
                  <p:embed/>
                </p:oleObj>
              </mc:Choice>
              <mc:Fallback>
                <p:oleObj name="Worksheet" showAsIcon="1" r:id="rId8" imgW="914502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87800" y="2789238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hlinkClick r:id="" action="ppaction://ole?verb=0"/>
            <a:extLst>
              <a:ext uri="{FF2B5EF4-FFF2-40B4-BE49-F238E27FC236}">
                <a16:creationId xmlns:a16="http://schemas.microsoft.com/office/drawing/2014/main" id="{98A89FE3-4F2D-4242-C0E0-778D93E493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4013563"/>
              </p:ext>
            </p:extLst>
          </p:nvPr>
        </p:nvGraphicFramePr>
        <p:xfrm>
          <a:off x="6350000" y="254000"/>
          <a:ext cx="1143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10" imgW="6096296" imgH="3429229" progId="PowerPoint.Show.12">
                  <p:embed/>
                </p:oleObj>
              </mc:Choice>
              <mc:Fallback>
                <p:oleObj name="Presentation" r:id="rId10" imgW="6096296" imgH="3429229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350000" y="254000"/>
                        <a:ext cx="11430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Embedded Legacy Doc">
            <a:extLst>
              <a:ext uri="{FF2B5EF4-FFF2-40B4-BE49-F238E27FC236}">
                <a16:creationId xmlns:a16="http://schemas.microsoft.com/office/drawing/2014/main" id="{483E84E5-D31A-88B5-1251-2BC0DE5541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040661"/>
              </p:ext>
            </p:extLst>
          </p:nvPr>
        </p:nvGraphicFramePr>
        <p:xfrm>
          <a:off x="7620000" y="254000"/>
          <a:ext cx="3302000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5940848" imgH="952484" progId="Word.Document.8">
                  <p:embed/>
                </p:oleObj>
              </mc:Choice>
              <mc:Fallback>
                <p:oleObj name="Document" r:id="rId12" imgW="5940848" imgH="952484" progId="Word.Documen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620000" y="254000"/>
                        <a:ext cx="3302000" cy="20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1409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Worksheet</vt:lpstr>
      <vt:lpstr>Document</vt:lpstr>
      <vt:lpstr>Packager Shell Object</vt:lpstr>
      <vt:lpstr>Presentation</vt:lpstr>
      <vt:lpstr>Microsoft Word 97 - 2003 Document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3</cp:revision>
  <dcterms:created xsi:type="dcterms:W3CDTF">2026-09-06T08:59:34Z</dcterms:created>
  <dcterms:modified xsi:type="dcterms:W3CDTF">2026-09-06T11:58:02Z</dcterms:modified>
</cp:coreProperties>
</file>