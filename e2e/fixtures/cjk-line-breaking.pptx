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NG"/>
          <p:cNvSpPr txBox="1"/>
          <p:nvPr/>
        </p:nvSpPr>
        <p:spPr>
          <a:xfrm>
            <a:off x="762000" y="762000"/>
            <a:ext cx="1168400" cy="2032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hangingPunct="1" eaLnBrk="1"/>
            <a:r>
              <a:rPr lang="ja-JP" sz="2000" dirty="0">
                <a:latin typeface="Yu Gothic"/>
                <a:ea typeface="Yu Gothic"/>
              </a:rPr>
              <a:t>あいうえ。きくけこ</a:t>
            </a:r>
          </a:p>
        </p:txBody>
      </p:sp>
      <p:sp>
        <p:nvSpPr>
          <p:cNvPr id="3" name="NOHANG"/>
          <p:cNvSpPr txBox="1"/>
          <p:nvPr/>
        </p:nvSpPr>
        <p:spPr>
          <a:xfrm>
            <a:off x="3302000" y="762000"/>
            <a:ext cx="1168400" cy="2032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hangingPunct="0" eaLnBrk="1"/>
            <a:r>
              <a:rPr lang="ja-JP" sz="2000" dirty="0">
                <a:latin typeface="Yu Gothic"/>
                <a:ea typeface="Yu Gothic"/>
              </a:rPr>
              <a:t>あいうえ。さしすせ</a:t>
            </a:r>
          </a:p>
        </p:txBody>
      </p:sp>
      <p:sp>
        <p:nvSpPr>
          <p:cNvPr id="4" name="BREAK"/>
          <p:cNvSpPr txBox="1"/>
          <p:nvPr/>
        </p:nvSpPr>
        <p:spPr>
          <a:xfrm>
            <a:off x="5842000" y="762000"/>
            <a:ext cx="1168400" cy="2032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hangingPunct="0" eaLnBrk="0"/>
            <a:r>
              <a:rPr lang="ja-JP" sz="2000" dirty="0">
                <a:latin typeface="Yu Gothic"/>
                <a:ea typeface="Yu Gothic"/>
              </a:rPr>
              <a:t>あいうえ」たちつて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CJK Line Breaking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