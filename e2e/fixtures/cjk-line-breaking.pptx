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NG"/>
          <p:cNvSpPr txBox="1"/>
          <p:nvPr/>
        </p:nvSpPr>
        <p:spPr>
          <a:xfrm>
            <a:off x="508000" y="381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あいうえ。きくけこ</a:t>
            </a:r>
          </a:p>
        </p:txBody>
      </p:sp>
      <p:sp>
        <p:nvSpPr>
          <p:cNvPr id="3" name="NOHANG"/>
          <p:cNvSpPr txBox="1"/>
          <p:nvPr/>
        </p:nvSpPr>
        <p:spPr>
          <a:xfrm>
            <a:off x="3429000" y="381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0" eaLnBrk="1"/>
            <a:r>
              <a:rPr lang="ja-JP" sz="2000" dirty="0">
                <a:latin typeface="Yu Gothic"/>
                <a:ea typeface="Yu Gothic"/>
              </a:rPr>
              <a:t>あいうえ。さしすせ</a:t>
            </a:r>
          </a:p>
        </p:txBody>
      </p:sp>
      <p:sp>
        <p:nvSpPr>
          <p:cNvPr id="4" name="BREAK"/>
          <p:cNvSpPr txBox="1"/>
          <p:nvPr/>
        </p:nvSpPr>
        <p:spPr>
          <a:xfrm>
            <a:off x="6350000" y="381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0" eaLnBrk="0"/>
            <a:r>
              <a:rPr lang="ja-JP" sz="2000" dirty="0">
                <a:latin typeface="Yu Gothic"/>
                <a:ea typeface="Yu Gothic"/>
              </a:rPr>
              <a:t>あいうえ」たちつて</a:t>
            </a:r>
          </a:p>
        </p:txBody>
      </p:sp>
      <p:sp>
        <p:nvSpPr>
          <p:cNvPr id="5" name="XBREAK"/>
          <p:cNvSpPr txBox="1"/>
          <p:nvPr/>
        </p:nvSpPr>
        <p:spPr>
          <a:xfrm>
            <a:off x="9271000" y="381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0" eaLnBrk="0"/>
            <a:r>
              <a:rPr lang="ja-JP" sz="2000" dirty="0">
                <a:latin typeface="Yu Gothic"/>
                <a:ea typeface="Yu Gothic"/>
              </a:rPr>
              <a:t>まみむめ</a:t>
            </a:r>
            <a:r>
              <a:rPr lang="ja-JP" sz="2000" dirty="0">
                <a:solidFill>
                  <a:srgbClr val="C00000"/>
                </a:solidFill>
                <a:latin typeface="Yu Gothic"/>
                <a:ea typeface="Yu Gothic"/>
              </a:rPr>
              <a:t>」やゆよわ</a:t>
            </a:r>
          </a:p>
        </p:txBody>
      </p:sp>
      <p:sp>
        <p:nvSpPr>
          <p:cNvPr id="6" name="XBREAK_KANA"/>
          <p:cNvSpPr txBox="1"/>
          <p:nvPr/>
        </p:nvSpPr>
        <p:spPr>
          <a:xfrm>
            <a:off x="508000" y="2413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0" eaLnBrk="0"/>
            <a:r>
              <a:rPr lang="ja-JP" sz="2000" dirty="0">
                <a:latin typeface="Yu Gothic"/>
                <a:ea typeface="Yu Gothic"/>
              </a:rPr>
              <a:t>さしすせ</a:t>
            </a:r>
            <a:r>
              <a:rPr lang="ja-JP" sz="2000" b="1" dirty="0">
                <a:latin typeface="Yu Gothic"/>
                <a:ea typeface="Yu Gothic"/>
              </a:rPr>
              <a:t>ょそたち</a:t>
            </a:r>
          </a:p>
        </p:txBody>
      </p:sp>
      <p:sp>
        <p:nvSpPr>
          <p:cNvPr id="7" name="XKINSOKU"/>
          <p:cNvSpPr txBox="1"/>
          <p:nvPr/>
        </p:nvSpPr>
        <p:spPr>
          <a:xfrm>
            <a:off x="3429000" y="2413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0" eaLnBrk="1"/>
            <a:r>
              <a:rPr lang="ja-JP" sz="2000" dirty="0">
                <a:latin typeface="Yu Gothic"/>
                <a:ea typeface="Yu Gothic"/>
              </a:rPr>
              <a:t>なにぬね</a:t>
            </a:r>
            <a:r>
              <a:rPr lang="ja-JP" sz="2000" dirty="0">
                <a:solidFill>
                  <a:srgbClr val="C00000"/>
                </a:solidFill>
                <a:latin typeface="Yu Gothic"/>
                <a:ea typeface="Yu Gothic"/>
              </a:rPr>
              <a:t>」はひふへ</a:t>
            </a:r>
          </a:p>
        </p:txBody>
      </p:sp>
      <p:sp>
        <p:nvSpPr>
          <p:cNvPr id="8" name="XHANG_START"/>
          <p:cNvSpPr txBox="1"/>
          <p:nvPr/>
        </p:nvSpPr>
        <p:spPr>
          <a:xfrm>
            <a:off x="6350000" y="2413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らりるれ</a:t>
            </a:r>
            <a:r>
              <a:rPr lang="ja-JP" sz="2000" dirty="0">
                <a:solidFill>
                  <a:srgbClr val="C00000"/>
                </a:solidFill>
                <a:latin typeface="Yu Gothic"/>
                <a:ea typeface="Yu Gothic"/>
              </a:rPr>
              <a:t>。をんあい</a:t>
            </a:r>
          </a:p>
        </p:txBody>
      </p:sp>
      <p:sp>
        <p:nvSpPr>
          <p:cNvPr id="9" name="XHANG_END"/>
          <p:cNvSpPr txBox="1"/>
          <p:nvPr/>
        </p:nvSpPr>
        <p:spPr>
          <a:xfrm>
            <a:off x="9271000" y="2413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がぎぐげ。</a:t>
            </a:r>
            <a:r>
              <a:rPr lang="ja-JP" sz="2000" dirty="0">
                <a:solidFill>
                  <a:srgbClr val="C00000"/>
                </a:solidFill>
                <a:latin typeface="Yu Gothic"/>
                <a:ea typeface="Yu Gothic"/>
              </a:rPr>
              <a:t>ざじずぜ</a:t>
            </a:r>
          </a:p>
        </p:txBody>
      </p:sp>
      <p:sp>
        <p:nvSpPr>
          <p:cNvPr id="10" name="HANG_BRACKET"/>
          <p:cNvSpPr txBox="1"/>
          <p:nvPr/>
        </p:nvSpPr>
        <p:spPr>
          <a:xfrm>
            <a:off x="508000" y="4445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かきくけ。」こさし</a:t>
            </a:r>
          </a:p>
        </p:txBody>
      </p:sp>
      <p:sp>
        <p:nvSpPr>
          <p:cNvPr id="11" name="HANG_TEN_BRACKET"/>
          <p:cNvSpPr txBox="1"/>
          <p:nvPr/>
        </p:nvSpPr>
        <p:spPr>
          <a:xfrm>
            <a:off x="3429000" y="4445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たちつて、」となに</a:t>
            </a:r>
          </a:p>
        </p:txBody>
      </p:sp>
      <p:sp>
        <p:nvSpPr>
          <p:cNvPr id="12" name="XHANG_BRACKET"/>
          <p:cNvSpPr txBox="1"/>
          <p:nvPr/>
        </p:nvSpPr>
        <p:spPr>
          <a:xfrm>
            <a:off x="6350000" y="4445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1"/>
            <a:r>
              <a:rPr lang="ja-JP" sz="2000" dirty="0">
                <a:latin typeface="Yu Gothic"/>
                <a:ea typeface="Yu Gothic"/>
              </a:rPr>
              <a:t>ばびぶべ。</a:t>
            </a:r>
            <a:r>
              <a:rPr lang="ja-JP" sz="2000" dirty="0">
                <a:solidFill>
                  <a:srgbClr val="C00000"/>
                </a:solidFill>
                <a:latin typeface="Yu Gothic"/>
                <a:ea typeface="Yu Gothic"/>
              </a:rPr>
              <a:t>」ぼぱぴ</a:t>
            </a:r>
          </a:p>
        </p:txBody>
      </p:sp>
      <p:sp>
        <p:nvSpPr>
          <p:cNvPr id="13" name="HANG_BRACKET_ANYWHERE"/>
          <p:cNvSpPr txBox="1"/>
          <p:nvPr/>
        </p:nvSpPr>
        <p:spPr>
          <a:xfrm>
            <a:off x="9271000" y="4445000"/>
            <a:ext cx="1168400" cy="1397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hangingPunct="1" eaLnBrk="0"/>
            <a:r>
              <a:rPr lang="ja-JP" sz="2000" dirty="0">
                <a:latin typeface="Yu Gothic"/>
                <a:ea typeface="Yu Gothic"/>
              </a:rPr>
              <a:t>はひふへ。」ほまみ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CJK Line Breaking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