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B1BF0-240B-737E-5C48-72AC38F4AF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3220AB-3136-F14A-AE3E-40E7846A4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FBE7-D1A1-A5F4-AB6F-F796922EE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534F-01A8-4396-ABB5-D000798765A3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7FBE2-10FC-DA8F-0865-33BC9E136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3474E-2737-9C04-1C3C-A98CE9441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798-ABA5-4AFC-8759-1EEB1944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08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CA949-37CA-463A-82D0-0977B24D2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AB28B-D2AC-09A1-01C1-E0E5A1BBD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E3940-F08A-D29C-F12F-F9948E030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534F-01A8-4396-ABB5-D000798765A3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7E25C-ECE0-FC20-53B7-A6038642A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E10B3-7657-D7BF-7DB2-FFBA7B2B5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798-ABA5-4AFC-8759-1EEB1944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480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03090-AD49-F07B-4AA3-EDB1F1A58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9C0B28-3012-80EA-B493-668DC2795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ABC54-9422-BE8D-C2E3-0925251D6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534F-01A8-4396-ABB5-D000798765A3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71731-2B77-34F8-0E33-BAF735781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7E628-025E-36B8-8F75-FB267DBD2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798-ABA5-4AFC-8759-1EEB1944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053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48A55-8B97-E9CE-1A06-95EA68EB1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C9D64-528F-96AD-52E7-50A6731BA5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E960F4-6813-A6F0-C9BC-3AC02389B6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14366-BB4B-1AF8-7EA1-E78A5AA7B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534F-01A8-4396-ABB5-D000798765A3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3A29A-2BC5-AFAB-221B-E9E155E37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5A983-520A-F0AA-8E9C-C603B70DD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798-ABA5-4AFC-8759-1EEB1944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719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A9F95-AB19-E46D-3333-6D88873F2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27257-B49C-0F42-C16D-9AB3969DD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87396F-703F-2012-AC28-132CEE6C78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7501D7-4A67-5691-87F4-733C6877D6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1F873-5A38-375D-F5BC-4DE630C796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0B8B05-2B42-1ACF-AFDF-B678F24EF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534F-01A8-4396-ABB5-D000798765A3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D666AB-DD0A-26C6-AA33-485A8317C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FABC5F-EF2B-6EDD-D8D1-A672BB53A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798-ABA5-4AFC-8759-1EEB1944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01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A3CEE-1BB0-7F08-C996-D96EAF334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DB59D7-F730-FFB2-9234-9D851D286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534F-01A8-4396-ABB5-D000798765A3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C17F89-A0C3-E446-5CC4-BBBCE86A5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2216A-75A1-9009-1C61-F9A379270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798-ABA5-4AFC-8759-1EEB1944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671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099EFA-743D-56A4-3022-C51D6E558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534F-01A8-4396-ABB5-D000798765A3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6A00E-7BB3-E71F-DDED-19BFAD04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0F08C-3A81-E473-53E6-788D71F5D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798-ABA5-4AFC-8759-1EEB1944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470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E651E-B5C1-6413-F2B0-980D540FB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5E107-0C41-42AD-A57D-B10163F95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EFF350-C0C6-DC82-4DBE-101A03CAF6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672CD1-862B-5FB6-64BB-E4C8B1D7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534F-01A8-4396-ABB5-D000798765A3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8A4F71-FA1C-B175-7C89-1C8754BCC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3A5C0-5301-BB50-42CC-2ADA21FEE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798-ABA5-4AFC-8759-1EEB1944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244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FF5AB-32F2-020B-E5A3-021B2F311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5A440E-A16A-AA76-B0B4-47C8B67B4D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E126C6-9456-12DC-93EA-7AC7FAA5F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D2540-7A18-0384-5CC5-813795F6C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534F-01A8-4396-ABB5-D000798765A3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8AA74-820B-6411-E382-73D6D9EAD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0CE1F-01B3-3260-F8AE-5DE9A93FD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798-ABA5-4AFC-8759-1EEB1944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308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AF5C2-6BD3-5788-C81F-108FE6311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7EEE8-4BDB-A817-3E6D-C80F322C7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180DE-589B-9ECA-8B2E-03FB15E66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534F-01A8-4396-ABB5-D000798765A3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A1589-22B6-0573-261F-BC937797F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D89CC-8019-C5B8-AC11-D7278FDCE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798-ABA5-4AFC-8759-1EEB1944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35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04E7FD-CDED-8330-43FA-BB0E0856DB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57888B-1B15-A524-950C-8CFF0E018C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28AC1-FAFF-74F6-ACE7-9505C751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534F-01A8-4396-ABB5-D000798765A3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0E73F-7BEA-A02D-54C4-2CFE2F3F7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F97FC-A030-71B2-D6BC-321E19364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798-ABA5-4AFC-8759-1EEB1944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248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28BF4-D4E9-036E-64BA-6D913E200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795A9-22DA-0546-C98A-11C3D3435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EEA26-DB59-8F6F-022C-51088C9167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E2534F-01A8-4396-ABB5-D000798765A3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18D83-3E6A-4B62-B27A-2DEA8F5A47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12432-438D-288E-F7E6-77F74C15B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6C3798-ABA5-4AFC-8759-1EEB1944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249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ip">
            <a:hlinkClick r:id="" action="ppaction://media"/>
            <a:extLst>
              <a:ext uri="{FF2B5EF4-FFF2-40B4-BE49-F238E27FC236}">
                <a16:creationId xmlns:a16="http://schemas.microsoft.com/office/drawing/2014/main" id="{B81CC48E-45A9-B7C3-F1D5-56B734FC99B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M1" time="500"/>
                    <p14:bmk name="BM2" time="150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8000" y="508000"/>
            <a:ext cx="3048000" cy="2286000"/>
          </a:xfrm>
          <a:prstGeom prst="rect">
            <a:avLst/>
          </a:prstGeom>
        </p:spPr>
      </p:pic>
      <p:sp>
        <p:nvSpPr>
          <p:cNvPr id="3" name="Bookmark Target">
            <a:extLst>
              <a:ext uri="{FF2B5EF4-FFF2-40B4-BE49-F238E27FC236}">
                <a16:creationId xmlns:a16="http://schemas.microsoft.com/office/drawing/2014/main" id="{06AC60AE-93E4-DDE7-9B47-108B7154C42D}"/>
              </a:ext>
            </a:extLst>
          </p:cNvPr>
          <p:cNvSpPr/>
          <p:nvPr/>
        </p:nvSpPr>
        <p:spPr>
          <a:xfrm>
            <a:off x="5334000" y="508000"/>
            <a:ext cx="2032000" cy="10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BM1</a:t>
            </a:r>
          </a:p>
        </p:txBody>
      </p:sp>
      <p:sp>
        <p:nvSpPr>
          <p:cNvPr id="4" name="Second Shape">
            <a:extLst>
              <a:ext uri="{FF2B5EF4-FFF2-40B4-BE49-F238E27FC236}">
                <a16:creationId xmlns:a16="http://schemas.microsoft.com/office/drawing/2014/main" id="{C960D87A-E198-364B-2B1E-8EBC43C7DCAB}"/>
              </a:ext>
            </a:extLst>
          </p:cNvPr>
          <p:cNvSpPr/>
          <p:nvPr/>
        </p:nvSpPr>
        <p:spPr>
          <a:xfrm>
            <a:off x="5334000" y="2540000"/>
            <a:ext cx="2032000" cy="10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Second</a:t>
            </a:r>
          </a:p>
        </p:txBody>
      </p:sp>
    </p:spTree>
    <p:extLst>
      <p:ext uri="{BB962C8B-B14F-4D97-AF65-F5344CB8AC3E}">
        <p14:creationId xmlns:p14="http://schemas.microsoft.com/office/powerpoint/2010/main" val="22697823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3000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video>
                  <p:cMediaNode vol="80000">
                    <p:cTn id="7" fill="hold" display="0">
                      <p:stCondLst>
                        <p:cond delay="indefinite"/>
                      </p:stCondLst>
                    </p:cTn>
                    <p:tgtEl>
                      <p:spTgt spid="2"/>
                    </p:tgtEl>
                  </p:cMediaNode>
                </p:video>
                <p:seq concurrent="1" nextAc="seek">
                  <p:cTn id="8" restart="whenNotActive" fill="hold" evtFilter="cancelBubble" nodeType="interactiveSeq">
                    <p:stCondLst>
                      <p:cond evt="onClick" delay="0">
                        <p:tgtEl>
                          <p:spTgt spid="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togglePause">
                                          <p:cBhvr>
                                            <p:cTn id="12" dur="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"/>
                      </p:tgtEl>
                    </p:cond>
                  </p:nextCondLst>
                </p:seq>
                <p:seq concurrent="1" nextAc="seek">
                  <p:cTn id="13" restart="whenNotActive" fill="hold" evtFilter="cancelBubble" nodeType="interactiveSeq">
                    <p:stCondLst>
                      <p:cond evt="onMediaBookmark" delay="0">
                        <p:tgtEl>
                          <p14:bmkTgt spid="2" bmkName="BM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4" fill="hold">
                          <p:stCondLst>
                            <p:cond delay="0"/>
                          </p:stCondLst>
                          <p:childTnLst>
                            <p:par>
                              <p:cTn id="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M1"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3000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video>
                  <p:cMediaNode vol="80000">
                    <p:cTn id="7" fill="hold" display="0">
                      <p:stCondLst>
                        <p:cond delay="indefinite"/>
                      </p:stCondLst>
                    </p:cTn>
                    <p:tgtEl>
                      <p:spTgt spid="2"/>
                    </p:tgtEl>
                  </p:cMediaNode>
                </p:video>
                <p:seq concurrent="1" nextAc="seek">
                  <p:cTn id="8" restart="whenNotActive" fill="hold" evtFilter="cancelBubble" nodeType="interactiveSeq">
                    <p:stCondLst>
                      <p:cond evt="onClick" delay="0">
                        <p:tgtEl>
                          <p:spTgt spid="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togglePause">
                                          <p:cBhvr>
                                            <p:cTn id="12" dur="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"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2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2026-09-25T01:49:47Z</dcterms:created>
  <dcterms:modified xsi:type="dcterms:W3CDTF">2026-09-25T01:49:48Z</dcterms:modified>
</cp:coreProperties>
</file>