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1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rapezoid RotWithShape false"/>
          <p:cNvSpPr/>
          <p:nvPr/>
        </p:nvSpPr>
        <p:spPr>
          <a:xfrm flipV="1">
            <a:off x="508000" y="508000"/>
            <a:ext cx="3556000" cy="1778000"/>
          </a:xfrm>
          <a:custGeom>
            <a:avLst/>
            <a:gdLst/>
            <a:ahLst/>
            <a:cxnLst/>
            <a:rect l="0" t="0" r="0" b="0"/>
            <a:pathLst>
              <a:path w="400" h="200">
                <a:moveTo>
                  <a:pt x="100" y="0"/>
                </a:moveTo>
                <a:lnTo>
                  <a:pt x="300" y="0"/>
                </a:lnTo>
                <a:lnTo>
                  <a:pt x="400" y="200"/>
                </a:lnTo>
                <a:lnTo>
                  <a:pt x="0" y="200"/>
                </a:lnTo>
                <a:close/>
              </a:path>
            </a:pathLst>
          </a:custGeom>
          <a:blipFill rotWithShape="0">
            <a:blip r:embed="rId2"/>
            <a:srcRect/>
            <a:stretch>
              <a:fillRect/>
            </a:stretch>
          </a:blipFill>
          <a:ln>
            <a:noFill/>
          </a:ln>
        </p:spPr>
      </p:sp>
      <p:sp>
        <p:nvSpPr>
          <p:cNvPr id="3" name="Trapezoid RotWithShape default (control)"/>
          <p:cNvSpPr/>
          <p:nvPr/>
        </p:nvSpPr>
        <p:spPr>
          <a:xfrm flipV="1">
            <a:off x="5080000" y="508000"/>
            <a:ext cx="3556000" cy="1778000"/>
          </a:xfrm>
          <a:custGeom>
            <a:avLst/>
            <a:gdLst/>
            <a:ahLst/>
            <a:cxnLst/>
            <a:rect l="0" t="0" r="0" b="0"/>
            <a:pathLst>
              <a:path w="400" h="200">
                <a:moveTo>
                  <a:pt x="100" y="0"/>
                </a:moveTo>
                <a:lnTo>
                  <a:pt x="300" y="0"/>
                </a:lnTo>
                <a:lnTo>
                  <a:pt x="400" y="200"/>
                </a:lnTo>
                <a:lnTo>
                  <a:pt x="0" y="200"/>
                </a:lnTo>
                <a:close/>
              </a:path>
            </a:pathLst>
          </a:custGeom>
          <a:blipFill>
            <a:blip r:embed="rId2"/>
            <a:srcRect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