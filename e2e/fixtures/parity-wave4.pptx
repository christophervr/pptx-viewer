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cryptProviderType="rsaAES" cryptAlgorithmClass="hash" cryptAlgorithmType="typeAny" spinCount="100000" saltData="Zm9v" hashData="YmFy"/>
  <p:wave4Unmodelled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Rg st="2" end="3"/>
  </p:showPr>
  <p:clrMru>
    <a:srgbClr val="FF6600"/>
    <a:srgbClr val="0066FF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 showGuides="1">
      <p:cViewPr varScale="1">
        <p:scale>
          <a:sx n="70" d="100"/>
          <a:sy n="70" d="100"/>
        </p:scale>
        <p:origin x="0" y="0"/>
      </p:cViewPr>
      <p:guideLst>
        <p:guide orient="horz" pos="2160"/>
        <p:guide pos="2880"/>
      </p:guideLst>
    </p:cSldViewPr>
  </p:slideViewPr>
  <p:gridSpacing cx="180000" cy="180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3</Slides>
  <ScaleCrop>false</ScaleCrop>
  <LinksUpToDate>false</LinksUpToDate>
  <SharedDoc>false</SharedDoc>
  <HyperlinksChanged>false</HyperlinksChanged>
  <AppVersion>1.0000</AppVersion>
  <HiddenSlides>0</HiddenSlides>
  <Notes>0</Notes>
  <Words>3</Words>
  <Paragraphs>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Parity Wave 4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