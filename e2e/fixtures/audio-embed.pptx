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udio-icon.png"/><Relationship Id="rId3" Type="http://schemas.openxmlformats.org/officeDocument/2006/relationships/audio" Target="../media/fixture-sound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Fixture Sound">
            <a:hlinkClick xmlns:a="http://schemas.openxmlformats.org/drawingml/2006/main" r:id="" action="ppaction://media"/>
          </p:cNvPr>
          <p:cNvPicPr/>
          <p:nvPr>
            <a:audioFile xmlns:a="http://schemas.openxmlformats.org/drawingml/2006/main" r:link="rId3"/>
          </p:nvPr>
        </p:nvPicPr>
        <p:blipFill>
          <a:blip r:embed="rId2"/>
          <a:stretch>
            <a:fillRect/>
          </a:stretch>
        </p:blipFill>
        <p:spPr>
          <a:xfrm>
            <a:off x="508000" y="50800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