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1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pPr/>
            <a:r>
              <a:rPr lang="en-US" dirty="0" sz="2400" b="1"/>
              <a:t>Text Style Emphasis Slide</a:t>
            </a:r>
            <a:endParaRPr lang="en-US"/>
          </a:p>
        </p:txBody>
      </p:sp>
      <p:sp>
        <p:nvSpPr>
          <p:cNvPr id="50" name="TextBox 2"/>
          <p:cNvSpPr txBox="1"/>
          <p:nvPr/>
        </p:nvSpPr>
        <p:spPr>
          <a:xfrm>
            <a:off x="571500" y="1714500"/>
            <a:ext cx="4762500" cy="666750"/>
          </a:xfrm>
          <a:prstGeom prst="rect">
            <a:avLst/>
          </a:prstGeom>
        </p:spPr>
        <p:txBody>
          <a:bodyPr wrap="square"/>
          <a:lstStyle/>
          <a:p>
            <a:pPr/>
            <a:r>
              <a:rPr lang="en-US" dirty="0" sz="2100"/>
              <a:t>Emphasis Bold Target</a:t>
            </a:r>
            <a:endParaRPr lang="en-US"/>
          </a:p>
        </p:txBody>
      </p:sp>
      <p:sp>
        <p:nvSpPr>
          <p:cNvPr id="51" name="TextBox 3"/>
          <p:cNvSpPr txBox="1"/>
          <p:nvPr/>
        </p:nvSpPr>
        <p:spPr>
          <a:xfrm>
            <a:off x="571500" y="2857500"/>
            <a:ext cx="4762500" cy="666750"/>
          </a:xfrm>
          <a:prstGeom prst="rect">
            <a:avLst/>
          </a:prstGeom>
        </p:spPr>
        <p:txBody>
          <a:bodyPr wrap="square"/>
          <a:lstStyle/>
          <a:p>
            <a:pPr/>
            <a:r>
              <a:rPr lang="en-US" dirty="0" sz="2100"/>
              <a:t>Emphasis Color Target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Style Emphasis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