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Slide One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Cube Slide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600">
        <p14:prism xmlns:p14="http://schemas.microsoft.com/office/powerpoint/2010/main" dir="l"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Box Slide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600">
        <p14:prism xmlns:p14="http://schemas.microsoft.com/office/powerpoint/2010/main" dir="l" isInverted="1"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3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Box vs Cube Transition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