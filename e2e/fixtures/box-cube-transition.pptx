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Cube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600">
        <p14:prism xmlns:p14="http://schemas.microsoft.com/office/powerpoint/2010/main" dir="l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Box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600">
        <p14:prism xmlns:p14="http://schemas.microsoft.com/office/powerpoint/2010/main" dir="l" isInverted="1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3</Slides>
  <ScaleCrop>false</ScaleCrop>
  <LinksUpToDate>false</LinksUpToDate>
  <SharedDoc>false</SharedDoc>
  <HyperlinksChanged>false</HyperlinksChanged>
  <AppVersion>1.0000</AppVersion>
  <HiddenSlides>0</HiddenSlides>
  <Notes>0</Notes>
  <Words>6</Words>
  <Paragraphs>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 vs Cube Transition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