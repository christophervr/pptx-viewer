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767328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tIns="0" spcFirstLastPara="1" wrap="square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10">
                <a:solidFill>
                  <a:srgbClr val="22151D"/>
                </a:solidFill>
                <a:latin typeface="Arial"/>
                <a:ea typeface="Arial"/>
                <a:cs typeface="Arial"/>
                <a:sym typeface="Arial"/>
              </a:rPr>
              <a:t>Jumpy flags</a:t>
            </a:r>
            <a:endParaRPr sz="481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