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6CCE-2847-9643-E33D-29F38640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1F5A0-B83D-ED47-F30A-A67BCA5BD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BFA8F-EF4F-6CDD-7A27-928D7364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2F3A-0EE0-B967-0AB5-9122A97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2CE16-3897-07A5-C5F8-6F4E8626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49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C2DA-5899-6285-4BB3-F0E7228D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332E-08AC-7D1E-4729-8AB15C009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56635-A309-BD60-A2B6-AD57A451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8E72D-C50C-5BED-24BB-22947B35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34101-3D8E-C260-9830-E11513F5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C02A-831B-AE5E-0930-6FCBAA3F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A396E-5EF8-9C01-DFD7-2F6BB9E0B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D4E0-C82B-51A0-C917-CD062BE5F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17548-9F14-F2EF-29CA-1E651FBF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A2313-A989-D457-3818-BD33DAFE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39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2003-6992-5163-14A4-4FE95112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7252-D7B8-BCCF-E877-75401B366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DB521-2D82-892A-AA91-0234F701F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28DEE-9602-26A0-51EC-25994ECB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85519-3CFD-C3F4-219E-6B53A0A8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D9C28-F76B-4187-CD72-2DEF8F73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98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7397-C7BC-B1FA-7EB0-B93AB9DA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CB54B-A690-C225-6C90-29EDB35D6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31BF5-D790-4F23-F22F-C5C2BA453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FF0C8-CDDE-36A0-DA37-C96A36566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68C35-71E1-86C1-47A7-18AB90E80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29343-DD7B-E12D-A570-6EAA082E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FCC86-554C-21D5-363D-2A16F183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6D8D7-CD37-11D7-0205-E2E7EB06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46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D122-2DA6-9161-4AE4-9A8CE5E0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1F015-2F8C-5431-E314-968748FC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F5343-C7A8-57FC-D3ED-0420E672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057B0-C8C7-2674-60C6-7BEBE977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45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CD540-C67C-C3AA-57A3-0BEE1015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E8B2F-644E-4407-49D3-B9AE5EF25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4E2F8-4308-024E-A10B-E667A675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49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7F72-CC09-ADD7-6C57-F5D249B9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1968-35B3-6444-C503-D8B1DAA49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854BB-7831-9D21-5B09-7104E611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B23DB-0382-E88F-5DF3-5F2BEA51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C46F9-5184-57A9-58E5-F9EE9C57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ACE39-7082-134B-157B-6FA57A84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7FA9-6B17-0A2D-1BE5-CC367B45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B9600-F16B-C2FD-7ADD-CEFC1C21B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E041A-79D9-513F-1D3A-8AE962043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6B75-6A84-8A1B-036C-7F133546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4D428-99FC-2A84-6C1B-A67D6B32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2EDBA-3A82-AFF6-CD74-4CD974DA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08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B304-4D41-9121-74FE-EA29E78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78B08-111D-5A0F-B1FC-2573B4FE6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70815-4850-8884-95F1-D5F6F882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EAEF9-A764-33AE-7C0D-8876313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55D0-20B7-7724-F3B2-015FA1B7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42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0C6BB-9F45-5830-5072-4B71EB2B8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3996A-747A-93A4-18BA-4BF7A7BCD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2E7B-3A53-6335-741C-B3393167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5C4FA-05CD-C6E2-569A-3431E3DB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E0ED2-7462-BBC1-7C90-3147A66E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37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99CB3-40EC-042C-F1B6-B1EA1D6F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2A31F-9DC6-DC76-0AFC-29DF9D53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01A3E-A288-F5EC-F8E5-321DA26FA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9D384-C3BC-4076-9BC7-FEF57259EEC5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81555-2C76-97A4-1E31-5E93C001B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4D3CE-53FB-9284-2298-35A813218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46131-081C-43F0-968C-11898095F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81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198E8-E6AB-EDDE-8B16-78742CE5B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888" y="0"/>
            <a:ext cx="11865507" cy="68798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90CEB-4B9B-1295-2C1E-5A53EC514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>
                <a:solidFill>
                  <a:schemeClr val="bg1"/>
                </a:solidFill>
              </a:rPr>
              <a:t>Testing Anatidae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FBED1-DFE1-86A0-7E1A-F5E4C3FBC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Image By Ams100272 - Own work, CC BY-SA 4.0, https://commons.wikimedia.org/w/index.php?curid=146841823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57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5763D-A2C3-8B04-8442-A81B4D7FB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A86C1-E98A-212C-CC01-AA8183D6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dirty="0"/>
              <a:t>Testing basic fade Transition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4C06-0D9A-FDBD-D4CB-817FA14A2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Image By Bert de Tilly - Own work, CC BY-SA 4.0, https://commons.wikimedia.org/w/index.php?curid=47203056</a:t>
            </a:r>
          </a:p>
        </p:txBody>
      </p:sp>
    </p:spTree>
    <p:extLst>
      <p:ext uri="{BB962C8B-B14F-4D97-AF65-F5344CB8AC3E}">
        <p14:creationId xmlns:p14="http://schemas.microsoft.com/office/powerpoint/2010/main" val="2924904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Testing Anatidae Presentation</vt:lpstr>
      <vt:lpstr>Testing basic fade Transition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Skuse</dc:creator>
  <cp:lastModifiedBy>Thomas Skuse</cp:lastModifiedBy>
  <cp:revision>2</cp:revision>
  <dcterms:created xsi:type="dcterms:W3CDTF">2026-07-24T09:24:54Z</dcterms:created>
  <dcterms:modified xsi:type="dcterms:W3CDTF">2026-07-24T09:31:09Z</dcterms:modified>
</cp:coreProperties>
</file>