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&amp;#x2022;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/>
          <p:cNvSpPr txBox="0"/>
          <p:nvPr/>
        </p:nvSpPr>
        <p:spPr>
          <a:xfrm>
            <a:off x="952500" y="952500"/>
            <a:ext cx="1905000" cy="1428750"/>
          </a:xfrm>
          <a:prstGeom prst="rect">
            <a:avLst/>
          </a:prstGeom>
          <a:solidFill>
            <a:srgbClr val="FF0000"/>
          </a:solidFill>
          <a:ln w="28575">
            <a:solidFill>
              <a:srgbClr val="001F3F"/>
            </a:solidFill>
          </a:ln>
        </p:spPr>
        <p:txBody>
          <a:bodyPr wrap="square"/>
          <a:lstStyle/>
          <a:p>
            <a:pPr/>
            <a:r>
              <a:rPr lang="en-US" dirty="0" sz="2100" b="1">
                <a:solidFill>
                  <a:srgbClr val="FFFFFF"/>
                </a:solidFill>
              </a:rPr>
              <a:t>SOURCE</a:t>
            </a:r>
            <a:endParaRPr lang="en-US"/>
          </a:p>
        </p:txBody>
      </p:sp>
      <p:sp>
        <p:nvSpPr>
          <p:cNvPr id="2" name="Rectangle 2"/>
          <p:cNvSpPr txBox="0"/>
          <p:nvPr/>
        </p:nvSpPr>
        <p:spPr>
          <a:xfrm>
            <a:off x="4762500" y="952500"/>
            <a:ext cx="1905000" cy="1428750"/>
          </a:xfrm>
          <a:prstGeom prst="rect">
            <a:avLst/>
          </a:prstGeom>
          <a:solidFill>
            <a:srgbClr val="CCCCCC"/>
          </a:solidFill>
        </p:spPr>
        <p:txBody>
          <a:bodyPr wrap="square"/>
          <a:lstStyle/>
          <a:p>
            <a:pPr/>
            <a:r>
              <a:rPr lang="en-US" dirty="0"/>
              <a:t>TARGET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Format Painter Fixture</dc:title>
  <dc:creator>pptx-viewer-sdk</dc:creator>
  <cp:lastModifiedBy>pptx-viewer-sdk</cp:lastModifiedBy>
  <cp:revision>2</cp:revision>
  <dcterms:created xsi:type="dcterms:W3CDTF">2026-07-06T22:32:24Z</dcterms:created>
  <dcterms:modified xsi:type="dcterms:W3CDTF">2026-07-06T22:32:24Z</dcterms:modified>
</cp:coreProperties>
</file>