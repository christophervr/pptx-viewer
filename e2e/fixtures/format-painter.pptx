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></Relationship>
  <Relationship Id="rId2" Type="http://schemas.openxmlformats.org/officeDocument/2006/relationships/theme" Target="theme/theme1.xml"></Relationship>
  <Relationship Id="rId3" Type="http://schemas.openxmlformats.org/officeDocument/2006/relationships/presProps" Target="presProps.xml"></Relationship>
  <Relationship Id="rId4" Type="http://schemas.openxmlformats.org/officeDocument/2006/relationships/viewProps" Target="viewProps.xml"></Relationship>
  <Relationship Id="rId5" Type="http://schemas.openxmlformats.org/officeDocument/2006/relationships/tableStyles" Target="tableStyles.xml"></Relationship>
  <Relationship Id="rId6" Type="http://schemas.openxmlformats.org/officeDocument/2006/relationships/slide" Target="slides/slide1.xml"></Relationship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
  <Relationship Id="rId1" Type="http://schemas.openxmlformats.org/officeDocument/2006/relationships/slideLayout" Target="../slideLayouts/slideLayout1.xml"></Relationship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2026-05-12T10:35:45Z</dcterms:created>
  <dcterms:modified xsi:type="dcterms:W3CDTF">2026-05-12T10:35:45Z</dcterms:modified>
</cp:coreProperties>
</file>