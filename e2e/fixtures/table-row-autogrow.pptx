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B502-3C1B-21D0-B5EB-1F210882C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28DBF-9223-7688-A326-E88613A93B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8AA5A-297E-1CAF-9E8D-728CC2B2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DC483-098B-477A-78CB-EFDA0E00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DC797-3E2B-91D8-9569-C73A2E18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8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FF3F-A2CC-A2F4-B7F5-08ECB7EFC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6CAD9-9990-2FAF-422E-2C792DBBE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95CEC-F4E6-BA74-7EFD-1B6D5AEC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DA037-E1F2-97C8-63A0-3DF5C33F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8ED31-EA2C-B2AC-90D8-5997668F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85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1668-31B0-1492-A576-06471A663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0CEDB-3AEC-0D18-02D0-17DCAD515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8F4B4-74FB-6038-97FE-2BB7429A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A66E0-6036-CF52-8C82-19FEF0987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A1CC3-0D3D-B93D-BD1F-DC9480B6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3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254F-7AEB-5D72-F3AF-7B17C496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607D6-48F6-C3BC-6D5F-D5ADC8413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02304-3EE5-A33A-4ECC-15052EACA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2FE95-E7E3-ED63-F8B9-9258D93A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DC92A-4F29-011E-0F60-9B76D47C2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F3119-3581-6216-03AD-5B9E8903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5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2F06-6EEF-EDE7-799A-BD2DEF1DE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264EC-3309-70BE-53C6-B6B448A0E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5AB03-1894-99C8-AA56-09AC79D88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65BFC3-5E72-E341-E87C-D523F2819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F92681-F9D7-C240-41D7-33A4C4756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36B4A8-9DB2-6F5B-B173-07A19553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CFC8B-77D0-1013-6206-2E7BE217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725AE-4ABD-6C03-CDCB-4B0B5CAB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4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E536B-759A-3795-936E-A63055B5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BB716-DC05-237F-FA0C-88B0F830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80591-33EB-319D-4E8A-5BA01B20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02B7C-1B48-D6DD-2454-1451844C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4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1241B8-F0D5-A01B-6CA7-1C26DC91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554F66-5B60-D37D-659F-07F6CBFC6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22BD5-1293-1DA2-D1D3-CC10C44F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10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D383-77F1-6AF4-F803-54DA9E297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AA693-B06F-E13B-7DB6-0FAC3943F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7F8A7-E30E-9C45-CDFA-54865525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D7398-91F4-E6FF-27AA-52AE4920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C9193-AE19-F893-DB1E-689C5E50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B3345-B1F6-3C9B-B3CC-3E394A80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2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5BD6D-8BA4-6156-DBCF-6F39576C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D1D42-25D7-E210-E821-24DF751E4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DB257-2F22-4108-63D5-7AC859E2A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E5848-499F-0161-3505-FECD4863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EE1E1-E793-9F58-AA18-DEEA7F07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B8CC3-19A0-DEAF-7055-24FA65E84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5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AB222-057F-AC30-4C14-0C6E6C63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277E7-374B-A65C-4362-4A5E5D510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07B7-BDEC-59A0-17E1-BA1A3999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BBC37-B55F-ACFC-5681-42FA6491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EAE8F-156D-6C33-38F3-7B467E8C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4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22B55E-4F0B-16C8-D129-E9BA629495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8C06F-2D3D-E36E-F4CE-F9D3D2BD1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4C3B-4723-A653-7F7C-B0D47350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6974-819B-22A9-1511-DFE93DDD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6409B-7A16-C4E8-136A-DB8D0F16C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12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71AE3-298A-7E4A-6849-9A099205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F0E14-67FF-81CC-9AF3-A57092DAA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62DE3-FF14-62A2-2FA5-BA06045D0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1014E-DA47-4F37-AF7C-D150BB31AB1C}" type="datetimeFigureOut">
              <a:rPr lang="en-US" smtClean="0"/>
              <a:t>2026-09-24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EAD87-2BFF-9BF2-F141-92341B40A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2FD4D-7848-5B12-979D-2E11F31E9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D062BC-2781-4426-BE09-783D9DC96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54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91B50-6426-2BBF-8FF4-CC3E1C2DAA4D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styles Light 1 A1 | Themed 1 A1 | Themed 2 A1 | Light 2 A1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5A31B2-2CCC-4DD1-66FE-06C8CF46F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410731"/>
              </p:ext>
            </p:extLst>
          </p:nvPr>
        </p:nvGraphicFramePr>
        <p:xfrm>
          <a:off x="254000" y="508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{3B4B98B0-60AC-42C2-AFA5-B58CD77FA1E5}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52405495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15929078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62293309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3463716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62931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81606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0673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61773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73031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9D2A95-1434-05EF-B861-327EF3525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939393"/>
              </p:ext>
            </p:extLst>
          </p:nvPr>
        </p:nvGraphicFramePr>
        <p:xfrm>
          <a:off x="6223000" y="508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{3C2FFA5D-87B4-456A-9821-1D502468CF0F}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87958972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757839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77355652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45840133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9317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14839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805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4313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21122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47B97C-512F-D060-5F68-5450E8600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742678"/>
              </p:ext>
            </p:extLst>
          </p:nvPr>
        </p:nvGraphicFramePr>
        <p:xfrm>
          <a:off x="254000" y="3683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{D113A9D2-9D6B-4929-AA2D-F23B5EE8CBE7}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85514686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14091061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65950947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4373555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2594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7738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4627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62539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06727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F71BD7-47BA-4B90-CC87-F0880B6452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58114"/>
              </p:ext>
            </p:extLst>
          </p:nvPr>
        </p:nvGraphicFramePr>
        <p:xfrm>
          <a:off x="6223000" y="3683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{69012ECD-51FC-41F1-AA8D-1B2483CD663E}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47532019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37764565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65124566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9572873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26182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3446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0124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87041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184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292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A57B4-84D1-ABE7-6371-F00052294DB8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styles Light 3 A1 | Medium 1 A1 | Medium 3 A1 | Medium 4 A1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20C193-F548-0D4C-8967-2284D275B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698002"/>
              </p:ext>
            </p:extLst>
          </p:nvPr>
        </p:nvGraphicFramePr>
        <p:xfrm>
          <a:off x="254000" y="508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{BC89EF96-8CEA-46FF-86C4-4CE0E7609802}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26151377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42510881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67065422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60516825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3533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1369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86098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3557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63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513293-AEF0-4CAA-B581-C375F241A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225690"/>
              </p:ext>
            </p:extLst>
          </p:nvPr>
        </p:nvGraphicFramePr>
        <p:xfrm>
          <a:off x="6223000" y="508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{B301B821-A1FF-4177-AEE7-76D212191A09}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84801985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3066014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9537566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71730107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8099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053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14519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00812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3038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CC134D-F8F9-2B86-895F-0512729A1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501987"/>
              </p:ext>
            </p:extLst>
          </p:nvPr>
        </p:nvGraphicFramePr>
        <p:xfrm>
          <a:off x="254000" y="3683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{6E25E649-3F16-4E02-A733-19D2CDBF48F0}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51313779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86113357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36711213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52485375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7746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7097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47859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78403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2214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CE64BF-8252-90A8-BFC1-9F3DF093C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924257"/>
              </p:ext>
            </p:extLst>
          </p:nvPr>
        </p:nvGraphicFramePr>
        <p:xfrm>
          <a:off x="6223000" y="3683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{69CF1AB2-1976-4502-BF36-3FF5EA218861}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09256071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07962336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44054646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6621416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93968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3485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4696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0054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914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22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A9DE7A-C599-FBDA-ABAE-0B1D310D1B65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styles Dark 1 A1 | Dark 2 A1/A2 | Light 1 | Dark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94F62C-A7CA-8EEE-4C3A-2ADB32D5D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003340"/>
              </p:ext>
            </p:extLst>
          </p:nvPr>
        </p:nvGraphicFramePr>
        <p:xfrm>
          <a:off x="254000" y="508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{125E5076-3810-47DD-B79F-674D7AD40C01}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48112092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8212161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59170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40348274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35427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75980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05651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93087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2899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784DE6-4404-CE24-03C4-2231EE5AA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978681"/>
              </p:ext>
            </p:extLst>
          </p:nvPr>
        </p:nvGraphicFramePr>
        <p:xfrm>
          <a:off x="6223000" y="508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{0660B408-B3CF-4A94-85FC-2B1E0A45F4A2}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39356585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8403829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91814544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61096780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3831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99818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40862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73505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7580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94AA1E-7BB8-D580-3CB8-A08806D0BD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104915"/>
              </p:ext>
            </p:extLst>
          </p:nvPr>
        </p:nvGraphicFramePr>
        <p:xfrm>
          <a:off x="254000" y="3683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{9D7B26C5-4107-4FEC-AEDC-1716B250A1EF}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402339494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98397630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14554789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3497503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96741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6562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51707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0667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35596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F73825-6E2B-10FA-755E-CCA672C73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115885"/>
              </p:ext>
            </p:extLst>
          </p:nvPr>
        </p:nvGraphicFramePr>
        <p:xfrm>
          <a:off x="6223000" y="3683000"/>
          <a:ext cx="5588000" cy="2540000"/>
        </p:xfrm>
        <a:graphic>
          <a:graphicData uri="http://schemas.openxmlformats.org/drawingml/2006/table">
            <a:tbl>
              <a:tblPr firstRow="1" firstCol="1" lastRow="1" bandRow="1">
                <a:tableStyleId>{E8034E78-7F5D-4C2E-B375-FC64B27BC917}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305836835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04180814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1938573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75470141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2554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57413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6761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652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549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3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EACEC-6F4F-263B-423F-8F5F756C3963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1400"/>
              <a:t>diag borders R2C2 (tl-br red) R2C3 (bl-tr blue), merged R3C1:R4C2, vert270 R1C4, anchor bottom R5C3, big margins R5C1</a:t>
            </a:r>
            <a:endParaRPr lang="en-US" sz="14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884A27-98B0-3A51-396D-FCC5C314E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959367"/>
              </p:ext>
            </p:extLst>
          </p:nvPr>
        </p:nvGraphicFramePr>
        <p:xfrm>
          <a:off x="508000" y="508000"/>
          <a:ext cx="8890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1846603497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962823423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33790949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78685581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C4</a:t>
                      </a:r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val="246335672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/>
                        <a:t>R2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43067"/>
                  </a:ext>
                </a:extLst>
              </a:tr>
              <a:tr h="762000">
                <a:tc rowSpan="2" gridSpan="2"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  <a:p>
                      <a:r>
                        <a:rPr lang="en-US"/>
                        <a:t>R3 C2</a:t>
                      </a:r>
                    </a:p>
                    <a:p>
                      <a:r>
                        <a:rPr lang="en-US"/>
                        <a:t>R4 C1</a:t>
                      </a:r>
                    </a:p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866161"/>
                  </a:ext>
                </a:extLst>
              </a:tr>
              <a:tr h="76200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84675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/>
                        <a:t>R5 C1</a:t>
                      </a:r>
                    </a:p>
                  </a:txBody>
                  <a:tcPr marL="381000" marT="254000"/>
                </a:tc>
                <a:tc>
                  <a:txBody>
                    <a:bodyPr/>
                    <a:lstStyle/>
                    <a:p>
                      <a:r>
                        <a:rPr lang="en-US"/>
                        <a:t>R5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R5 C3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/>
                        <a:t>R5 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427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92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AA3F6-04B6-D65C-EB47-486A0395A9B6}"/>
              </a:ext>
            </a:extLst>
          </p:cNvPr>
          <p:cNvSpPr txBox="1"/>
          <p:nvPr/>
        </p:nvSpPr>
        <p:spPr>
          <a:xfrm>
            <a:off x="127000" y="25400"/>
            <a:ext cx="1143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/>
              <a:t>row auto-grow: long text in R2C1, font 28 in R3C2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31B8C9-F684-45C6-8D13-F6762D45D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716117"/>
              </p:ext>
            </p:extLst>
          </p:nvPr>
        </p:nvGraphicFramePr>
        <p:xfrm>
          <a:off x="508000" y="508000"/>
          <a:ext cx="7620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60439491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69069682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91824302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R1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5123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This is a long paragraph of text that must wrap onto many lines so that the row grows taller than its minimum height in PowerPoint.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46055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R3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R3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93164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/>
                        <a:t>R4 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 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641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073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Custom</PresentationFormat>
  <Paragraphs>277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2026-09-23T20:01:10Z</dcterms:created>
  <dcterms:modified xsi:type="dcterms:W3CDTF">2026-09-23T20:01:12Z</dcterms:modified>
</cp:coreProperties>
</file>