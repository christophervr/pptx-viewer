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CA6F-D4C5-DE58-6182-2E81D76F5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EFC4B-71F3-CEBC-B761-4CEDFD1D2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6C31-9717-111E-C414-6D0BC029E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72C3C-E874-3EE8-027C-E7FAD1C15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AD4F7-A8C1-59FF-92A7-0103AAC8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0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C35A-291A-0591-9636-4E713ACF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FD62-E7EC-7800-01B6-FDB368B9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778D1-0F62-5E55-FB50-4DF79C7D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6E04-908B-2205-F6B0-361FC46F2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6CCD-E536-0186-3305-B1AB824E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1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E59C-B6EE-6783-7739-903E4F98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738F0-CAC7-A6DC-E838-5DF3AC255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4396E-2D7B-F8FB-F72C-D22A0CA5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D1A58-4AC9-81C4-4E26-B05D0FBD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C65B6-00AA-A44A-2BEF-3E8503A4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2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CF47-1677-1D65-6848-ADAC0D61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79E7-DB29-25A1-5A64-C5EA7937E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247D5-6A2C-3B66-0FC2-F49B2E2A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496D5-95FF-EA20-94D8-14BAAC2E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C5141-DCFB-0AC8-C7AD-085E0DAB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05112-7B85-4DE4-C92E-F3AC2951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3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401E-E575-D747-1626-129F20D3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09F35-01FD-AEEE-F549-0A70046E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11965-FF3B-5082-1BD8-93E35DBB1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B3EC1-998E-F76B-39C4-C8AC4B08E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78696-353B-95AA-2B72-0A6B642B6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621DC9-E801-36CD-B7DB-40C4B2FB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6C5ACF-C5F6-6F0D-1727-DF6B9F51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1ABC2-B504-5D27-1FC0-5B284681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07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BF89-A2DF-3BFF-DC05-6A634B1C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63EC0-9F81-23D9-FF01-3F119C0E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6F223-4535-CE21-EB85-9A7E1DEC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7F0CD-494D-36ED-6BF4-99F1BAC0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2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7A1D3-3B61-72F3-0752-506DB86F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E6AE6-12A6-CED3-FBCD-CDB33552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78A4-214C-2812-3D33-4F792515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4D91B-55D5-7471-A9FF-B4988899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813A8-A286-7C16-C9F7-9F49CCEF0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53157-564E-5C47-C380-F09EABB32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3F16-0114-91F6-FBAA-CC7FCC64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3E35B-1FBD-CADB-A106-50C14279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85EDC-A07C-6C8C-A9E0-0CBC36CF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9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7277-0FC1-6621-D97B-9FCE5882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214A32-F529-9575-7A71-4F4C5ED0D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E2195-939A-707F-25B2-421C6BF11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39ABA-345A-579D-6404-8F1F622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F64EE-69D0-2720-8B14-8C38FE15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CE736-CB78-FB14-762A-51434DA9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3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FBDD-1C42-CB5F-32CE-576F5E6D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3CF8A-A8D9-264C-3E5F-26BBC1861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A550F-A5B5-55FA-4631-A5D973FD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EBD42-4F98-C0C6-1F1A-636E281B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ECE2E-8F77-85C3-3749-CCBDB820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9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9EA9B-1A08-D9EC-72B2-3B6D7A172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D13DD-2757-6D85-2D93-518667F54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F529C-31CF-49CD-6FB4-C55F5B53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C358F-FF12-4901-2E40-AAC542B5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83309-AAC3-C9DA-4762-F2E003555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60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19909-69C4-A6D8-7B9B-A2953C9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82B9D-8C29-4C88-2372-BAC609DF8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DE7B9-82DC-FC5E-706B-D3A8A55BC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35F5E-B713-4819-8AC8-457A7DC0A09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E998-0668-E2F2-D966-6DC9CDFA6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A500-6B74-FBAC-646B-298F40FD5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3262D-D96C-4E6C-BF1D-7156EA369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2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CC4547-7214-4754-4C38-09EBD476620E}"/>
              </a:ext>
            </a:extLst>
          </p:cNvPr>
          <p:cNvSpPr/>
          <p:nvPr/>
        </p:nvSpPr>
        <p:spPr>
          <a:xfrm>
            <a:off x="635000" y="635000"/>
            <a:ext cx="1905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RectDimRGB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62D15-0A2C-9500-AFF8-02F67C0FAFA2}"/>
              </a:ext>
            </a:extLst>
          </p:cNvPr>
          <p:cNvSpPr txBox="1"/>
          <p:nvPr/>
        </p:nvSpPr>
        <p:spPr>
          <a:xfrm>
            <a:off x="3810000" y="635000"/>
            <a:ext cx="254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TextDimScheme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C77410-9D73-F9DB-584C-D9D9203E99E1}"/>
              </a:ext>
            </a:extLst>
          </p:cNvPr>
          <p:cNvSpPr/>
          <p:nvPr/>
        </p:nvSpPr>
        <p:spPr>
          <a:xfrm>
            <a:off x="635000" y="3175000"/>
            <a:ext cx="1905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RectHide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72959-08BA-899F-2EB4-3C5B497D8FE0}"/>
              </a:ext>
            </a:extLst>
          </p:cNvPr>
          <p:cNvSpPr/>
          <p:nvPr/>
        </p:nvSpPr>
        <p:spPr>
          <a:xfrm>
            <a:off x="3810000" y="3175000"/>
            <a:ext cx="1905000" cy="190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RectHideClick</a:t>
            </a:r>
          </a:p>
        </p:txBody>
      </p:sp>
    </p:spTree>
    <p:extLst>
      <p:ext uri="{BB962C8B-B14F-4D97-AF65-F5344CB8AC3E}">
        <p14:creationId xmlns:p14="http://schemas.microsoft.com/office/powerpoint/2010/main" val="272572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3" grpId="0" autoUpdateAnimBg="0"/>
      <p:bldP spid="4" grpId="0" animBg="1" autoUpdateAnimBg="0"/>
      <p:bldP spid="5" grpId="0" animBg="1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2026-09-05T20:11:16Z</dcterms:created>
  <dcterms:modified xsi:type="dcterms:W3CDTF">2026-09-05T20:11:16Z</dcterms:modified>
</cp:coreProperties>
</file>