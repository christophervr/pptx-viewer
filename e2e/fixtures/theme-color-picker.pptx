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hemeShape"/>
          <p:cNvSpPr/>
          <p:nvPr/>
        </p:nvSpPr>
        <p:spPr>
          <a:xfrm>
            <a:off x="3810000" y="2381250"/>
            <a:ext cx="4572000" cy="2571750"/>
          </a:xfrm>
          <a:prstGeom prst="rect">
            <a:avLst/>
          </a:prstGeom>
          <a:solidFill>
            <a:srgbClr val="FF00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E7D32"/>
      </a:accent1>
      <a:accent2>
        <a:srgbClr val="C2410C"/>
      </a:accent2>
      <a:accent3>
        <a:srgbClr val="6B7280"/>
      </a:accent3>
      <a:accent4>
        <a:srgbClr val="CA8A04"/>
      </a:accent4>
      <a:accent5>
        <a:srgbClr val="0EA5E9"/>
      </a:accent5>
      <a:accent6>
        <a:srgbClr val="9333EA"/>
      </a:accent6>
      <a:hlink>
        <a:srgbClr val="2563EB"/>
      </a:hlink>
      <a:folHlink>
        <a:srgbClr val="7C3AED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