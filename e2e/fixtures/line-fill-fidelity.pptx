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mpound-dbl"/>
          <p:cNvSpPr/>
          <p:nvPr/>
        </p:nvSpPr>
        <p:spPr>
          <a:xfrm>
            <a:off x="508000" y="508000"/>
            <a:ext cx="2413000" cy="1524000"/>
          </a:xfrm>
          <a:prstGeom prst="rect">
            <a:avLst/>
          </a:prstGeom>
          <a:solidFill>
            <a:srgbClr val="FFFFFF"/>
          </a:solidFill>
          <a:ln w="76200" cmpd="dbl">
            <a:solidFill>
              <a:srgbClr val="C00000"/>
            </a:solidFill>
          </a:ln>
        </p:spPr>
        <p:txBody>
          <a:bodyPr/>
          <a:lstStyle/>
          <a:p/>
        </p:txBody>
      </p:sp>
      <p:sp>
        <p:nvSpPr>
          <p:cNvPr id="3" name="compound-tri"/>
          <p:cNvSpPr/>
          <p:nvPr/>
        </p:nvSpPr>
        <p:spPr>
          <a:xfrm>
            <a:off x="3365500" y="508000"/>
            <a:ext cx="2413000" cy="1524000"/>
          </a:xfrm>
          <a:prstGeom prst="rect">
            <a:avLst/>
          </a:prstGeom>
          <a:solidFill>
            <a:srgbClr val="FFFFFF"/>
          </a:solidFill>
          <a:ln w="76200" cmpd="tri">
            <a:solidFill>
              <a:srgbClr val="C00000"/>
            </a:solidFill>
          </a:ln>
        </p:spPr>
        <p:txBody>
          <a:bodyPr/>
          <a:lstStyle/>
          <a:p/>
        </p:txBody>
      </p:sp>
      <p:sp>
        <p:nvSpPr>
          <p:cNvPr id="4" name="compound-sng"/>
          <p:cNvSpPr/>
          <p:nvPr/>
        </p:nvSpPr>
        <p:spPr>
          <a:xfrm>
            <a:off x="6223000" y="508000"/>
            <a:ext cx="2413000" cy="1524000"/>
          </a:xfrm>
          <a:prstGeom prst="rect">
            <a:avLst/>
          </a:prstGeom>
          <a:solidFill>
            <a:srgbClr val="FFFFFF"/>
          </a:solidFill>
          <a:ln w="76200" cmpd="sng">
            <a:solidFill>
              <a:srgbClr val="C00000"/>
            </a:solidFill>
            <a:miter lim="800000"/>
          </a:ln>
        </p:spPr>
        <p:txBody>
          <a:bodyPr/>
          <a:lstStyle/>
          <a:p/>
        </p:txBody>
      </p:sp>
      <p:sp>
        <p:nvSpPr>
          <p:cNvPr id="5" name="reflection-hold"/>
          <p:cNvSpPr/>
          <p:nvPr/>
        </p:nvSpPr>
        <p:spPr>
          <a:xfrm>
            <a:off x="508000" y="2667000"/>
            <a:ext cx="2413000" cy="889000"/>
          </a:xfrm>
          <a:prstGeom prst="rect">
            <a:avLst/>
          </a:prstGeom>
          <a:solidFill>
            <a:srgbClr val="4472C4"/>
          </a:solidFill>
          <a:effectLst>
            <a:reflection blurRad="0" stA="60000" stPos="50000" endA="0" endPos="100000" dist="0" dir="5400000" fadeDir="5400000" rotWithShape="0"/>
          </a:effectLst>
        </p:spPr>
        <p:txBody>
          <a:bodyPr/>
          <a:lstStyle/>
          <a:p/>
        </p:txBody>
      </p:sp>
      <p:sp>
        <p:nvSpPr>
          <p:cNvPr id="6" name="reflection-plain"/>
          <p:cNvSpPr/>
          <p:nvPr/>
        </p:nvSpPr>
        <p:spPr>
          <a:xfrm>
            <a:off x="3365500" y="2667000"/>
            <a:ext cx="2413000" cy="889000"/>
          </a:xfrm>
          <a:prstGeom prst="rect">
            <a:avLst/>
          </a:prstGeom>
          <a:solidFill>
            <a:srgbClr val="4472C4"/>
          </a:solidFill>
          <a:effectLst>
            <a:reflection blurRad="0" stA="60000" stPos="0" endA="0" endPos="100000" dist="0" dir="5400000" fadeDir="5400000" rotWithShape="0"/>
          </a:effectLst>
        </p:spPr>
        <p:txBody>
          <a:bodyPr/>
          <a:lstStyle/>
          <a:p/>
        </p:txBody>
      </p:sp>
      <p:pic>
        <p:nvPicPr>
          <p:cNvPr id="7" name="tile-plain"/>
          <p:cNvPicPr/>
          <p:nvPr/>
        </p:nvPicPr>
        <p:blipFill>
          <a:blip r:embed="rId2"/>
          <a:tile tx="0" ty="0" sx="25000" sy="25000" flip="none" algn="tl"/>
        </p:blipFill>
        <p:spPr>
          <a:xfrm>
            <a:off x="6223000" y="2667000"/>
            <a:ext cx="1270000" cy="1270000"/>
          </a:xfrm>
          <a:prstGeom prst="rect">
            <a:avLst/>
          </a:prstGeom>
        </p:spPr>
      </p:pic>
      <p:pic>
        <p:nvPicPr>
          <p:cNvPr id="8" name="tile-flip"/>
          <p:cNvPicPr/>
          <p:nvPr/>
        </p:nvPicPr>
        <p:blipFill>
          <a:blip r:embed="rId2"/>
          <a:tile tx="0" ty="0" sx="25000" sy="25000" flip="xy" algn="ctr"/>
        </p:blipFill>
        <p:spPr>
          <a:xfrm>
            <a:off x="7620000" y="2667000"/>
            <a:ext cx="1270000" cy="1270000"/>
          </a:xfrm>
          <a:prstGeom prst="rect">
            <a:avLst/>
          </a:prstGeom>
        </p:spPr>
      </p:pic>
      <p:sp>
        <p:nvSpPr>
          <p:cNvPr id="9" name="hollow-text"/>
          <p:cNvSpPr txBox="1"/>
          <p:nvPr/>
        </p:nvSpPr>
        <p:spPr>
          <a:xfrm>
            <a:off x="508000" y="3937000"/>
            <a:ext cx="3810000" cy="762000"/>
          </a:xfrm>
          <a:prstGeom prst="rect">
            <a:avLst/>
          </a:prstGeom>
          <a:noFill/>
        </p:spPr>
        <p:txBody>
          <a:bodyPr/>
          <a:lstStyle>
            <a:lvl1pPr>
              <a:defRPr sz="3200" b="1">
                <a:solidFill>
                  <a:srgbClr val="0000FF"/>
                </a:solidFill>
              </a:defRPr>
            </a:lvl1pPr>
          </a:lstStyle>
          <a:p>
            <a:r>
              <a:rPr lang="en-US" sz="3200" b="1">
                <a:noFill/>
                <a:ln w="19050">
                  <a:solidFill>
                    <a:srgbClr val="C00000"/>
                  </a:solidFill>
                </a:ln>
              </a:rPr>
              <a:t>Hollow</a:t>
            </a:r>
          </a:p>
        </p:txBody>
      </p:sp>
      <p:sp>
        <p:nvSpPr>
          <p:cNvPr id="10" name="solid-text"/>
          <p:cNvSpPr txBox="1"/>
          <p:nvPr/>
        </p:nvSpPr>
        <p:spPr>
          <a:xfrm>
            <a:off x="4826000" y="3937000"/>
            <a:ext cx="3810000" cy="762000"/>
          </a:xfrm>
          <a:prstGeom prst="rect">
            <a:avLst/>
          </a:prstGeom>
          <a:noFill/>
        </p:spPr>
        <p:txBody>
          <a:bodyPr/>
          <a:lstStyle>
            <a:lvl1pPr>
              <a:defRPr sz="3200" b="1">
                <a:solidFill>
                  <a:srgbClr val="0000FF"/>
                </a:solidFill>
              </a:defRPr>
            </a:lvl1pPr>
          </a:lstStyle>
          <a:p>
            <a:r>
              <a:rPr lang="en-US" sz="3200" b="1">
                <a:solidFill>
                  <a:srgbClr val="0000FF"/>
                </a:solidFill>
                <a:ln w="19050">
                  <a:solidFill>
                    <a:srgbClr val="C00000"/>
                  </a:solidFill>
                </a:ln>
              </a:rPr>
              <a:t>Solid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