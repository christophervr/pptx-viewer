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wN41QbscjaVdRKocuCYaWg==" hashData="jRsXgID4IO+5i7AwtrI5WAESYGogqM7j9wfvG1WWuqXASY/iQPrXDZmg2+W2DISsk7ZICY90Xrd/d7dD04sYwA==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7C3E-F69C-EE91-5C8D-6B2917563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31A96-E3FC-0618-24DB-3D233D68D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E4827-3A1D-E142-4ACD-47F1BC58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A81E6-205F-82B2-BEBE-3D8CFDDA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B63C2-A8C5-F1CB-0EFB-5F52EECC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35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CA76-A328-2530-3B94-C89C54865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37C5-00CB-35EA-DC26-4D4FC6F19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3F672-013E-EF5F-039D-A8265C194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E3C0E-27B5-D52D-1AC8-14CC4966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11400-27EA-2DDF-6CFF-291569EB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58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329D9-783E-E729-C5E5-DC225FC40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C5AF-D2B5-06CB-D79B-59391930C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2D41-66E9-BF0B-F5D8-35763F893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673F1-7BE0-04DB-8FBD-13B028B76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3A7DE-DC68-B8F9-0FCD-A06E215A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4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1923-C08F-686B-3279-352DB9C5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42189-F9D7-4225-A95F-D1C8BEE4B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499E-CA9C-5388-9F1A-9FD895F76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E5D4B-D18A-639A-671D-5BA9B9B9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C9C37-4BF1-B59A-C184-28AC07B0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90459-FA9A-BAD8-4FEB-943E36DF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8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59EC-36AE-FF39-4164-05429C695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DBA8F-42A3-46A8-F62D-C6C6A011B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3A4F3-8E6C-B248-1B15-628FBC9D7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32004-80FF-1FEC-4D53-BF3AC488F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8FC8CA-DFF9-85BC-D6C7-FEBC6585B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1590B-94E7-7DF2-4214-274F65C41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C2956-A4FC-D8E0-E296-E969F8C6F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538D1-430C-E782-E765-27E25C37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1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00CD-DB9E-50B9-4D05-F36B39EB6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84C61-DE2D-34EF-2AB8-C545A68D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83045-7A3F-3835-DCCC-B74CB32EB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721CA-ABAE-4AA6-14F0-81F825BA6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7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34A5D-E8B0-5CF1-C9C2-7C04BFA6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CDD20-6823-E3D4-15EA-4C749EEF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A3C6E-D283-D846-237B-49366FDC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9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218BE-C695-2127-27AB-127DF9EC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5D8A1-9610-25D2-FDFC-A650AFB7F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EEAA9-54FB-6D28-5D51-11265D630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9138C-8BAA-680B-3603-FF8A3946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FDA0A-0C8C-2945-F826-E5943B17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B1069-94A5-B11B-DDAE-E4A4BEF07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5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2633-B6BE-6398-8225-1146419E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CFF0DD-CC78-08BA-17B4-85B8A33F1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34866-F7F6-34AC-1479-EB3B929DE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36C1F-3493-49DE-8737-DCA91C976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53D92-0C18-40E1-9736-3DB3FE30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1BA18-7581-C43B-C064-A63B6902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61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0D606-7406-CCEF-F719-25FB8B26C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37952-FDDC-55FC-2FE6-164F03CD7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5C7C2-9043-F09F-97E1-E7C501BB5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26374-4800-80AF-78C0-9C5B75D04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7964F-4C63-2AF5-E62E-33050E67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49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9CD90-0070-0A9A-8EE5-1B20A710A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A881F-EEB0-7BA8-FA97-D68752641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7EA06-F6B1-1A69-34AF-97A74F1E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19C97-243C-4785-66E9-76556F63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E6F40-2DAF-C6DD-C7F1-C2A2D01D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80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1114-4A9B-93E0-3F32-C65E6BFB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1E74A-69B5-DEE2-CD4F-B80320A56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0434C-4DC6-D81E-9C60-6A9674DE8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65AC3-75FB-9F43-F170-1A8F441C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116FE-C8D3-F2DE-14F2-EDA86256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5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57D832-13D5-9A41-E9A5-4E3A7657C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5B2FD-F682-3B7E-E3D9-953A24C35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BEF49-8FCA-0893-2419-A241EED61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3C712-7B2D-4AD0-A55E-C4CC04EC604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BF112-5C52-1581-ED8E-9EDF5FCAE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721-731B-87FD-E536-26A461093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470DD-09E7-4D19-813F-C84079CD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5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E6B5-C583-6E23-3772-86E52BD4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Modify-password fixture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57AC8-A301-5AB9-4EE8-098482DE2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deck is protected with a modify password for e2e testing.</a:t>
            </a:r>
          </a:p>
        </p:txBody>
      </p:sp>
    </p:spTree>
    <p:extLst>
      <p:ext uri="{BB962C8B-B14F-4D97-AF65-F5344CB8AC3E}">
        <p14:creationId xmlns:p14="http://schemas.microsoft.com/office/powerpoint/2010/main" val="454837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Modify-password fixture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2026-09-05T19:43:57Z</dcterms:created>
  <dcterms:modified xsi:type="dcterms:W3CDTF">2026-09-05T19:43:58Z</dcterms:modified>
</cp:coreProperties>
</file>