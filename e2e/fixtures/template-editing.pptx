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LayoutLogo"/>
          <p:cNvSpPr/>
          <p:nvPr/>
        </p:nvSpPr>
        <p:spPr>
          <a:xfrm>
            <a:off x="91440" y="5943600"/>
            <a:ext cx="1828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TPL-LAYOUT-ORIG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MasterLogo"/>
          <p:cNvSpPr/>
          <p:nvPr/>
        </p:nvSpPr>
        <p:spPr>
          <a:xfrm>
            <a:off x="91440" y="91440"/>
            <a:ext cx="1828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TPL-MASTER-ORIG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3619500" y="1905000"/>
            <a:ext cx="1905000" cy="1333500"/>
          </a:xfrm>
          <a:prstGeom prst="rect">
            <a:avLst/>
          </a:prstGeom>
          <a:solidFill>
            <a:srgbClr val="4472C4"/>
          </a:solidFill>
        </p:spPr>
        <p:txBody>
          <a:bodyPr wrap="square"/>
          <a:lstStyle/>
          <a:p>
            <a:r>
              <a:rPr lang="en-US" dirty="0">
                <a:solidFill>
                  <a:srgbClr val="FFFFFF"/>
                </a:solidFill>
              </a:rPr>
              <a:t>SLIDE-SHAPE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1</Words>
  <Paragraphs>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Editing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