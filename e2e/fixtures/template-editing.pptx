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LayoutLogo"/>
          <p:cNvSpPr/>
          <p:nvPr/>
        </p:nvSpPr>
        <p:spPr>
          <a:xfrm>
            <a:off x="91440" y="594360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TPL-LAYOUT-ORIG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asterLogo"/>
          <p:cNvSpPr/>
          <p:nvPr/>
        </p:nvSpPr>
        <p:spPr>
          <a:xfrm>
            <a:off x="91440" y="91440"/>
            <a:ext cx="1828800" cy="4572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TPL-MASTER-ORIG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3619500" y="1905000"/>
            <a:ext cx="1905000" cy="13335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>
                <a:solidFill>
                  <a:srgbClr val="FFFFFF"/>
                </a:solidFill>
              </a:rPr>
              <a:t>SLIDE-SHAPE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Editing Fixture</dc:title>
  <dc:creator>pptx-viewer-sdk</dc:creator>
  <cp:lastModifiedBy>pptx-viewer-sdk</cp:lastModifiedBy>
  <cp:revision>2</cp:revision>
  <dcterms:created xsi:type="dcterms:W3CDTF">2026-07-09T00:52:34Z</dcterms:created>
  <dcterms:modified xsi:type="dcterms:W3CDTF">2026-07-09T00:52:34Z</dcterms:modified>
</cp:coreProperties>
</file>