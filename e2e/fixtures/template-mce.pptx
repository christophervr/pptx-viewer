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10" name="LayoutMceChoiceShape"/>
              <p:cNvSpPr/>
              <p:nvPr/>
            </p:nvSpPr>
            <p:spPr>
              <a:xfrm>
                <a:off x="2743200" y="5029200"/>
                <a:ext cx="914400" cy="457200"/>
              </a:xfrm>
              <a:prstGeom prst="rect">
                <a:avLst/>
              </a:prstGeom>
              <a:solidFill>
                <a:srgbClr val="70AD47"/>
              </a:solidFill>
            </p:spPr>
            <p:txBody>
              <a:bodyPr/>
              <a:lstStyle/>
              <a:p>
                <a:r>
                  <a:rPr lang="en-US"/>
                  <a:t>LayoutMceChoiceShape</a:t>
                </a:r>
              </a:p>
            </p:txBody>
          </p:sp>
        </mc:Choice>
        <mc:Fallback>
          <p:sp>
            <p:nvSpPr>
              <p:cNvPr id="210" name="LayoutMceFallbackShape"/>
              <p:cNvSpPr/>
              <p:nvPr/>
            </p:nvSpPr>
            <p:spPr>
              <a:xfrm>
                <a:off x="2743200" y="5029200"/>
                <a:ext cx="914400" cy="457200"/>
              </a:xfrm>
              <a:prstGeom prst="rect">
                <a:avLst/>
              </a:prstGeom>
              <a:solidFill>
                <a:srgbClr val="A5A5A5"/>
              </a:solidFill>
            </p:spPr>
            <p:txBody>
              <a:bodyPr/>
              <a:lstStyle/>
              <a:p>
                <a:r>
                  <a:rPr lang="en-US"/>
                  <a:t>LayoutMceFallbackShape</a:t>
                </a:r>
              </a:p>
            </p:txBody>
          </p:sp>
        </mc:Fallback>
      </mc:AlternateContent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 txBox="0"/>
          <p:nvPr/>
        </p:nvSpPr>
        <p:spPr>
          <a:xfrm>
            <a:off x="571500" y="571500"/>
            <a:ext cx="1905000" cy="1143000"/>
          </a:xfrm>
          <a:prstGeom prst="rect">
            <a:avLst/>
          </a:prstGeom>
          <a:solidFill>
            <a:srgbClr val="4472C4"/>
          </a:solidFill>
        </p:spPr>
        <p:txBody>
          <a:bodyPr wrap="square"/>
          <a:lstStyle/>
          <a:p>
            <a:r>
              <a:rPr lang="en-US" dirty="0">
                <a:solidFill>
                  <a:srgbClr val="FFFFFF"/>
                </a:solidFill>
              </a:rPr>
              <a:t>SLIDE-SHAPE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pptx-viewer-sdk</Application>
  <Slides>1</Slides>
  <ScaleCrop>false</ScaleCrop>
  <LinksUpToDate>false</LinksUpToDate>
  <SharedDoc>false</SharedDoc>
  <HyperlinksChanged>false</HyperlinksChanged>
  <AppVersion>1.0000</AppVersion>
  <HiddenSlides>0</HiddenSlides>
  <Notes>0</Notes>
  <Words>1</Words>
  <Paragraphs>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MCE Fixture</dc:title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