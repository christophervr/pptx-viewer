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5.6818181818181816E-2"/>
                  <c:y val="-0.1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DF-454B-98CC-95C28BBA2A37}"/>
                </c:ext>
              </c:extLst>
            </c:dLbl>
            <c:spPr>
              <a:solidFill>
                <a:srgbClr val="FFFFCC"/>
              </a:solidFill>
              <a:ln>
                <a:solidFill>
                  <a:srgbClr val="C0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DF-454B-98CC-95C28BBA2A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DF-454B-98CC-95C28BBA2A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DF-454B-98CC-95C28BBA2A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1280703"/>
        <c:axId val="1628631375"/>
      </c:lineChart>
      <c:catAx>
        <c:axId val="1421280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8631375"/>
        <c:crosses val="autoZero"/>
        <c:auto val="1"/>
        <c:lblAlgn val="ctr"/>
        <c:lblOffset val="100"/>
        <c:noMultiLvlLbl val="0"/>
      </c:catAx>
      <c:valAx>
        <c:axId val="1628631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280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F9-4260-9B5A-C853ABB5E6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5.6818181818181775E-2"/>
                  <c:y val="-0.120000000000000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F9-4260-9B5A-C853ABB5E6AD}"/>
                </c:ext>
              </c:extLst>
            </c:dLbl>
            <c:spPr>
              <a:solidFill>
                <a:srgbClr val="FFFFCC"/>
              </a:solidFill>
              <a:ln>
                <a:solidFill>
                  <a:srgbClr val="C0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9-4260-9B5A-C853ABB5E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5.6818181818181816E-2"/>
                  <c:y val="-0.120000000000000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E3E-455A-AB23-2675219EF4CF}"/>
                </c:ext>
              </c:extLst>
            </c:dLbl>
            <c:spPr>
              <a:solidFill>
                <a:srgbClr val="FFFFCC"/>
              </a:solidFill>
              <a:ln>
                <a:solidFill>
                  <a:srgbClr val="C0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3E-455A-AB23-2675219EF4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3E-455A-AB23-2675219EF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299168"/>
        <c:axId val="1628516175"/>
      </c:radarChart>
      <c:catAx>
        <c:axId val="87029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8516175"/>
        <c:crosses val="autoZero"/>
        <c:auto val="1"/>
        <c:lblAlgn val="ctr"/>
        <c:lblOffset val="100"/>
        <c:noMultiLvlLbl val="0"/>
      </c:catAx>
      <c:valAx>
        <c:axId val="162851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29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2E7E-0F32-10F8-AB19-487529D68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7EA44-5C4A-EF01-B70E-D6ADE0111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286A0-E2A8-C258-8914-54DF1A01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81B5-DEC5-FEE0-305E-34F03AE2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36F13-4BCD-D02B-467E-3193C411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1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06AF-A6FB-E637-9357-2762612A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4DBF-137E-5613-956F-1AA7D6E6C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B5966-2F63-C4EC-A2F5-303465BE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716F-B5E7-9AA2-AE4B-06C293D3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DA12-3DEA-320E-1C09-9E065FF5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7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685D-C4F1-2DB4-8DED-AE0EE2E7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A1B2B-4088-BD09-F101-632C4D4E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13A40-5F85-94BE-D614-73F212AB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92BC-9B0C-A733-0E65-7B1E5B1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D1D4-FDF3-7828-8C9C-5F3911DF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C8E9-51B2-969D-64CB-45E37F48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493F-71F9-5B30-D411-14052C2D2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7927C-6CC5-EE78-A1B6-2016070EB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C2848-B79D-66C2-1182-D283163A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463B3-E2BD-5FC4-65C7-5E8C5A0D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304BB-4706-1193-E460-BCB47DC7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8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152C7-A429-E80F-34B5-22F3328A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458E1-FC40-C5BA-9323-8079A5667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EE9F0-137D-9A47-3BB7-7DA076047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2DA1F-E1A9-2E52-ED5B-7DD756217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5C92A-75A8-0181-8A82-CD87C52F2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8B64B-7532-1D2D-4CCF-80DB5C97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720A0-B7C2-3EE0-46E0-8D4B40A7E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CC73B-D5CA-D716-98A2-874FFF1F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8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BE85-625E-7735-564E-083DB25B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8BED2-22FF-AA7E-DF25-D76B2937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ADF9D-2BD0-F1DA-3804-13A15060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50173-9150-5C7A-0F12-DED52B3D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3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02EF6-30E6-5DA1-F97B-1E85A2B6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8D949-01F8-11BB-18FB-5379CB4F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9499E-03DE-5558-D812-D923DEA1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2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603B-E17C-7DC1-F980-80183C3A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C370-A842-DA2F-9D70-52BCD370E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3E254-D6F3-D695-1C1A-B4D24B0CB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8D1DF-B5D7-8986-0029-DABEBFD3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8C00-B535-55A1-33AF-68C7315D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009E2-FD92-647D-E054-6148F45F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8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7264-14E4-9B62-F0F4-639855EA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AC445-0D99-0881-4798-FA9F4BC19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3974F-0285-DA60-1615-3DF7E8150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1508B-B6D1-4084-F3BA-948599D9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4EBE2-CB97-A621-3C59-21275A06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AC719-38F5-97D4-7024-E1F1CB78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0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207F-DCB1-06E4-79FA-228FF1E2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2F34B-3D1D-5BC5-9B0B-AFF886E08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43D5-3B7B-E36F-9E1C-265F0B9B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2A14-79C0-92A0-BC3A-7C492781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6B33F-BCB4-175B-8C1C-E7FA24EA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6549B-A4CF-1BFC-A8B2-20D3CFA5C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BF1CE-1970-3F59-85A8-5379BB103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33C7-ECCD-7B76-56CF-70F958F9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7E0F-3299-BA3E-FFE1-A4BF5BA5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824A0-CCCE-41D7-5664-1E288961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7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A549C9-455F-1162-EC1B-54EAFF60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86EB2-5A4F-825A-0397-574C1F3CD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44B9-4556-9B2A-0CB1-D8DC55A9F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7F41A-A56C-4531-AA08-CD95BE054A92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3ED46-4746-5CA5-0332-91E0A6D5B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E291C-9FC7-C8F0-0251-EDCBE8804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187C9-18BD-4526-B109-8C2911AA3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7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94292-2B12-3606-161A-46B88C4838A6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line callout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5DDCC91-1C38-7EA8-9728-4B4F55CCA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48647"/>
              </p:ext>
            </p:extLst>
          </p:nvPr>
        </p:nvGraphicFramePr>
        <p:xfrm>
          <a:off x="508000" y="381000"/>
          <a:ext cx="11176000" cy="6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321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34970-949E-51A0-00FF-587367BCA0B4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doughnut callout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C82875-083C-E282-740F-609C1F0F2A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531129"/>
              </p:ext>
            </p:extLst>
          </p:nvPr>
        </p:nvGraphicFramePr>
        <p:xfrm>
          <a:off x="508000" y="381000"/>
          <a:ext cx="11176000" cy="6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361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8406B-07C8-B801-2ABC-E070555BCCC7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radar callout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D9CCA68-DD6A-5F01-9BBD-4F6E7790BD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238035"/>
              </p:ext>
            </p:extLst>
          </p:nvPr>
        </p:nvGraphicFramePr>
        <p:xfrm>
          <a:off x="508000" y="381000"/>
          <a:ext cx="11176000" cy="6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748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Custom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2026-09-25T08:39:48Z</dcterms:created>
  <dcterms:modified xsi:type="dcterms:W3CDTF">2026-09-25T08:40:00Z</dcterms:modified>
</cp:coreProperties>
</file>