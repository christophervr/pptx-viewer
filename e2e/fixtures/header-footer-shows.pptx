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custShowLst>
    <p:custShow name="Short Show" id="0">
      <p:sldLst>
        <p:sld r:id="rId2"/>
        <p:sld r:id="rId4"/>
      </p:sldLst>
    </p:custShow>
    <p:custShow name="Reverse" id="1">
      <p:sldLst>
        <p:sld r:id="rId4"/>
        <p:sld r:id="rId3"/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6DAEE-DED5-2045-22F2-FDA6A576C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11EB9-5BBB-1B42-CF83-47E5F4138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BE5B0-9913-C2A6-0486-9D07DB6C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1417E-6206-4030-9E25-E09F3C08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81F10-A4DA-1FCC-569D-027EA4D3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6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65FE-4A0D-D385-4D06-C3CFA5D6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219B9-8BE2-DA6E-2706-79D489BF0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8E33D-69A5-A339-E9F1-A5714164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8063D-219B-2B6A-35A8-75BE009E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AB89E-E7FE-7B8D-E806-A677C413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8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30FF-0AE9-6126-BD45-C8368080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E7CDB-03FE-F65A-2932-AD5F697DC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D6F39-E76F-5753-1AF3-68533530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80857-4CB7-95A0-8E93-B73EB9B6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F437D-8C42-0EE8-A22A-D03DF3F7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F4F9-56DE-F2B0-95DE-7A0639E5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F9B1F-B5A3-17BA-3894-51465629D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6D245-30E4-95F4-C173-0C1A4B65E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79B8C-0C46-D988-7F70-ED8481D5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B58D4-CB08-8702-022B-4202B40D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4B479-8B3C-6C56-8FCF-8C0E9B54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8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C13A7-78FA-27DF-59D8-440B3D86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8005E-8A83-DDB9-DDB1-1C6EEC1F2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E5301-0E73-05ED-FBA5-5F7AB8D8B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61E09-A63C-27C6-1649-EC40264E4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B0EAB-084A-1ACE-7F2F-1242A281F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F4D407-DBFA-EF4D-3007-7BFB5A79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E4001-2325-166B-0472-A7ED2DB8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D307B-2051-70FF-689B-4EF88EE7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1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36FB-0BCA-29B9-0FCF-442C2DD1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DC596-CD5A-19DC-EC2C-09DA09B0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BB827-4593-3F30-2450-31E29D83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22BFC-F510-1595-505D-E0A60D43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8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A07A2-4B22-7133-0FDB-B3AA2865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DF455-2D87-FDC0-860E-3B9A0F45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EB2B8-E986-1E70-0D48-864DD0BF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3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66A5-AF8C-3BC0-0DF5-D6AB08B6A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DCC5-B24F-D8C4-8F18-87BDD735D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20655-0514-E7B6-3E66-1D9583133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3282C-6A9D-5D22-5A1F-1FCB13009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656B6-A1E5-5A9B-78FD-FC188823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C6F4F-EB4D-535A-FE5A-72363873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A18F-1AA5-C38D-30A4-6F5B44ED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5985E3-38FD-5860-A3A1-CD9AB1083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487DD-B6F1-E85C-C3C7-E84423AD4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83805-6A93-13B2-C7A2-58B60217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22558-58ED-A85F-342F-09760CCE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5893C-DED4-0764-8775-B70CB190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6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FAF6-CCAA-AEC6-D1A6-D354245A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B81FB-59D5-7560-88CE-613DC5A3C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A02B-07ED-B2DB-6BE9-0BBEA0D2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968E7-780A-BACD-A87C-1EB4053E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D8594-55C6-EAD9-6F1F-D82B74E5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0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796A07-8D9E-75BD-48CB-C4691BCF40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24358-1BBB-A031-165C-E078D011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F310C-0C79-DF19-2BC2-ADB430C4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4BB73-E337-437A-982C-FE667C659A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63C36-20B5-82FC-6C2E-C4859D3B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3773-6C38-B1FC-F136-9DE63537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1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9B6EC5-9BD3-5D06-C2F4-19C78510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3AB4F-8862-F439-EB3B-4A0F98FEC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AE09D-40CD-894B-5CE7-6A4D331ED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Fixture 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29E1D-45E5-9815-CB8A-2AF578E4C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Fixture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39508-BCF4-94F9-52A0-EDED12061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58E1A-0ED0-4CAC-A1FB-8B04C2673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3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B361-6982-7A0A-BB7A-11E7F467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9DAC1-11F5-0C43-A1A9-A7927851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A4AB8-FCCF-ACE9-A9CD-97E31557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BCA95-EABB-6E0F-D152-3D753B4D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95624-FECF-4AF6-8C61-E9C11E0ACE89}" type="datetime1">
              <a:rPr lang="en-US" smtClean="0"/>
              <a:t>2026-08-13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7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091B-343F-764F-85CF-6953DD22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Beta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4110D-D8BD-00BA-9866-8C069893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008C-E91B-1064-34DD-8300EAD8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851B4-2106-6233-8107-76C1D21A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A380E-8A28-42B8-8555-3D9A16D608C8}" type="datetime1">
              <a:rPr lang="en-US" smtClean="0"/>
              <a:t>2026-08-13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68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8D45-08A0-3930-F076-E01F1031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Gamma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FB7CD-804A-0742-1C78-2A981564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4C07F-5200-94D0-4665-67B47B27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8E1A-0ED0-4CAC-A1FB-8B04C26732C4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69D80-C38E-AA0A-CF6B-C98015D2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C8841-5EB6-4F3B-B614-1087B8DD66CB}" type="datetime1">
              <a:rPr lang="en-US" smtClean="0"/>
              <a:t>2026-08-13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83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  <vt:variant>
        <vt:lpstr>Custom Shows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Alpha Slide</vt:lpstr>
      <vt:lpstr>Beta Slide</vt:lpstr>
      <vt:lpstr>Gamma Slide</vt:lpstr>
      <vt:lpstr>Short Show</vt:lpstr>
      <vt:lpstr>Reverse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2026-08-13T07:42:53Z</dcterms:created>
  <dcterms:modified xsi:type="dcterms:W3CDTF">2026-08-13T07:42:54Z</dcterms:modified>
</cp:coreProperties>
</file>