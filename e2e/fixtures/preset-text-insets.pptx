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381000" y="381000"/>
            <a:ext cx="2476500" cy="1524000"/>
          </a:xfrm>
          <a:prstGeom prst="rect">
            <a:avLst/>
          </a:prstGeom>
          <a:noFill/>
          <a:ln>
            <a:solidFill>
              <a:srgbClr val="808080"/>
            </a:solidFill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latin typeface="Arial"/>
                <a:cs typeface="Arial"/>
              </a:rPr>
              <a:t>RECT CONTROL wrapped filler text used to measure the plain box inset baseline</a:t>
            </a:r>
          </a:p>
        </p:txBody>
      </p:sp>
      <p:sp>
        <p:nvSpPr>
          <p:cNvPr id="3" name="chevron"/>
          <p:cNvSpPr/>
          <p:nvPr/>
        </p:nvSpPr>
        <p:spPr>
          <a:xfrm>
            <a:off x="3238500" y="381000"/>
            <a:ext cx="2476500" cy="1524000"/>
          </a:xfrm>
          <a:prstGeom prst="chevron">
            <a:avLst/>
          </a:prstGeom>
          <a:noFill/>
          <a:ln>
            <a:solidFill>
              <a:srgbClr val="808080"/>
            </a:solidFill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latin typeface="Arial"/>
                <a:cs typeface="Arial"/>
              </a:rPr>
              <a:t>CHEVRON wrapped filler text used to measure the arrow text rectangle inset</a:t>
            </a:r>
          </a:p>
        </p:txBody>
      </p:sp>
      <p:sp>
        <p:nvSpPr>
          <p:cNvPr id="4" name="homePlate"/>
          <p:cNvSpPr/>
          <p:nvPr/>
        </p:nvSpPr>
        <p:spPr>
          <a:xfrm>
            <a:off x="6096000" y="381000"/>
            <a:ext cx="2476500" cy="1524000"/>
          </a:xfrm>
          <a:prstGeom prst="homePlate">
            <a:avLst/>
          </a:prstGeom>
          <a:noFill/>
          <a:ln>
            <a:solidFill>
              <a:srgbClr val="808080"/>
            </a:solidFill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latin typeface="Arial"/>
                <a:cs typeface="Arial"/>
              </a:rPr>
              <a:t>HOMEPLATE wrapped filler text used to measure the pentagon text rectangle inset</a:t>
            </a:r>
          </a:p>
        </p:txBody>
      </p:sp>
      <p:sp>
        <p:nvSpPr>
          <p:cNvPr id="5" name="star5"/>
          <p:cNvSpPr/>
          <p:nvPr/>
        </p:nvSpPr>
        <p:spPr>
          <a:xfrm>
            <a:off x="8953500" y="381000"/>
            <a:ext cx="2476500" cy="1524000"/>
          </a:xfrm>
          <a:prstGeom prst="star5">
            <a:avLst/>
          </a:prstGeom>
          <a:noFill/>
          <a:ln>
            <a:solidFill>
              <a:srgbClr val="808080"/>
            </a:solidFill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latin typeface="Arial"/>
                <a:cs typeface="Arial"/>
              </a:rPr>
              <a:t>STAR5 wrapped filler text used to measure the star text rectangle inset</a:t>
            </a:r>
          </a:p>
        </p:txBody>
      </p:sp>
      <p:sp>
        <p:nvSpPr>
          <p:cNvPr id="6" name="pie"/>
          <p:cNvSpPr/>
          <p:nvPr/>
        </p:nvSpPr>
        <p:spPr>
          <a:xfrm>
            <a:off x="381000" y="2286000"/>
            <a:ext cx="2476500" cy="1524000"/>
          </a:xfrm>
          <a:prstGeom prst="pie">
            <a:avLst/>
          </a:prstGeom>
          <a:noFill/>
          <a:ln>
            <a:solidFill>
              <a:srgbClr val="808080"/>
            </a:solidFill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latin typeface="Arial"/>
                <a:cs typeface="Arial"/>
              </a:rPr>
              <a:t>PIE wrapped filler text used to measure the wedge text rectangle inset</a:t>
            </a:r>
          </a:p>
        </p:txBody>
      </p:sp>
      <p:sp>
        <p:nvSpPr>
          <p:cNvPr id="7" name="flowChartDecision"/>
          <p:cNvSpPr/>
          <p:nvPr/>
        </p:nvSpPr>
        <p:spPr>
          <a:xfrm>
            <a:off x="3238500" y="2286000"/>
            <a:ext cx="2476500" cy="1524000"/>
          </a:xfrm>
          <a:prstGeom prst="flowChartDecision">
            <a:avLst/>
          </a:prstGeom>
          <a:noFill/>
          <a:ln>
            <a:solidFill>
              <a:srgbClr val="808080"/>
            </a:solidFill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latin typeface="Arial"/>
                <a:cs typeface="Arial"/>
              </a:rPr>
              <a:t>DECISION wrapped filler text used to measure the diamond text rectangle inset</a:t>
            </a:r>
          </a:p>
        </p:txBody>
      </p:sp>
      <p:sp>
        <p:nvSpPr>
          <p:cNvPr id="8" name="actionButtonHome"/>
          <p:cNvSpPr/>
          <p:nvPr/>
        </p:nvSpPr>
        <p:spPr>
          <a:xfrm>
            <a:off x="6096000" y="2286000"/>
            <a:ext cx="2476500" cy="1524000"/>
          </a:xfrm>
          <a:prstGeom prst="actionButtonHome">
            <a:avLst/>
          </a:prstGeom>
          <a:noFill/>
          <a:ln>
            <a:solidFill>
              <a:srgbClr val="808080"/>
            </a:solidFill>
          </a:ln>
        </p:spPr>
        <p:txBody>
          <a:bodyPr wrap="square" anchor="t">
            <a:noAutofit/>
          </a:bodyPr>
          <a:lstStyle/>
          <a:p>
            <a:pPr algn="l"/>
            <a:r>
              <a:rPr lang="en-US" sz="1000" dirty="0">
                <a:latin typeface="Arial"/>
                <a:cs typeface="Arial"/>
              </a:rPr>
              <a:t>ACTIONHOME wrapped filler text used to measure the button text rectangle inset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Preset Text Insets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