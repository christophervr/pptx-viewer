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4" r:id="rId2"/>
  </p:sldMasterIdLst>
  <p:notesMasterIdLst>
    <p:notesMasterId r:id="rId17"/>
  </p:notesMasterIdLst>
  <p:sldIdLst>
    <p:sldId id="290" r:id="rId3"/>
    <p:sldId id="310" r:id="rId4"/>
    <p:sldId id="32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282" r:id="rId13"/>
    <p:sldId id="308" r:id="rId14"/>
    <p:sldId id="309" r:id="rId15"/>
    <p:sldId id="16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8" userDrawn="1">
          <p15:clr>
            <a:srgbClr val="A4A3A4"/>
          </p15:clr>
        </p15:guide>
        <p15:guide id="2" pos="121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1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D4146"/>
    <a:srgbClr val="3FC0C2"/>
    <a:srgbClr val="E16441"/>
    <a:srgbClr val="FC4C02"/>
    <a:srgbClr val="E74011"/>
    <a:srgbClr val="F48785"/>
    <a:srgbClr val="0A0B0C"/>
    <a:srgbClr val="27282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29" autoAdjust="0"/>
    <p:restoredTop sz="92074" autoAdjust="0"/>
  </p:normalViewPr>
  <p:slideViewPr>
    <p:cSldViewPr snapToGrid="0" showGuides="1">
      <p:cViewPr varScale="1">
        <p:scale>
          <a:sx n="101" d="100"/>
          <a:sy n="101" d="100"/>
        </p:scale>
        <p:origin x="1317" y="69"/>
      </p:cViewPr>
      <p:guideLst>
        <p:guide orient="horz" pos="1888"/>
        <p:guide pos="121"/>
        <p:guide orient="horz" pos="2160"/>
        <p:guide orient="horz" pos="1842"/>
      </p:guideLst>
    </p:cSldViewPr>
  </p:slideViewPr>
  <p:outlineViewPr>
    <p:cViewPr>
      <p:scale>
        <a:sx n="33" d="100"/>
        <a:sy n="33" d="100"/>
      </p:scale>
      <p:origin x="0" y="-6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7BD0F-BBDE-411E-A597-E3E61CA35BBE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06838-A536-4A64-8BDD-901FED1AC1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419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06838-A536-4A64-8BDD-901FED1AC1D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926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06838-A536-4A64-8BDD-901FED1AC1D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01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06838-A536-4A64-8BDD-901FED1AC1D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513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432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 Cover Short - Left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uides" hidden="1">
            <a:extLst>
              <a:ext uri="{FF2B5EF4-FFF2-40B4-BE49-F238E27FC236}">
                <a16:creationId xmlns:a16="http://schemas.microsoft.com/office/drawing/2014/main" id="{D1B1F5E5-FFE8-4980-A265-A8325B569B1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23F6FD-53CE-4CDC-AE1B-C8DEFE54FA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951042"/>
            <a:ext cx="252000" cy="1260000"/>
          </a:xfrm>
          <a:solidFill>
            <a:srgbClr val="FC4C0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 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2FDCE9-7E54-467A-AABD-251F9D2B5E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2000" y="699280"/>
            <a:ext cx="5400000" cy="1512000"/>
          </a:xfrm>
          <a:solidFill>
            <a:srgbClr val="F18700">
              <a:alpha val="89804"/>
            </a:srgb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  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B9E8443-BC1B-4EC5-B12A-F2C5841892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2413" y="951042"/>
            <a:ext cx="4860000" cy="2038598"/>
          </a:xfrm>
          <a:solidFill>
            <a:srgbClr val="E74011">
              <a:alpha val="89804"/>
            </a:srgbClr>
          </a:solidFill>
        </p:spPr>
        <p:txBody>
          <a:bodyPr lIns="252000" bIns="12600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text if needed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E721B-418A-410D-B681-98E3D64A1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951042"/>
            <a:ext cx="4860000" cy="1260000"/>
          </a:xfrm>
          <a:solidFill>
            <a:srgbClr val="E40521">
              <a:alpha val="89804"/>
            </a:srgbClr>
          </a:solidFill>
        </p:spPr>
        <p:txBody>
          <a:bodyPr lIns="252000" anchor="ctr" anchorCtr="0">
            <a:noAutofit/>
          </a:bodyPr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D71D17-8BBD-4480-8857-F6C1324C9DE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1B85B03A-94F4-4B4D-A8A5-11258C6B4B9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65719" y="701703"/>
            <a:ext cx="4285151" cy="4675071"/>
          </a:xfrm>
          <a:custGeom>
            <a:avLst/>
            <a:gdLst>
              <a:gd name="connsiteX0" fmla="*/ 0 w 4285151"/>
              <a:gd name="connsiteY0" fmla="*/ 0 h 4675071"/>
              <a:gd name="connsiteX1" fmla="*/ 1947862 w 4285151"/>
              <a:gd name="connsiteY1" fmla="*/ 0 h 4675071"/>
              <a:gd name="connsiteX2" fmla="*/ 4285151 w 4285151"/>
              <a:gd name="connsiteY2" fmla="*/ 2337597 h 4675071"/>
              <a:gd name="connsiteX3" fmla="*/ 1947862 w 4285151"/>
              <a:gd name="connsiteY3" fmla="*/ 4675071 h 4675071"/>
              <a:gd name="connsiteX4" fmla="*/ 0 w 4285151"/>
              <a:gd name="connsiteY4" fmla="*/ 4675071 h 4675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5151" h="4675071">
                <a:moveTo>
                  <a:pt x="0" y="0"/>
                </a:moveTo>
                <a:lnTo>
                  <a:pt x="1947862" y="0"/>
                </a:lnTo>
                <a:cubicBezTo>
                  <a:pt x="3238744" y="0"/>
                  <a:pt x="4285151" y="1046612"/>
                  <a:pt x="4285151" y="2337597"/>
                </a:cubicBezTo>
                <a:cubicBezTo>
                  <a:pt x="4285151" y="3628581"/>
                  <a:pt x="3238744" y="4675071"/>
                  <a:pt x="1947862" y="4675071"/>
                </a:cubicBezTo>
                <a:lnTo>
                  <a:pt x="0" y="4675071"/>
                </a:lnTo>
                <a:close/>
              </a:path>
            </a:pathLst>
          </a:custGeom>
        </p:spPr>
        <p:txBody>
          <a:bodyPr wrap="square" lIns="144000" tIns="144000"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00" y="5899365"/>
            <a:ext cx="1850705" cy="72337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763DBB-2D5C-462E-8FA3-DD827D3FAD36}"/>
              </a:ext>
            </a:extLst>
          </p:cNvPr>
          <p:cNvSpPr/>
          <p:nvPr userDrawn="1"/>
        </p:nvSpPr>
        <p:spPr>
          <a:xfrm>
            <a:off x="250800" y="6664824"/>
            <a:ext cx="2561530" cy="10600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tabLst>
                <a:tab pos="269875" algn="l"/>
              </a:tabLst>
            </a:pPr>
            <a:r>
              <a:rPr lang="en-GB" sz="600" dirty="0">
                <a:solidFill>
                  <a:schemeClr val="bg1"/>
                </a:solidFill>
              </a:rPr>
              <a:t>© </a:t>
            </a:r>
            <a:fld id="{CDB19C54-48A0-491D-8FDF-89F14D39A45C}" type="datetimeyyyy">
              <a:rPr lang="en-GB" sz="600" smtClean="0">
                <a:solidFill>
                  <a:schemeClr val="bg1"/>
                </a:solidFill>
              </a:rPr>
              <a:t>2026</a:t>
            </a:fld>
            <a:r>
              <a:rPr lang="en-GB" sz="600" dirty="0">
                <a:solidFill>
                  <a:schemeClr val="bg1"/>
                </a:solidFill>
              </a:rPr>
              <a:t> BAE Systems. All Rights Reserved.</a:t>
            </a:r>
            <a:r>
              <a:rPr lang="en-GB" sz="600" baseline="0" dirty="0">
                <a:solidFill>
                  <a:schemeClr val="bg1"/>
                </a:solidFill>
              </a:rPr>
              <a:t> </a:t>
            </a:r>
            <a:r>
              <a:rPr lang="en-GB" sz="600" dirty="0">
                <a:solidFill>
                  <a:schemeClr val="bg1"/>
                </a:solidFill>
              </a:rPr>
              <a:t>BAE SYSTEMS is a registered trademark.</a:t>
            </a:r>
          </a:p>
        </p:txBody>
      </p:sp>
      <p:sp>
        <p:nvSpPr>
          <p:cNvPr id="5" name="hcSlideMaster.DI Cover Short - Left Dark BlueHeader"/>
          <p:cNvSpPr txBox="1"/>
          <p:nvPr userDrawn="1"/>
        </p:nvSpPr>
        <p:spPr>
          <a:xfrm>
            <a:off x="0" y="0"/>
            <a:ext cx="1219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endParaRPr lang="en-GB" sz="800" b="1" i="0" u="none" baseline="0" dirty="0" err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" name="fcSlideMaster.DI Cover Short - Left Dark BlueFooter" descr="BAE SYSTEMS PROPRIETARY"/>
          <p:cNvSpPr txBox="1"/>
          <p:nvPr userDrawn="1"/>
        </p:nvSpPr>
        <p:spPr>
          <a:xfrm>
            <a:off x="0" y="6545580"/>
            <a:ext cx="1219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 i="0" u="none" baseline="0">
                <a:solidFill>
                  <a:srgbClr val="000000"/>
                </a:solidFill>
                <a:latin typeface="tahoma" panose="020B0604030504040204" pitchFamily="34" charset="0"/>
              </a:rPr>
              <a:t>BAE SYSTEMS PROPRIETARY</a:t>
            </a:r>
            <a:endParaRPr lang="en-GB" sz="800" b="1" i="0" u="none" baseline="0" dirty="0" err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9" name="hcSlideMaster582.1_DI Cover Short - Left Dark BlueHeader">
            <a:extLst>
              <a:ext uri="{FF2B5EF4-FFF2-40B4-BE49-F238E27FC236}">
                <a16:creationId xmlns:a16="http://schemas.microsoft.com/office/drawing/2014/main" id="{75E1706A-DB2E-1891-4B3A-A3301715930E}"/>
              </a:ext>
            </a:extLst>
          </p:cNvPr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1" name="fcSlideMaster582.1_DI Cover Short - Left Dark BlueFooter">
            <a:extLst>
              <a:ext uri="{FF2B5EF4-FFF2-40B4-BE49-F238E27FC236}">
                <a16:creationId xmlns:a16="http://schemas.microsoft.com/office/drawing/2014/main" id="{1ABFA2B7-A374-D3A2-84AC-477058EC2308}"/>
              </a:ext>
            </a:extLst>
          </p:cNvPr>
          <p:cNvSpPr txBox="1"/>
          <p:nvPr userDrawn="1"/>
        </p:nvSpPr>
        <p:spPr>
          <a:xfrm>
            <a:off x="0" y="6423660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96511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4EAC1649-86F4-666C-3F97-B23E9F1BDF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1885926"/>
            <a:ext cx="5619285" cy="3944365"/>
          </a:xfrm>
          <a:noFill/>
        </p:spPr>
        <p:txBody>
          <a:bodyPr lIns="0" tIns="0" rIns="0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0666FA9-5E12-5551-D685-4F6B2F4D47F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42833" y="1885926"/>
            <a:ext cx="3543460" cy="3911898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468F7017-4BE7-1CAD-8B28-204A83139AB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037791" y="1885925"/>
            <a:ext cx="1861265" cy="2851412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0404896-199F-3A77-4206-B7C34D72068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037791" y="4880448"/>
            <a:ext cx="1861264" cy="917375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BD5C3B-CCF5-879F-A13F-C2CF9001BA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3110"/>
            <a:ext cx="11525802" cy="647908"/>
          </a:xfrm>
          <a:noFill/>
        </p:spPr>
        <p:txBody>
          <a:bodyPr lIns="0" anchor="ctr" anchorCtr="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7865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8F6C1A-A83F-074A-32F0-6A7979C7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079" y="1075034"/>
            <a:ext cx="4833986" cy="1668465"/>
          </a:xfrm>
          <a:prstGeom prst="rect">
            <a:avLst/>
          </a:prstGeom>
          <a:noFill/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90000"/>
              </a:lnSpc>
              <a:defRPr sz="4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50FE201A-57F6-D2B4-82E2-F1382F7ED4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58079" y="2757299"/>
            <a:ext cx="4833986" cy="3143677"/>
          </a:xfrm>
          <a:noFill/>
        </p:spPr>
        <p:txBody>
          <a:bodyPr lIns="288000" tIns="216000" rIns="288000" bIns="288000"/>
          <a:lstStyle>
            <a:lvl1pPr marL="0" indent="0">
              <a:buNone/>
              <a:defRPr sz="2200" b="1">
                <a:solidFill>
                  <a:srgbClr val="FC4C02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20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laceholder_for_GS.png">
            <a:extLst>
              <a:ext uri="{FF2B5EF4-FFF2-40B4-BE49-F238E27FC236}">
                <a16:creationId xmlns:a16="http://schemas.microsoft.com/office/drawing/2014/main" id="{F44D70C7-EC9A-BE9F-F208-46AC83B9448E}"/>
              </a:ext>
            </a:extLst>
          </p:cNvPr>
          <p:cNvSpPr>
            <a:spLocks noGrp="1"/>
          </p:cNvSpPr>
          <p:nvPr>
            <p:ph type="pic" sz="half" idx="22"/>
          </p:nvPr>
        </p:nvSpPr>
        <p:spPr>
          <a:xfrm>
            <a:off x="524142" y="1075034"/>
            <a:ext cx="5727680" cy="4825943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4063510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ox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90B08A-7252-D25C-466E-1B74F53A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hcSlideMaster.Box Header OnlyHeader">
            <a:extLst>
              <a:ext uri="{FF2B5EF4-FFF2-40B4-BE49-F238E27FC236}">
                <a16:creationId xmlns:a16="http://schemas.microsoft.com/office/drawing/2014/main" id="{E60E4C52-7B3D-F3AB-95C7-D68A63CC9031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OnlyFooter">
            <a:extLst>
              <a:ext uri="{FF2B5EF4-FFF2-40B4-BE49-F238E27FC236}">
                <a16:creationId xmlns:a16="http://schemas.microsoft.com/office/drawing/2014/main" id="{E305F46A-A9E5-EE45-EC51-8178000FF760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190188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314">
          <p15:clr>
            <a:srgbClr val="FF96FF"/>
          </p15:clr>
        </p15:guide>
        <p15:guide id="3" pos="680">
          <p15:clr>
            <a:srgbClr val="FF96FF"/>
          </p15:clr>
        </p15:guide>
        <p15:guide id="4" pos="7542">
          <p15:clr>
            <a:srgbClr val="FF96FF"/>
          </p15:clr>
        </p15:guide>
        <p15:guide id="5" pos="8177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ox Header -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F38AD8-753B-0FAD-2CB9-C78298E6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57" y="440059"/>
            <a:ext cx="6382800" cy="76009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08A6A54-631D-46CD-A50B-36674304582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40001"/>
            <a:ext cx="6380957" cy="3643139"/>
          </a:xfrm>
        </p:spPr>
        <p:txBody>
          <a:bodyPr tIns="0"/>
          <a:lstStyle>
            <a:lvl1pPr>
              <a:defRPr/>
            </a:lvl1pPr>
          </a:lstStyle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5199928-C06E-4CB9-96E5-EF5C80BC1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000" y="5194801"/>
            <a:ext cx="6380956" cy="612775"/>
          </a:xfrm>
          <a:solidFill>
            <a:srgbClr val="EAE4E1"/>
          </a:solidFill>
        </p:spPr>
        <p:txBody>
          <a:bodyPr lIns="108000" rIns="108000" anchor="ctr"/>
          <a:lstStyle>
            <a:lvl1pPr marL="0" marR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 Click to add text or remove box if not needed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E8553614-A425-4A95-AD44-0B0428BC61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320788" y="720000"/>
            <a:ext cx="4618800" cy="52236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hcSlideMaster.Box Header - Content and PictureHeader">
            <a:extLst>
              <a:ext uri="{FF2B5EF4-FFF2-40B4-BE49-F238E27FC236}">
                <a16:creationId xmlns:a16="http://schemas.microsoft.com/office/drawing/2014/main" id="{B6A9A4D0-78DA-32B8-CFE9-04CB2C09814F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Content and PictureFooter">
            <a:extLst>
              <a:ext uri="{FF2B5EF4-FFF2-40B4-BE49-F238E27FC236}">
                <a16:creationId xmlns:a16="http://schemas.microsoft.com/office/drawing/2014/main" id="{880CA164-E2E7-603F-83F8-2AD46E5629F9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8597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7544">
          <p15:clr>
            <a:srgbClr val="FF96FF"/>
          </p15:clr>
        </p15:guide>
        <p15:guide id="7" pos="8177">
          <p15:clr>
            <a:srgbClr val="FF96FF"/>
          </p15:clr>
        </p15:guide>
        <p15:guide id="8" pos="15041">
          <p15:clr>
            <a:srgbClr val="FF96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867DF194-D8DF-9CD6-74C0-D933A31006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0000" y="1590261"/>
            <a:ext cx="3516997" cy="1391498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81E77B9-7F37-272F-C543-6ACF972092A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64402" y="1590261"/>
            <a:ext cx="3516997" cy="1391498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B69DCA9B-5967-3552-EC89-6A68650D0E0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368805" y="1590261"/>
            <a:ext cx="3516997" cy="1391498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73BEFB1-0E32-7641-60E7-E91663DB0C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3147392"/>
            <a:ext cx="3516997" cy="2685029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D2B963E-D773-920B-8AE6-7E57803028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64402" y="3147392"/>
            <a:ext cx="3516997" cy="2685029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4B68837-54F1-6E39-28AB-74B9DE78A76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8805" y="3147392"/>
            <a:ext cx="3516997" cy="2685029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E20F969-54C4-33C9-024E-9E5DAA076F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3110"/>
            <a:ext cx="11525802" cy="647908"/>
          </a:xfrm>
          <a:noFill/>
        </p:spPr>
        <p:txBody>
          <a:bodyPr lIns="0" anchor="ctr" anchorCtr="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3641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ternal Cove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5969DE-7EF3-652A-53FB-EA9BD0ECC10F}"/>
              </a:ext>
            </a:extLst>
          </p:cNvPr>
          <p:cNvSpPr txBox="1"/>
          <p:nvPr userDrawn="1"/>
        </p:nvSpPr>
        <p:spPr>
          <a:xfrm>
            <a:off x="395285" y="3048954"/>
            <a:ext cx="11401431" cy="7600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8000" b="0" dirty="0">
                <a:latin typeface="Aptos" panose="020B0004020202020204" pitchFamily="34" charset="0"/>
              </a:rPr>
              <a:t>External Covers</a:t>
            </a:r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C193C14-E01E-6FD8-4CA2-28DA06896677}"/>
              </a:ext>
            </a:extLst>
          </p:cNvPr>
          <p:cNvSpPr/>
          <p:nvPr userDrawn="1"/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hcSlideMaster.External CoversHeader">
            <a:extLst>
              <a:ext uri="{FF2B5EF4-FFF2-40B4-BE49-F238E27FC236}">
                <a16:creationId xmlns:a16="http://schemas.microsoft.com/office/drawing/2014/main" id="{A7777FC0-E783-1860-1E0B-9906719F582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3" name="fcSlideMaster.External CoversFooter">
            <a:extLst>
              <a:ext uri="{FF2B5EF4-FFF2-40B4-BE49-F238E27FC236}">
                <a16:creationId xmlns:a16="http://schemas.microsoft.com/office/drawing/2014/main" id="{6A016E4F-33B6-3734-828E-7791B84B94E0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002474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xternal Cover 1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nline Image Placeholder 13">
            <a:extLst>
              <a:ext uri="{FF2B5EF4-FFF2-40B4-BE49-F238E27FC236}">
                <a16:creationId xmlns:a16="http://schemas.microsoft.com/office/drawing/2014/main" id="{B8C17540-00C0-9986-3E0C-A483D6D3151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0" y="0"/>
            <a:ext cx="12192000" cy="6858000"/>
          </a:xfr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1080000"/>
            <a:ext cx="5353185" cy="1347861"/>
          </a:xfrm>
          <a:noFill/>
          <a:ln>
            <a:noFill/>
          </a:ln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999" y="2435639"/>
            <a:ext cx="5353185" cy="546100"/>
          </a:xfrm>
          <a:noFill/>
        </p:spPr>
        <p:txBody>
          <a:bodyPr lIns="180000" tIns="180000" rIns="180000" bIns="18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5" name="hcSlideMaster.External Cover 1 White TextHeader">
            <a:extLst>
              <a:ext uri="{FF2B5EF4-FFF2-40B4-BE49-F238E27FC236}">
                <a16:creationId xmlns:a16="http://schemas.microsoft.com/office/drawing/2014/main" id="{512365D6-F745-0275-E041-9936B52A55EE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External Cover 1 White TextFooter">
            <a:extLst>
              <a:ext uri="{FF2B5EF4-FFF2-40B4-BE49-F238E27FC236}">
                <a16:creationId xmlns:a16="http://schemas.microsoft.com/office/drawing/2014/main" id="{741BC0FB-6D45-5738-BCDE-A704AAE92C8E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156076-EB12-8444-7E6F-41BA58761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5905" y="6482376"/>
            <a:ext cx="2683740" cy="2898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tabLst>
                <a:tab pos="269862" algn="l"/>
              </a:tabLst>
            </a:pPr>
            <a:r>
              <a:rPr lang="en-GB" sz="600" dirty="0">
                <a:solidFill>
                  <a:schemeClr val="tx1"/>
                </a:solidFill>
              </a:rPr>
              <a:t>© </a:t>
            </a:r>
            <a:fld id="{CDB19C54-48A0-491D-8FDF-89F14D39A45C}" type="datetimeyyyy">
              <a:rPr lang="en-GB" sz="600" smtClean="0">
                <a:solidFill>
                  <a:schemeClr val="tx1"/>
                </a:solidFill>
              </a:rPr>
              <a:pPr>
                <a:spcAft>
                  <a:spcPts val="0"/>
                </a:spcAft>
                <a:tabLst>
                  <a:tab pos="269862" algn="l"/>
                </a:tabLst>
              </a:pPr>
              <a:t>2026</a:t>
            </a:fld>
            <a:r>
              <a:rPr lang="en-GB" sz="600" dirty="0">
                <a:solidFill>
                  <a:schemeClr val="tx1"/>
                </a:solidFill>
              </a:rPr>
              <a:t> BAE Systems. All Rights Reserved BAE SYSTEMS is a registered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1684D4-D722-0CF5-2EB7-DD997D7ECC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89490"/>
            <a:ext cx="121920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47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xternal Cover 1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nline Image Placeholder 13">
            <a:extLst>
              <a:ext uri="{FF2B5EF4-FFF2-40B4-BE49-F238E27FC236}">
                <a16:creationId xmlns:a16="http://schemas.microsoft.com/office/drawing/2014/main" id="{B8C17540-00C0-9986-3E0C-A483D6D3151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0" y="0"/>
            <a:ext cx="12192000" cy="6858000"/>
          </a:xfr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GB"/>
          </a:p>
        </p:txBody>
      </p: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FE54848B-DE5E-D7DE-E748-633D7408CE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8CCF3A47-5428-F687-1F67-3DA0E1A0E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1080000"/>
            <a:ext cx="5353185" cy="1347861"/>
          </a:xfrm>
          <a:noFill/>
          <a:ln>
            <a:noFill/>
          </a:ln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571052A-4905-9694-6048-F1CD16CAC2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999" y="2435639"/>
            <a:ext cx="5353185" cy="546100"/>
          </a:xfrm>
          <a:noFill/>
        </p:spPr>
        <p:txBody>
          <a:bodyPr lIns="180000" tIns="180000" rIns="180000" bIns="18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4" name="Guides">
            <a:extLst>
              <a:ext uri="{FF2B5EF4-FFF2-40B4-BE49-F238E27FC236}">
                <a16:creationId xmlns:a16="http://schemas.microsoft.com/office/drawing/2014/main" id="{C6EC8F98-BC9D-7885-C263-2B9BEA901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chemeClr val="bg1"/>
              </a:solidFill>
            </a:endParaRPr>
          </a:p>
        </p:txBody>
      </p:sp>
      <p:sp>
        <p:nvSpPr>
          <p:cNvPr id="26" name="hcSlideMaster.External Cover 1 White TextHeader">
            <a:extLst>
              <a:ext uri="{FF2B5EF4-FFF2-40B4-BE49-F238E27FC236}">
                <a16:creationId xmlns:a16="http://schemas.microsoft.com/office/drawing/2014/main" id="{E451C46C-CF1F-6F70-A6F1-5E286E9F9DA4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27" name="fcSlideMaster.External Cover 1 White TextFooter">
            <a:extLst>
              <a:ext uri="{FF2B5EF4-FFF2-40B4-BE49-F238E27FC236}">
                <a16:creationId xmlns:a16="http://schemas.microsoft.com/office/drawing/2014/main" id="{6E317D39-8C9F-92EC-7A62-B1FBD8DFB0D3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954D392-C7A9-5B58-7108-DA9D41C095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9" y="5989490"/>
            <a:ext cx="12173742" cy="5461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8BC66DB-8788-39DA-8163-8F46E2B82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5905" y="6482376"/>
            <a:ext cx="2683740" cy="2898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tabLst>
                <a:tab pos="269862" algn="l"/>
              </a:tabLst>
            </a:pPr>
            <a:r>
              <a:rPr lang="en-GB" sz="600" dirty="0">
                <a:solidFill>
                  <a:schemeClr val="bg1"/>
                </a:solidFill>
              </a:rPr>
              <a:t>© </a:t>
            </a:r>
            <a:fld id="{CDB19C54-48A0-491D-8FDF-89F14D39A45C}" type="datetimeyyyy">
              <a:rPr lang="en-GB" sz="600" smtClean="0">
                <a:solidFill>
                  <a:schemeClr val="bg1"/>
                </a:solidFill>
              </a:rPr>
              <a:pPr>
                <a:spcAft>
                  <a:spcPts val="0"/>
                </a:spcAft>
                <a:tabLst>
                  <a:tab pos="269862" algn="l"/>
                </a:tabLst>
              </a:pPr>
              <a:t>2026</a:t>
            </a:fld>
            <a:r>
              <a:rPr lang="en-GB" sz="600" dirty="0">
                <a:solidFill>
                  <a:schemeClr val="bg1"/>
                </a:solidFill>
              </a:rPr>
              <a:t> BAE Systems. All Rights Reserved BAE SYSTEMS is a registered trademark.</a:t>
            </a:r>
          </a:p>
        </p:txBody>
      </p:sp>
    </p:spTree>
    <p:extLst>
      <p:ext uri="{BB962C8B-B14F-4D97-AF65-F5344CB8AC3E}">
        <p14:creationId xmlns:p14="http://schemas.microsoft.com/office/powerpoint/2010/main" val="2565037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rnal Cover 1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1080000"/>
            <a:ext cx="5353185" cy="1347861"/>
          </a:xfrm>
          <a:noFill/>
          <a:ln>
            <a:noFill/>
          </a:ln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999" y="2435639"/>
            <a:ext cx="5353185" cy="546100"/>
          </a:xfrm>
          <a:noFill/>
        </p:spPr>
        <p:txBody>
          <a:bodyPr lIns="180000" tIns="180000" rIns="180000" bIns="18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33961D-9FB7-DCCF-A9EA-0D2657388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33816" y="6159029"/>
            <a:ext cx="1911081" cy="4901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/>
          </a:p>
        </p:txBody>
      </p:sp>
      <p:sp>
        <p:nvSpPr>
          <p:cNvPr id="5" name="hcSlideMaster.External Cover 1 White TextHeader">
            <a:extLst>
              <a:ext uri="{FF2B5EF4-FFF2-40B4-BE49-F238E27FC236}">
                <a16:creationId xmlns:a16="http://schemas.microsoft.com/office/drawing/2014/main" id="{512365D6-F745-0275-E041-9936B52A55EE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External Cover 1 White TextFooter">
            <a:extLst>
              <a:ext uri="{FF2B5EF4-FFF2-40B4-BE49-F238E27FC236}">
                <a16:creationId xmlns:a16="http://schemas.microsoft.com/office/drawing/2014/main" id="{741BC0FB-6D45-5738-BCDE-A704AAE92C8E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1684D4-D722-0CF5-2EB7-DD997D7ECC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89490"/>
            <a:ext cx="12192000" cy="546100"/>
          </a:xfrm>
          <a:prstGeom prst="rect">
            <a:avLst/>
          </a:prstGeom>
        </p:spPr>
      </p:pic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E05CA47A-D3EA-75F4-7FAD-B03473398ED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23817" y="1052782"/>
            <a:ext cx="3405319" cy="3708093"/>
          </a:xfrm>
          <a:custGeom>
            <a:avLst/>
            <a:gdLst>
              <a:gd name="csX0" fmla="*/ 325839 w 7587828"/>
              <a:gd name="csY0" fmla="*/ 0 h 8263016"/>
              <a:gd name="csX1" fmla="*/ 3500275 w 7587828"/>
              <a:gd name="csY1" fmla="*/ 0 h 8263016"/>
              <a:gd name="csX2" fmla="*/ 6378019 w 7587828"/>
              <a:gd name="csY2" fmla="*/ 1210262 h 8263016"/>
              <a:gd name="csX3" fmla="*/ 7225027 w 7587828"/>
              <a:gd name="csY3" fmla="*/ 2432704 h 8263016"/>
              <a:gd name="csX4" fmla="*/ 7580015 w 7587828"/>
              <a:gd name="csY4" fmla="*/ 3870488 h 8263016"/>
              <a:gd name="csX5" fmla="*/ 7275055 w 7587828"/>
              <a:gd name="csY5" fmla="*/ 5705457 h 8263016"/>
              <a:gd name="csX6" fmla="*/ 6198783 w 7587828"/>
              <a:gd name="csY6" fmla="*/ 7222418 h 8263016"/>
              <a:gd name="csX7" fmla="*/ 4946759 w 7587828"/>
              <a:gd name="csY7" fmla="*/ 7987640 h 8263016"/>
              <a:gd name="csX8" fmla="*/ 3528117 w 7587828"/>
              <a:gd name="csY8" fmla="*/ 8262582 h 8263016"/>
              <a:gd name="csX9" fmla="*/ 3482005 w 7587828"/>
              <a:gd name="csY9" fmla="*/ 8263016 h 8263016"/>
              <a:gd name="csX10" fmla="*/ 3456773 w 7587828"/>
              <a:gd name="csY10" fmla="*/ 8263016 h 8263016"/>
              <a:gd name="csX11" fmla="*/ 3456773 w 7587828"/>
              <a:gd name="csY11" fmla="*/ 8262582 h 8263016"/>
              <a:gd name="csX12" fmla="*/ 325839 w 7587828"/>
              <a:gd name="csY12" fmla="*/ 8262582 h 8263016"/>
              <a:gd name="csX13" fmla="*/ 0 w 7587828"/>
              <a:gd name="csY13" fmla="*/ 7936742 h 8263016"/>
              <a:gd name="csX14" fmla="*/ 0 w 7587828"/>
              <a:gd name="csY14" fmla="*/ 325839 h 8263016"/>
              <a:gd name="csX15" fmla="*/ 95272 w 7587828"/>
              <a:gd name="csY15" fmla="*/ 95273 h 8263016"/>
              <a:gd name="csX16" fmla="*/ 325839 w 7587828"/>
              <a:gd name="csY16" fmla="*/ 0 h 826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7587828" h="8263016">
                <a:moveTo>
                  <a:pt x="325839" y="0"/>
                </a:moveTo>
                <a:lnTo>
                  <a:pt x="3500275" y="0"/>
                </a:lnTo>
                <a:cubicBezTo>
                  <a:pt x="4586987" y="11311"/>
                  <a:pt x="5609315" y="441124"/>
                  <a:pt x="6378019" y="1210262"/>
                </a:cubicBezTo>
                <a:cubicBezTo>
                  <a:pt x="6735181" y="1567424"/>
                  <a:pt x="7020127" y="1978531"/>
                  <a:pt x="7225027" y="2432704"/>
                </a:cubicBezTo>
                <a:cubicBezTo>
                  <a:pt x="7429493" y="2885574"/>
                  <a:pt x="7549127" y="3369331"/>
                  <a:pt x="7580015" y="3870488"/>
                </a:cubicBezTo>
                <a:cubicBezTo>
                  <a:pt x="7618731" y="4493020"/>
                  <a:pt x="7513019" y="5127300"/>
                  <a:pt x="7275055" y="5705457"/>
                </a:cubicBezTo>
                <a:cubicBezTo>
                  <a:pt x="7036659" y="6283616"/>
                  <a:pt x="6664705" y="6808266"/>
                  <a:pt x="6198783" y="7222418"/>
                </a:cubicBezTo>
                <a:cubicBezTo>
                  <a:pt x="5827267" y="7553043"/>
                  <a:pt x="5406155" y="7810147"/>
                  <a:pt x="4946759" y="7987640"/>
                </a:cubicBezTo>
                <a:cubicBezTo>
                  <a:pt x="4495195" y="8162090"/>
                  <a:pt x="4017965" y="8254316"/>
                  <a:pt x="3528117" y="8262582"/>
                </a:cubicBezTo>
                <a:cubicBezTo>
                  <a:pt x="3528117" y="8262582"/>
                  <a:pt x="3482005" y="8263016"/>
                  <a:pt x="3482005" y="8263016"/>
                </a:cubicBezTo>
                <a:cubicBezTo>
                  <a:pt x="3473739" y="8263016"/>
                  <a:pt x="3465037" y="8263016"/>
                  <a:pt x="3456773" y="8263016"/>
                </a:cubicBezTo>
                <a:lnTo>
                  <a:pt x="3456773" y="8262582"/>
                </a:lnTo>
                <a:lnTo>
                  <a:pt x="325839" y="8262582"/>
                </a:lnTo>
                <a:cubicBezTo>
                  <a:pt x="146171" y="8262582"/>
                  <a:pt x="0" y="8116411"/>
                  <a:pt x="0" y="7936742"/>
                </a:cubicBezTo>
                <a:lnTo>
                  <a:pt x="0" y="325839"/>
                </a:lnTo>
                <a:cubicBezTo>
                  <a:pt x="0" y="238833"/>
                  <a:pt x="33932" y="157047"/>
                  <a:pt x="95272" y="95273"/>
                </a:cubicBezTo>
                <a:cubicBezTo>
                  <a:pt x="157047" y="33498"/>
                  <a:pt x="238833" y="0"/>
                  <a:pt x="325839" y="0"/>
                </a:cubicBezTo>
                <a:close/>
              </a:path>
            </a:pathLst>
          </a:custGeom>
          <a:pattFill prst="narVert">
            <a:fgClr>
              <a:srgbClr val="B0B0B0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378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xternal Cover 1 Whit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1080000"/>
            <a:ext cx="5353185" cy="1347861"/>
          </a:xfrm>
          <a:noFill/>
          <a:ln>
            <a:noFill/>
          </a:ln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999" y="2435639"/>
            <a:ext cx="5353185" cy="546100"/>
          </a:xfrm>
          <a:noFill/>
        </p:spPr>
        <p:txBody>
          <a:bodyPr lIns="180000" tIns="180000" rIns="180000" bIns="18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33961D-9FB7-DCCF-A9EA-0D2657388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33816" y="6159029"/>
            <a:ext cx="1911081" cy="490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>
              <a:solidFill>
                <a:schemeClr val="bg1"/>
              </a:solidFill>
            </a:endParaRPr>
          </a:p>
        </p:txBody>
      </p:sp>
      <p:sp>
        <p:nvSpPr>
          <p:cNvPr id="5" name="hcSlideMaster.External Cover 1 White TextHeader">
            <a:extLst>
              <a:ext uri="{FF2B5EF4-FFF2-40B4-BE49-F238E27FC236}">
                <a16:creationId xmlns:a16="http://schemas.microsoft.com/office/drawing/2014/main" id="{512365D6-F745-0275-E041-9936B52A55EE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7" name="fcSlideMaster.External Cover 1 White TextFooter">
            <a:extLst>
              <a:ext uri="{FF2B5EF4-FFF2-40B4-BE49-F238E27FC236}">
                <a16:creationId xmlns:a16="http://schemas.microsoft.com/office/drawing/2014/main" id="{741BC0FB-6D45-5738-BCDE-A704AAE92C8E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1684D4-D722-0CF5-2EB7-DD997D7ECC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9" y="5989490"/>
            <a:ext cx="12173742" cy="546100"/>
          </a:xfrm>
          <a:prstGeom prst="rect">
            <a:avLst/>
          </a:prstGeom>
        </p:spPr>
      </p:pic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E05CA47A-D3EA-75F4-7FAD-B03473398ED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23817" y="1052782"/>
            <a:ext cx="3405319" cy="3708093"/>
          </a:xfrm>
          <a:custGeom>
            <a:avLst/>
            <a:gdLst>
              <a:gd name="csX0" fmla="*/ 325839 w 7587828"/>
              <a:gd name="csY0" fmla="*/ 0 h 8263016"/>
              <a:gd name="csX1" fmla="*/ 3500275 w 7587828"/>
              <a:gd name="csY1" fmla="*/ 0 h 8263016"/>
              <a:gd name="csX2" fmla="*/ 6378019 w 7587828"/>
              <a:gd name="csY2" fmla="*/ 1210262 h 8263016"/>
              <a:gd name="csX3" fmla="*/ 7225027 w 7587828"/>
              <a:gd name="csY3" fmla="*/ 2432704 h 8263016"/>
              <a:gd name="csX4" fmla="*/ 7580015 w 7587828"/>
              <a:gd name="csY4" fmla="*/ 3870488 h 8263016"/>
              <a:gd name="csX5" fmla="*/ 7275055 w 7587828"/>
              <a:gd name="csY5" fmla="*/ 5705457 h 8263016"/>
              <a:gd name="csX6" fmla="*/ 6198783 w 7587828"/>
              <a:gd name="csY6" fmla="*/ 7222418 h 8263016"/>
              <a:gd name="csX7" fmla="*/ 4946759 w 7587828"/>
              <a:gd name="csY7" fmla="*/ 7987640 h 8263016"/>
              <a:gd name="csX8" fmla="*/ 3528117 w 7587828"/>
              <a:gd name="csY8" fmla="*/ 8262582 h 8263016"/>
              <a:gd name="csX9" fmla="*/ 3482005 w 7587828"/>
              <a:gd name="csY9" fmla="*/ 8263016 h 8263016"/>
              <a:gd name="csX10" fmla="*/ 3456773 w 7587828"/>
              <a:gd name="csY10" fmla="*/ 8263016 h 8263016"/>
              <a:gd name="csX11" fmla="*/ 3456773 w 7587828"/>
              <a:gd name="csY11" fmla="*/ 8262582 h 8263016"/>
              <a:gd name="csX12" fmla="*/ 325839 w 7587828"/>
              <a:gd name="csY12" fmla="*/ 8262582 h 8263016"/>
              <a:gd name="csX13" fmla="*/ 0 w 7587828"/>
              <a:gd name="csY13" fmla="*/ 7936742 h 8263016"/>
              <a:gd name="csX14" fmla="*/ 0 w 7587828"/>
              <a:gd name="csY14" fmla="*/ 325839 h 8263016"/>
              <a:gd name="csX15" fmla="*/ 95272 w 7587828"/>
              <a:gd name="csY15" fmla="*/ 95273 h 8263016"/>
              <a:gd name="csX16" fmla="*/ 325839 w 7587828"/>
              <a:gd name="csY16" fmla="*/ 0 h 826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7587828" h="8263016">
                <a:moveTo>
                  <a:pt x="325839" y="0"/>
                </a:moveTo>
                <a:lnTo>
                  <a:pt x="3500275" y="0"/>
                </a:lnTo>
                <a:cubicBezTo>
                  <a:pt x="4586987" y="11311"/>
                  <a:pt x="5609315" y="441124"/>
                  <a:pt x="6378019" y="1210262"/>
                </a:cubicBezTo>
                <a:cubicBezTo>
                  <a:pt x="6735181" y="1567424"/>
                  <a:pt x="7020127" y="1978531"/>
                  <a:pt x="7225027" y="2432704"/>
                </a:cubicBezTo>
                <a:cubicBezTo>
                  <a:pt x="7429493" y="2885574"/>
                  <a:pt x="7549127" y="3369331"/>
                  <a:pt x="7580015" y="3870488"/>
                </a:cubicBezTo>
                <a:cubicBezTo>
                  <a:pt x="7618731" y="4493020"/>
                  <a:pt x="7513019" y="5127300"/>
                  <a:pt x="7275055" y="5705457"/>
                </a:cubicBezTo>
                <a:cubicBezTo>
                  <a:pt x="7036659" y="6283616"/>
                  <a:pt x="6664705" y="6808266"/>
                  <a:pt x="6198783" y="7222418"/>
                </a:cubicBezTo>
                <a:cubicBezTo>
                  <a:pt x="5827267" y="7553043"/>
                  <a:pt x="5406155" y="7810147"/>
                  <a:pt x="4946759" y="7987640"/>
                </a:cubicBezTo>
                <a:cubicBezTo>
                  <a:pt x="4495195" y="8162090"/>
                  <a:pt x="4017965" y="8254316"/>
                  <a:pt x="3528117" y="8262582"/>
                </a:cubicBezTo>
                <a:cubicBezTo>
                  <a:pt x="3528117" y="8262582"/>
                  <a:pt x="3482005" y="8263016"/>
                  <a:pt x="3482005" y="8263016"/>
                </a:cubicBezTo>
                <a:cubicBezTo>
                  <a:pt x="3473739" y="8263016"/>
                  <a:pt x="3465037" y="8263016"/>
                  <a:pt x="3456773" y="8263016"/>
                </a:cubicBezTo>
                <a:lnTo>
                  <a:pt x="3456773" y="8262582"/>
                </a:lnTo>
                <a:lnTo>
                  <a:pt x="325839" y="8262582"/>
                </a:lnTo>
                <a:cubicBezTo>
                  <a:pt x="146171" y="8262582"/>
                  <a:pt x="0" y="8116411"/>
                  <a:pt x="0" y="7936742"/>
                </a:cubicBezTo>
                <a:lnTo>
                  <a:pt x="0" y="325839"/>
                </a:lnTo>
                <a:cubicBezTo>
                  <a:pt x="0" y="238833"/>
                  <a:pt x="33932" y="157047"/>
                  <a:pt x="95272" y="95273"/>
                </a:cubicBezTo>
                <a:cubicBezTo>
                  <a:pt x="157047" y="33498"/>
                  <a:pt x="238833" y="0"/>
                  <a:pt x="325839" y="0"/>
                </a:cubicBezTo>
                <a:close/>
              </a:path>
            </a:pathLst>
          </a:custGeom>
          <a:pattFill prst="narVert">
            <a:fgClr>
              <a:srgbClr val="B0B0B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C18EE-665C-42B5-1912-CD016FF86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5905" y="6482376"/>
            <a:ext cx="2683740" cy="2898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tabLst>
                <a:tab pos="269862" algn="l"/>
              </a:tabLst>
            </a:pPr>
            <a:r>
              <a:rPr lang="en-GB" sz="600" dirty="0">
                <a:solidFill>
                  <a:schemeClr val="bg1"/>
                </a:solidFill>
              </a:rPr>
              <a:t>© </a:t>
            </a:r>
            <a:fld id="{CDB19C54-48A0-491D-8FDF-89F14D39A45C}" type="datetimeyyyy">
              <a:rPr lang="en-GB" sz="600" smtClean="0">
                <a:solidFill>
                  <a:schemeClr val="bg1"/>
                </a:solidFill>
              </a:rPr>
              <a:pPr>
                <a:spcAft>
                  <a:spcPts val="0"/>
                </a:spcAft>
                <a:tabLst>
                  <a:tab pos="269862" algn="l"/>
                </a:tabLst>
              </a:pPr>
              <a:t>2026</a:t>
            </a:fld>
            <a:r>
              <a:rPr lang="en-GB" sz="600" dirty="0">
                <a:solidFill>
                  <a:schemeClr val="bg1"/>
                </a:solidFill>
              </a:rPr>
              <a:t> BAE Systems. All Rights Reserved BAE SYSTEMS is a registered trademark.</a:t>
            </a:r>
          </a:p>
        </p:txBody>
      </p:sp>
    </p:spTree>
    <p:extLst>
      <p:ext uri="{BB962C8B-B14F-4D97-AF65-F5344CB8AC3E}">
        <p14:creationId xmlns:p14="http://schemas.microsoft.com/office/powerpoint/2010/main" val="2744928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rnal Cover 1 Gre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C376632-EA96-48B7-44AD-3E309F2AB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39998"/>
            <a:ext cx="12192000" cy="5295652"/>
          </a:xfrm>
          <a:custGeom>
            <a:avLst/>
            <a:gdLst>
              <a:gd name="csX0" fmla="*/ 0 w 12192000"/>
              <a:gd name="csY0" fmla="*/ 0 h 5295652"/>
              <a:gd name="csX1" fmla="*/ 12192000 w 12192000"/>
              <a:gd name="csY1" fmla="*/ 0 h 5295652"/>
              <a:gd name="csX2" fmla="*/ 12192000 w 12192000"/>
              <a:gd name="csY2" fmla="*/ 5196068 h 5295652"/>
              <a:gd name="csX3" fmla="*/ 6762749 w 12192000"/>
              <a:gd name="csY3" fmla="*/ 5196068 h 5295652"/>
              <a:gd name="csX4" fmla="*/ 6762749 w 12192000"/>
              <a:gd name="csY4" fmla="*/ 5295652 h 5295652"/>
              <a:gd name="csX5" fmla="*/ 0 w 12192000"/>
              <a:gd name="csY5" fmla="*/ 5295652 h 5295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2000" h="5295652">
                <a:moveTo>
                  <a:pt x="0" y="0"/>
                </a:moveTo>
                <a:lnTo>
                  <a:pt x="12192000" y="0"/>
                </a:lnTo>
                <a:lnTo>
                  <a:pt x="12192000" y="5196068"/>
                </a:lnTo>
                <a:lnTo>
                  <a:pt x="6762749" y="5196068"/>
                </a:lnTo>
                <a:lnTo>
                  <a:pt x="6762749" y="5295652"/>
                </a:lnTo>
                <a:lnTo>
                  <a:pt x="0" y="529565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bIns="93600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1080000"/>
            <a:ext cx="6480000" cy="565146"/>
          </a:xfrm>
          <a:noFill/>
          <a:ln>
            <a:noFill/>
          </a:ln>
        </p:spPr>
        <p:txBody>
          <a:bodyPr lIns="0" tIns="0" rIns="0" bIns="72000" anchor="t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999" y="1658869"/>
            <a:ext cx="6480000" cy="276999"/>
          </a:xfr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33961D-9FB7-DCCF-A9EA-0D2657388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33816" y="6159029"/>
            <a:ext cx="1911081" cy="4901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444587-5820-7E79-ADED-F3DB7A658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736066"/>
            <a:ext cx="12192000" cy="442341"/>
          </a:xfrm>
          <a:prstGeom prst="rect">
            <a:avLst/>
          </a:prstGeom>
        </p:spPr>
      </p:pic>
      <p:sp>
        <p:nvSpPr>
          <p:cNvPr id="5" name="hcSlideMaster.External Cover 1 Grey TextHeader">
            <a:extLst>
              <a:ext uri="{FF2B5EF4-FFF2-40B4-BE49-F238E27FC236}">
                <a16:creationId xmlns:a16="http://schemas.microsoft.com/office/drawing/2014/main" id="{708C42F9-DD11-7D2B-9C63-C1AEA9DF64C2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External Cover 1 Grey TextFooter">
            <a:extLst>
              <a:ext uri="{FF2B5EF4-FFF2-40B4-BE49-F238E27FC236}">
                <a16:creationId xmlns:a16="http://schemas.microsoft.com/office/drawing/2014/main" id="{8E81031E-747A-D7B6-8BFE-3900AA718D8B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937970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rnal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6EFF1F-77E2-CC8F-4D46-2E4C0935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40000"/>
            <a:ext cx="12192000" cy="5295652"/>
          </a:xfrm>
          <a:custGeom>
            <a:avLst/>
            <a:gdLst>
              <a:gd name="csX0" fmla="*/ 0 w 12192000"/>
              <a:gd name="csY0" fmla="*/ 0 h 5295652"/>
              <a:gd name="csX1" fmla="*/ 12192000 w 12192000"/>
              <a:gd name="csY1" fmla="*/ 0 h 5295652"/>
              <a:gd name="csX2" fmla="*/ 12192000 w 12192000"/>
              <a:gd name="csY2" fmla="*/ 5196068 h 5295652"/>
              <a:gd name="csX3" fmla="*/ 7124700 w 12192000"/>
              <a:gd name="csY3" fmla="*/ 5196068 h 5295652"/>
              <a:gd name="csX4" fmla="*/ 7124700 w 12192000"/>
              <a:gd name="csY4" fmla="*/ 5196064 h 5295652"/>
              <a:gd name="csX5" fmla="*/ 5382705 w 12192000"/>
              <a:gd name="csY5" fmla="*/ 5196064 h 5295652"/>
              <a:gd name="csX6" fmla="*/ 5382705 w 12192000"/>
              <a:gd name="csY6" fmla="*/ 5295652 h 5295652"/>
              <a:gd name="csX7" fmla="*/ 0 w 12192000"/>
              <a:gd name="csY7" fmla="*/ 5295652 h 5295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5295652">
                <a:moveTo>
                  <a:pt x="0" y="0"/>
                </a:moveTo>
                <a:lnTo>
                  <a:pt x="12192000" y="0"/>
                </a:lnTo>
                <a:lnTo>
                  <a:pt x="12192000" y="5196068"/>
                </a:lnTo>
                <a:lnTo>
                  <a:pt x="7124700" y="5196068"/>
                </a:lnTo>
                <a:lnTo>
                  <a:pt x="7124700" y="5196064"/>
                </a:lnTo>
                <a:lnTo>
                  <a:pt x="5382705" y="5196064"/>
                </a:lnTo>
                <a:lnTo>
                  <a:pt x="5382705" y="5295652"/>
                </a:lnTo>
                <a:lnTo>
                  <a:pt x="0" y="529565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bIns="93600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33961D-9FB7-DCCF-A9EA-0D2657388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24851" y="6120063"/>
            <a:ext cx="3720046" cy="529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5161F9-0A9D-88FC-AAAC-6EF6099C0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736066"/>
            <a:ext cx="12192000" cy="4423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00" y="3482340"/>
            <a:ext cx="5131905" cy="2253724"/>
          </a:xfrm>
          <a:gradFill>
            <a:gsLst>
              <a:gs pos="0">
                <a:srgbClr val="FC4D03">
                  <a:alpha val="90000"/>
                </a:srgbClr>
              </a:gs>
              <a:gs pos="100000">
                <a:srgbClr val="FF9900">
                  <a:alpha val="95000"/>
                </a:srgbClr>
              </a:gs>
            </a:gsLst>
            <a:lin ang="0" scaled="0"/>
          </a:gradFill>
          <a:ln>
            <a:noFill/>
          </a:ln>
        </p:spPr>
        <p:txBody>
          <a:bodyPr lIns="288000" tIns="180000" rIns="288000" bIns="72000" anchor="t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0800" y="4836064"/>
            <a:ext cx="5131905" cy="900000"/>
          </a:xfrm>
          <a:noFill/>
        </p:spPr>
        <p:txBody>
          <a:bodyPr lIns="288000" tIns="0" rIns="288000" bIns="288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hcSlideMaster.External Cover 2Header">
            <a:extLst>
              <a:ext uri="{FF2B5EF4-FFF2-40B4-BE49-F238E27FC236}">
                <a16:creationId xmlns:a16="http://schemas.microsoft.com/office/drawing/2014/main" id="{13012185-0758-9DF3-67FC-FA426985CF51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External Cover 2Footer">
            <a:extLst>
              <a:ext uri="{FF2B5EF4-FFF2-40B4-BE49-F238E27FC236}">
                <a16:creationId xmlns:a16="http://schemas.microsoft.com/office/drawing/2014/main" id="{1E6A507F-E9D6-246F-279F-0B03B7301885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763411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Cove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5969DE-7EF3-652A-53FB-EA9BD0ECC10F}"/>
              </a:ext>
            </a:extLst>
          </p:cNvPr>
          <p:cNvSpPr txBox="1"/>
          <p:nvPr userDrawn="1"/>
        </p:nvSpPr>
        <p:spPr>
          <a:xfrm>
            <a:off x="395285" y="3048954"/>
            <a:ext cx="11401431" cy="7600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8000" b="0" dirty="0">
                <a:latin typeface="Aptos" panose="020B0004020202020204" pitchFamily="34" charset="0"/>
              </a:rPr>
              <a:t>Internal Covers</a:t>
            </a:r>
          </a:p>
        </p:txBody>
      </p:sp>
      <p:sp>
        <p:nvSpPr>
          <p:cNvPr id="2" name="Guides" hidden="1">
            <a:extLst>
              <a:ext uri="{FF2B5EF4-FFF2-40B4-BE49-F238E27FC236}">
                <a16:creationId xmlns:a16="http://schemas.microsoft.com/office/drawing/2014/main" id="{81415E60-1FA2-24F3-149D-0F1B3C869DAA}"/>
              </a:ext>
            </a:extLst>
          </p:cNvPr>
          <p:cNvSpPr/>
          <p:nvPr userDrawn="1"/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3" name="hcSlideMaster.Internal CoversHeader">
            <a:extLst>
              <a:ext uri="{FF2B5EF4-FFF2-40B4-BE49-F238E27FC236}">
                <a16:creationId xmlns:a16="http://schemas.microsoft.com/office/drawing/2014/main" id="{F39AE94D-9D5D-4306-02B0-D5AA1DB7E7D2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Internal CoversFooter">
            <a:extLst>
              <a:ext uri="{FF2B5EF4-FFF2-40B4-BE49-F238E27FC236}">
                <a16:creationId xmlns:a16="http://schemas.microsoft.com/office/drawing/2014/main" id="{D711FC99-81D8-3B13-47A9-126141E8B51B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248427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ternal Cover 1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33961D-9FB7-DCCF-A9EA-0D2657388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33816" y="6159029"/>
            <a:ext cx="1911081" cy="4901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/>
          </a:p>
        </p:txBody>
      </p:sp>
      <p:sp>
        <p:nvSpPr>
          <p:cNvPr id="5" name="hcSlideMaster.External Cover 1 White TextHeader">
            <a:extLst>
              <a:ext uri="{FF2B5EF4-FFF2-40B4-BE49-F238E27FC236}">
                <a16:creationId xmlns:a16="http://schemas.microsoft.com/office/drawing/2014/main" id="{512365D6-F745-0275-E041-9936B52A55EE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External Cover 1 White TextFooter">
            <a:extLst>
              <a:ext uri="{FF2B5EF4-FFF2-40B4-BE49-F238E27FC236}">
                <a16:creationId xmlns:a16="http://schemas.microsoft.com/office/drawing/2014/main" id="{741BC0FB-6D45-5738-BCDE-A704AAE92C8E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1684D4-D722-0CF5-2EB7-DD997D7ECC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89490"/>
            <a:ext cx="12192000" cy="5461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E7983C60-3298-5C6C-406B-BD3235644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1080000"/>
            <a:ext cx="5353185" cy="1347861"/>
          </a:xfrm>
          <a:noFill/>
          <a:ln>
            <a:noFill/>
          </a:ln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A61F3CF-D273-BF09-C8FB-DB00A1F0EEB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999" y="2435639"/>
            <a:ext cx="5353185" cy="546100"/>
          </a:xfrm>
          <a:noFill/>
        </p:spPr>
        <p:txBody>
          <a:bodyPr lIns="180000" tIns="180000" rIns="180000" bIns="18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A4950A0-3F7D-FE63-E1CB-E788F3E603C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539998"/>
            <a:ext cx="12191999" cy="5529149"/>
          </a:xfrm>
          <a:custGeom>
            <a:avLst/>
            <a:gdLst>
              <a:gd name="csX0" fmla="*/ 0 w 24382412"/>
              <a:gd name="csY0" fmla="*/ 0 h 11058297"/>
              <a:gd name="csX1" fmla="*/ 24382412 w 24382412"/>
              <a:gd name="csY1" fmla="*/ 0 h 11058297"/>
              <a:gd name="csX2" fmla="*/ 24382412 w 24382412"/>
              <a:gd name="csY2" fmla="*/ 9892804 h 11058297"/>
              <a:gd name="csX3" fmla="*/ 24382412 w 24382412"/>
              <a:gd name="csY3" fmla="*/ 9971111 h 11058297"/>
              <a:gd name="csX4" fmla="*/ 24382412 w 24382412"/>
              <a:gd name="csY4" fmla="*/ 10392136 h 11058297"/>
              <a:gd name="csX5" fmla="*/ 24382412 w 24382412"/>
              <a:gd name="csY5" fmla="*/ 10899279 h 11058297"/>
              <a:gd name="csX6" fmla="*/ 24382412 w 24382412"/>
              <a:gd name="csY6" fmla="*/ 11058297 h 11058297"/>
              <a:gd name="csX7" fmla="*/ 22278108 w 24382412"/>
              <a:gd name="csY7" fmla="*/ 11058297 h 11058297"/>
              <a:gd name="csX8" fmla="*/ 22278108 w 24382412"/>
              <a:gd name="csY8" fmla="*/ 10899279 h 11058297"/>
              <a:gd name="csX9" fmla="*/ 1 w 24382412"/>
              <a:gd name="csY9" fmla="*/ 10899279 h 11058297"/>
              <a:gd name="csX10" fmla="*/ 1 w 24382412"/>
              <a:gd name="csY10" fmla="*/ 10591304 h 11058297"/>
              <a:gd name="csX11" fmla="*/ 0 w 24382412"/>
              <a:gd name="csY11" fmla="*/ 10591304 h 110582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4382412" h="11058297">
                <a:moveTo>
                  <a:pt x="0" y="0"/>
                </a:moveTo>
                <a:lnTo>
                  <a:pt x="24382412" y="0"/>
                </a:lnTo>
                <a:lnTo>
                  <a:pt x="24382412" y="9892804"/>
                </a:lnTo>
                <a:lnTo>
                  <a:pt x="24382412" y="9971111"/>
                </a:lnTo>
                <a:lnTo>
                  <a:pt x="24382412" y="10392136"/>
                </a:lnTo>
                <a:lnTo>
                  <a:pt x="24382412" y="10899279"/>
                </a:lnTo>
                <a:lnTo>
                  <a:pt x="24382412" y="11058297"/>
                </a:lnTo>
                <a:lnTo>
                  <a:pt x="22278108" y="11058297"/>
                </a:lnTo>
                <a:lnTo>
                  <a:pt x="22278108" y="10899279"/>
                </a:lnTo>
                <a:lnTo>
                  <a:pt x="1" y="10899279"/>
                </a:lnTo>
                <a:lnTo>
                  <a:pt x="1" y="10591304"/>
                </a:lnTo>
                <a:lnTo>
                  <a:pt x="0" y="10591304"/>
                </a:lnTo>
                <a:close/>
              </a:path>
            </a:pathLst>
          </a:custGeom>
          <a:pattFill prst="pct6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A9E747CB-43BA-7408-FBAC-C06B0DF932A8}"/>
              </a:ext>
            </a:extLst>
          </p:cNvPr>
          <p:cNvSpPr txBox="1">
            <a:spLocks/>
          </p:cNvSpPr>
          <p:nvPr userDrawn="1"/>
        </p:nvSpPr>
        <p:spPr>
          <a:xfrm>
            <a:off x="539999" y="1080000"/>
            <a:ext cx="6480000" cy="565146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36000" rtlCol="0" anchor="t" anchorCtr="0">
            <a:noAutofit/>
          </a:bodyPr>
          <a:lstStyle>
            <a:lvl1pPr algn="l" defTabSz="182860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/>
              <a:t>Click to edit Master title style</a:t>
            </a:r>
            <a:endParaRPr lang="en-GB" sz="3200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8BC911B7-A2DF-C2C6-79CA-FB49E94BB2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9999" y="1658869"/>
            <a:ext cx="6480000" cy="276999"/>
          </a:xfr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5906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Teal Cover 1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2575145-3B6C-BB04-55C6-310502613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39998"/>
            <a:ext cx="12192000" cy="5403602"/>
          </a:xfrm>
          <a:prstGeom prst="rect">
            <a:avLst/>
          </a:prstGeom>
          <a:solidFill>
            <a:schemeClr val="bg2"/>
          </a:solidFill>
        </p:spPr>
        <p:txBody>
          <a:bodyPr wrap="square" lIns="0" bIns="93600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1080000"/>
            <a:ext cx="6480000" cy="565146"/>
          </a:xfrm>
          <a:noFill/>
          <a:ln>
            <a:noFill/>
          </a:ln>
        </p:spPr>
        <p:txBody>
          <a:bodyPr lIns="0" tIns="0" rIns="0" bIns="72000" anchor="t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999" y="1658869"/>
            <a:ext cx="6480000" cy="276999"/>
          </a:xfr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A8F4D006-AB2C-C979-69C2-95814E06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6" name="hcSlideMaster.Internal Teal Cover 1 White TextHeader">
            <a:extLst>
              <a:ext uri="{FF2B5EF4-FFF2-40B4-BE49-F238E27FC236}">
                <a16:creationId xmlns:a16="http://schemas.microsoft.com/office/drawing/2014/main" id="{0A8F7F8B-4AF1-DE02-0EEB-D2EC00E391C0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Internal Teal Cover 1 White TextFooter">
            <a:extLst>
              <a:ext uri="{FF2B5EF4-FFF2-40B4-BE49-F238E27FC236}">
                <a16:creationId xmlns:a16="http://schemas.microsoft.com/office/drawing/2014/main" id="{06D38F0B-1C25-0673-9E65-06ABD1EE61E0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336121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Teal Cover 1 Gre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2575145-3B6C-BB04-55C6-310502613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39998"/>
            <a:ext cx="12192000" cy="5403602"/>
          </a:xfrm>
          <a:prstGeom prst="rect">
            <a:avLst/>
          </a:prstGeom>
          <a:solidFill>
            <a:schemeClr val="bg2"/>
          </a:solidFill>
        </p:spPr>
        <p:txBody>
          <a:bodyPr wrap="square" lIns="0" bIns="93600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1080000"/>
            <a:ext cx="6480000" cy="565146"/>
          </a:xfrm>
          <a:noFill/>
          <a:ln>
            <a:noFill/>
          </a:ln>
        </p:spPr>
        <p:txBody>
          <a:bodyPr lIns="0" tIns="0" rIns="0" bIns="72000" anchor="t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999" y="1658869"/>
            <a:ext cx="6480000" cy="276999"/>
          </a:xfr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A8F4D006-AB2C-C979-69C2-95814E06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6" name="hcSlideMaster.Internal Teal Cover 1 Grey TextHeader">
            <a:extLst>
              <a:ext uri="{FF2B5EF4-FFF2-40B4-BE49-F238E27FC236}">
                <a16:creationId xmlns:a16="http://schemas.microsoft.com/office/drawing/2014/main" id="{FB8B8AC2-FE60-98B9-A31C-49ABF2FE68F0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Internal Teal Cover 1 Grey TextFooter">
            <a:extLst>
              <a:ext uri="{FF2B5EF4-FFF2-40B4-BE49-F238E27FC236}">
                <a16:creationId xmlns:a16="http://schemas.microsoft.com/office/drawing/2014/main" id="{3DD4496F-6A47-C0BE-3D3A-35E3D27BA0EC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870440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Teal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D367AE01-5E14-D338-6ED0-1C2D5192C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39998"/>
            <a:ext cx="12192000" cy="5403602"/>
          </a:xfrm>
          <a:prstGeom prst="rect">
            <a:avLst/>
          </a:prstGeom>
          <a:solidFill>
            <a:schemeClr val="bg2"/>
          </a:solidFill>
        </p:spPr>
        <p:txBody>
          <a:bodyPr wrap="square" lIns="0" bIns="93600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0F51C1D-3BF1-EF1C-DABD-EDBDB10D6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" y="5943600"/>
            <a:ext cx="10331019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00" y="3562875"/>
            <a:ext cx="5131905" cy="2385450"/>
          </a:xfrm>
          <a:gradFill>
            <a:gsLst>
              <a:gs pos="0">
                <a:srgbClr val="086E78">
                  <a:alpha val="90000"/>
                </a:srgbClr>
              </a:gs>
              <a:gs pos="100000">
                <a:srgbClr val="3FC0C2">
                  <a:alpha val="95000"/>
                </a:srgbClr>
              </a:gs>
            </a:gsLst>
            <a:lin ang="0" scaled="0"/>
          </a:gradFill>
          <a:ln>
            <a:noFill/>
          </a:ln>
        </p:spPr>
        <p:txBody>
          <a:bodyPr lIns="288000" tIns="180000" rIns="288000" bIns="72000" anchor="t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0800" y="4926579"/>
            <a:ext cx="5131905" cy="1012296"/>
          </a:xfrm>
          <a:noFill/>
        </p:spPr>
        <p:txBody>
          <a:bodyPr lIns="288000" tIns="0" rIns="288000" bIns="288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hcSlideMaster.Internal Teal Cover 2Header">
            <a:extLst>
              <a:ext uri="{FF2B5EF4-FFF2-40B4-BE49-F238E27FC236}">
                <a16:creationId xmlns:a16="http://schemas.microsoft.com/office/drawing/2014/main" id="{AFFE5A0A-45A0-A0D6-C60A-615302DDD611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Internal Teal Cover 2Footer">
            <a:extLst>
              <a:ext uri="{FF2B5EF4-FFF2-40B4-BE49-F238E27FC236}">
                <a16:creationId xmlns:a16="http://schemas.microsoft.com/office/drawing/2014/main" id="{C59BE802-7046-8466-EC4D-C18BF2D9805F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704404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Blue Cover 1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F7466CE5-BB05-DAAA-6EBE-5F8385CAD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39998"/>
            <a:ext cx="12192000" cy="5403602"/>
          </a:xfrm>
          <a:prstGeom prst="rect">
            <a:avLst/>
          </a:prstGeom>
          <a:solidFill>
            <a:schemeClr val="bg2"/>
          </a:solidFill>
        </p:spPr>
        <p:txBody>
          <a:bodyPr wrap="square" lIns="0" bIns="93600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1080000"/>
            <a:ext cx="6480000" cy="565146"/>
          </a:xfrm>
          <a:noFill/>
          <a:ln>
            <a:noFill/>
          </a:ln>
        </p:spPr>
        <p:txBody>
          <a:bodyPr lIns="0" tIns="0" rIns="0" bIns="72000" anchor="t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999" y="1658869"/>
            <a:ext cx="6480000" cy="276999"/>
          </a:xfr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A8F4D006-AB2C-C979-69C2-95814E06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0">
                <a:srgbClr val="2E2D7D"/>
              </a:gs>
              <a:gs pos="100000">
                <a:srgbClr val="20A5DE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6" name="hcSlideMaster.Internal Blue Cover 1 White TextHeader">
            <a:extLst>
              <a:ext uri="{FF2B5EF4-FFF2-40B4-BE49-F238E27FC236}">
                <a16:creationId xmlns:a16="http://schemas.microsoft.com/office/drawing/2014/main" id="{E6C72F38-063D-1A26-8E08-5E03A28C7900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Internal Blue Cover 1 White TextFooter">
            <a:extLst>
              <a:ext uri="{FF2B5EF4-FFF2-40B4-BE49-F238E27FC236}">
                <a16:creationId xmlns:a16="http://schemas.microsoft.com/office/drawing/2014/main" id="{B6C9AAB3-41C9-3747-B05D-8A52151A8EE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4122538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Blue Cover 1 Gre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F7466CE5-BB05-DAAA-6EBE-5F8385CAD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39998"/>
            <a:ext cx="12192000" cy="5403602"/>
          </a:xfrm>
          <a:prstGeom prst="rect">
            <a:avLst/>
          </a:prstGeom>
          <a:solidFill>
            <a:schemeClr val="bg2"/>
          </a:solidFill>
        </p:spPr>
        <p:txBody>
          <a:bodyPr wrap="square" lIns="0" bIns="93600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1080000"/>
            <a:ext cx="6480000" cy="565146"/>
          </a:xfrm>
          <a:noFill/>
          <a:ln>
            <a:noFill/>
          </a:ln>
        </p:spPr>
        <p:txBody>
          <a:bodyPr lIns="0" tIns="0" rIns="0" bIns="72000" anchor="t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999" y="1658869"/>
            <a:ext cx="6480000" cy="276999"/>
          </a:xfr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A8F4D006-AB2C-C979-69C2-95814E06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0">
                <a:srgbClr val="2E2D7D"/>
              </a:gs>
              <a:gs pos="100000">
                <a:srgbClr val="20A5DE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6" name="hcSlideMaster.Internal Blue Cover 1 Grey TextHeader">
            <a:extLst>
              <a:ext uri="{FF2B5EF4-FFF2-40B4-BE49-F238E27FC236}">
                <a16:creationId xmlns:a16="http://schemas.microsoft.com/office/drawing/2014/main" id="{17474C03-7A61-3B56-7603-69CD155A3BD7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Internal Blue Cover 1 Grey TextFooter">
            <a:extLst>
              <a:ext uri="{FF2B5EF4-FFF2-40B4-BE49-F238E27FC236}">
                <a16:creationId xmlns:a16="http://schemas.microsoft.com/office/drawing/2014/main" id="{10AE0723-9EDE-DA3F-E668-21B7E77CBCE5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581330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Blue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909BCFB1-1B83-B69D-8BF1-27CF357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39998"/>
            <a:ext cx="12192000" cy="5403602"/>
          </a:xfrm>
          <a:prstGeom prst="rect">
            <a:avLst/>
          </a:prstGeom>
          <a:solidFill>
            <a:schemeClr val="bg2"/>
          </a:solidFill>
        </p:spPr>
        <p:txBody>
          <a:bodyPr wrap="square" lIns="0" bIns="93600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0F51C1D-3BF1-EF1C-DABD-EDBDB10D6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0">
                <a:srgbClr val="2E2D7D"/>
              </a:gs>
              <a:gs pos="100000">
                <a:srgbClr val="20A5DE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00" y="3562875"/>
            <a:ext cx="5131905" cy="2385450"/>
          </a:xfrm>
          <a:gradFill>
            <a:gsLst>
              <a:gs pos="0">
                <a:srgbClr val="2E2D7D">
                  <a:alpha val="90000"/>
                </a:srgbClr>
              </a:gs>
              <a:gs pos="100000">
                <a:srgbClr val="20A5DE">
                  <a:alpha val="95000"/>
                </a:srgbClr>
              </a:gs>
            </a:gsLst>
            <a:lin ang="0" scaled="0"/>
          </a:gradFill>
          <a:ln>
            <a:noFill/>
          </a:ln>
        </p:spPr>
        <p:txBody>
          <a:bodyPr lIns="288000" tIns="180000" rIns="288000" bIns="72000" anchor="t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0800" y="4926579"/>
            <a:ext cx="5131905" cy="1012296"/>
          </a:xfrm>
          <a:noFill/>
        </p:spPr>
        <p:txBody>
          <a:bodyPr lIns="288000" tIns="0" rIns="288000" bIns="288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hcSlideMaster.Internal Blue Cover 2Header">
            <a:extLst>
              <a:ext uri="{FF2B5EF4-FFF2-40B4-BE49-F238E27FC236}">
                <a16:creationId xmlns:a16="http://schemas.microsoft.com/office/drawing/2014/main" id="{A6BBFF79-B946-5882-8E82-741B64CA3635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Internal Blue Cover 2Footer">
            <a:extLst>
              <a:ext uri="{FF2B5EF4-FFF2-40B4-BE49-F238E27FC236}">
                <a16:creationId xmlns:a16="http://schemas.microsoft.com/office/drawing/2014/main" id="{07308BBF-71F7-B051-BB76-13366A973BA3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407432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Blue Cover 1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F7466CE5-BB05-DAAA-6EBE-5F8385CAD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39998"/>
            <a:ext cx="12192000" cy="5403602"/>
          </a:xfrm>
          <a:prstGeom prst="rect">
            <a:avLst/>
          </a:prstGeom>
          <a:solidFill>
            <a:schemeClr val="bg2"/>
          </a:solidFill>
        </p:spPr>
        <p:txBody>
          <a:bodyPr wrap="square" lIns="0" bIns="93600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1080000"/>
            <a:ext cx="6480000" cy="565146"/>
          </a:xfrm>
          <a:noFill/>
          <a:ln>
            <a:noFill/>
          </a:ln>
        </p:spPr>
        <p:txBody>
          <a:bodyPr lIns="0" tIns="0" rIns="0" bIns="72000" anchor="t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999" y="1658869"/>
            <a:ext cx="6480000" cy="276999"/>
          </a:xfr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6" name="hcSlideMaster.Internal Blue Cover 1 White TextHeader">
            <a:extLst>
              <a:ext uri="{FF2B5EF4-FFF2-40B4-BE49-F238E27FC236}">
                <a16:creationId xmlns:a16="http://schemas.microsoft.com/office/drawing/2014/main" id="{E6C72F38-063D-1A26-8E08-5E03A28C7900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Internal Blue Cover 1 White TextFooter">
            <a:extLst>
              <a:ext uri="{FF2B5EF4-FFF2-40B4-BE49-F238E27FC236}">
                <a16:creationId xmlns:a16="http://schemas.microsoft.com/office/drawing/2014/main" id="{B6C9AAB3-41C9-3747-B05D-8A52151A8EE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1813CFB-F024-B96B-07E4-BC16C1EFE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52000">
                <a:srgbClr val="FF6E00"/>
              </a:gs>
              <a:gs pos="0">
                <a:srgbClr val="FC4C02"/>
              </a:gs>
              <a:gs pos="100000">
                <a:srgbClr val="FFCC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516635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Blue Cover 1 Gre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F7466CE5-BB05-DAAA-6EBE-5F8385CAD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39998"/>
            <a:ext cx="12192000" cy="5403602"/>
          </a:xfrm>
          <a:prstGeom prst="rect">
            <a:avLst/>
          </a:prstGeom>
          <a:solidFill>
            <a:schemeClr val="bg2"/>
          </a:solidFill>
        </p:spPr>
        <p:txBody>
          <a:bodyPr wrap="square" lIns="0" bIns="93600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1080000"/>
            <a:ext cx="6480000" cy="565146"/>
          </a:xfrm>
          <a:noFill/>
          <a:ln>
            <a:noFill/>
          </a:ln>
        </p:spPr>
        <p:txBody>
          <a:bodyPr lIns="0" tIns="0" rIns="0" bIns="72000" anchor="t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999" y="1658869"/>
            <a:ext cx="6480000" cy="276999"/>
          </a:xfr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6" name="hcSlideMaster.Internal Blue Cover 1 Grey TextHeader">
            <a:extLst>
              <a:ext uri="{FF2B5EF4-FFF2-40B4-BE49-F238E27FC236}">
                <a16:creationId xmlns:a16="http://schemas.microsoft.com/office/drawing/2014/main" id="{17474C03-7A61-3B56-7603-69CD155A3BD7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Internal Blue Cover 1 Grey TextFooter">
            <a:extLst>
              <a:ext uri="{FF2B5EF4-FFF2-40B4-BE49-F238E27FC236}">
                <a16:creationId xmlns:a16="http://schemas.microsoft.com/office/drawing/2014/main" id="{10AE0723-9EDE-DA3F-E668-21B7E77CBCE5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324CD5B-4BBC-9FB7-B92C-DC4FD0E6C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52000">
                <a:srgbClr val="FF6E00"/>
              </a:gs>
              <a:gs pos="0">
                <a:srgbClr val="FC4C02"/>
              </a:gs>
              <a:gs pos="100000">
                <a:srgbClr val="FFCC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93420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Blue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909BCFB1-1B83-B69D-8BF1-27CF357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39998"/>
            <a:ext cx="12192000" cy="5403602"/>
          </a:xfrm>
          <a:prstGeom prst="rect">
            <a:avLst/>
          </a:prstGeom>
          <a:solidFill>
            <a:schemeClr val="bg2"/>
          </a:solidFill>
        </p:spPr>
        <p:txBody>
          <a:bodyPr wrap="square" lIns="0" bIns="93600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0F51C1D-3BF1-EF1C-DABD-EDBDB10D6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52000">
                <a:srgbClr val="FF6E00"/>
              </a:gs>
              <a:gs pos="0">
                <a:srgbClr val="FC4C02"/>
              </a:gs>
              <a:gs pos="100000">
                <a:srgbClr val="FFCC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3B2A9-9FC5-471F-95B6-1C0E9577DF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29F97AB5-E345-EBFF-536D-730627D7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2EFD9-2D9E-74EA-7D9A-DD4AF1C4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00" y="3562875"/>
            <a:ext cx="5131905" cy="2385450"/>
          </a:xfrm>
          <a:gradFill>
            <a:gsLst>
              <a:gs pos="52000">
                <a:srgbClr val="FF6E00"/>
              </a:gs>
              <a:gs pos="0">
                <a:srgbClr val="FC4C02"/>
              </a:gs>
              <a:gs pos="100000">
                <a:srgbClr val="FFC000"/>
              </a:gs>
            </a:gsLst>
            <a:lin ang="0" scaled="0"/>
          </a:gradFill>
          <a:ln>
            <a:noFill/>
          </a:ln>
        </p:spPr>
        <p:txBody>
          <a:bodyPr lIns="288000" tIns="180000" rIns="288000" bIns="72000" anchor="t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FB61EF-5276-BBA8-65D9-3B44EDE1B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0800" y="4926579"/>
            <a:ext cx="5131905" cy="1012296"/>
          </a:xfrm>
          <a:noFill/>
        </p:spPr>
        <p:txBody>
          <a:bodyPr lIns="288000" tIns="0" rIns="288000" bIns="288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hcSlideMaster.Internal Blue Cover 2Header">
            <a:extLst>
              <a:ext uri="{FF2B5EF4-FFF2-40B4-BE49-F238E27FC236}">
                <a16:creationId xmlns:a16="http://schemas.microsoft.com/office/drawing/2014/main" id="{A6BBFF79-B946-5882-8E82-741B64CA3635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Internal Blue Cover 2Footer">
            <a:extLst>
              <a:ext uri="{FF2B5EF4-FFF2-40B4-BE49-F238E27FC236}">
                <a16:creationId xmlns:a16="http://schemas.microsoft.com/office/drawing/2014/main" id="{07308BBF-71F7-B051-BB76-13366A973BA3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076906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5969DE-7EF3-652A-53FB-EA9BD0ECC10F}"/>
              </a:ext>
            </a:extLst>
          </p:cNvPr>
          <p:cNvSpPr txBox="1"/>
          <p:nvPr userDrawn="1"/>
        </p:nvSpPr>
        <p:spPr>
          <a:xfrm>
            <a:off x="395285" y="3048954"/>
            <a:ext cx="11401431" cy="7600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8000" b="0" dirty="0">
                <a:latin typeface="Aptos" panose="020B0004020202020204" pitchFamily="34" charset="0"/>
              </a:rPr>
              <a:t>Section Dividers</a:t>
            </a:r>
          </a:p>
        </p:txBody>
      </p:sp>
      <p:sp>
        <p:nvSpPr>
          <p:cNvPr id="2" name="Guides" hidden="1">
            <a:extLst>
              <a:ext uri="{FF2B5EF4-FFF2-40B4-BE49-F238E27FC236}">
                <a16:creationId xmlns:a16="http://schemas.microsoft.com/office/drawing/2014/main" id="{B732181B-BD1D-7125-854D-9D9F0E3EEB2D}"/>
              </a:ext>
            </a:extLst>
          </p:cNvPr>
          <p:cNvSpPr/>
          <p:nvPr userDrawn="1"/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3" name="hcSlideMaster.Section DividersHeader">
            <a:extLst>
              <a:ext uri="{FF2B5EF4-FFF2-40B4-BE49-F238E27FC236}">
                <a16:creationId xmlns:a16="http://schemas.microsoft.com/office/drawing/2014/main" id="{6F75A5AA-8BDD-DFE9-0E14-FC6596E2EDE3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Section DividersFooter">
            <a:extLst>
              <a:ext uri="{FF2B5EF4-FFF2-40B4-BE49-F238E27FC236}">
                <a16:creationId xmlns:a16="http://schemas.microsoft.com/office/drawing/2014/main" id="{E1323FD3-33DA-2146-6F1C-CAC6BAFBD3FF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083031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Section 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A4766D7E-4E66-4F29-B3D3-245854C9D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2000" cy="5940692"/>
          </a:xfrm>
          <a:solidFill>
            <a:schemeClr val="bg2"/>
          </a:solidFill>
        </p:spPr>
        <p:txBody>
          <a:bodyPr lIns="0" bIns="936000" anchor="ctr" anchorCtr="0"/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28CFA6-5DB1-4852-9A3C-3B6704CA670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F40C6997-AFAE-2046-9B2F-EC0E47F16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E721B-418A-410D-B681-98E3D64A1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549140"/>
            <a:ext cx="10331017" cy="1638000"/>
          </a:xfrm>
          <a:gradFill>
            <a:gsLst>
              <a:gs pos="0">
                <a:srgbClr val="086E78">
                  <a:alpha val="90000"/>
                </a:srgbClr>
              </a:gs>
              <a:gs pos="100000">
                <a:srgbClr val="3FC0C2">
                  <a:alpha val="90000"/>
                </a:srgbClr>
              </a:gs>
            </a:gsLst>
            <a:lin ang="0" scaled="0"/>
          </a:gradFill>
        </p:spPr>
        <p:txBody>
          <a:bodyPr lIns="540000" tIns="396000" rIns="288000" bIns="828000" anchor="t" anchorCtr="0">
            <a:noAutofit/>
          </a:bodyPr>
          <a:lstStyle>
            <a:lvl1pPr>
              <a:lnSpc>
                <a:spcPct val="9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8D93C882-1ED9-1CFE-720E-606A2108F800}"/>
              </a:ext>
            </a:extLst>
          </p:cNvPr>
          <p:cNvSpPr>
            <a:spLocks noGrp="1"/>
          </p:cNvSpPr>
          <p:nvPr>
            <p:ph type="subTitle" sz="quarter" idx="18"/>
            <p:custDataLst>
              <p:tags r:id="rId2"/>
            </p:custDataLst>
          </p:nvPr>
        </p:nvSpPr>
        <p:spPr>
          <a:xfrm>
            <a:off x="539751" y="5411134"/>
            <a:ext cx="9791267" cy="529558"/>
          </a:xfrm>
          <a:prstGeom prst="rect">
            <a:avLst/>
          </a:prstGeom>
        </p:spPr>
        <p:txBody>
          <a:bodyPr lIns="0" tIns="0" rIns="288000" bIns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177" indent="0" algn="ctr">
              <a:buNone/>
            </a:lvl2pPr>
            <a:lvl3pPr marL="914355" indent="0" algn="ctr">
              <a:buNone/>
            </a:lvl3pPr>
            <a:lvl4pPr marL="1371532" indent="0" algn="ctr">
              <a:buNone/>
            </a:lvl4pPr>
            <a:lvl5pPr marL="1828709" indent="0" algn="ctr">
              <a:buNone/>
            </a:lvl5pPr>
            <a:lvl6pPr marL="2285886" indent="0" algn="ctr">
              <a:buNone/>
            </a:lvl6pPr>
            <a:lvl7pPr marL="2743063" indent="0" algn="ctr">
              <a:buNone/>
            </a:lvl7pPr>
            <a:lvl8pPr marL="3200240" indent="0" algn="ctr">
              <a:buNone/>
            </a:lvl8pPr>
            <a:lvl9pPr marL="3657417" indent="0" algn="ctr">
              <a:buNone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6" name="hcSlideMaster.Teal Section Divider Header">
            <a:extLst>
              <a:ext uri="{FF2B5EF4-FFF2-40B4-BE49-F238E27FC236}">
                <a16:creationId xmlns:a16="http://schemas.microsoft.com/office/drawing/2014/main" id="{EB2E8404-8FAE-B224-A856-7C278E744F2B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Teal Section Divider Footer">
            <a:extLst>
              <a:ext uri="{FF2B5EF4-FFF2-40B4-BE49-F238E27FC236}">
                <a16:creationId xmlns:a16="http://schemas.microsoft.com/office/drawing/2014/main" id="{B0E6B79E-81B7-2F9D-FE48-E947C219E66C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959657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4">
          <p15:clr>
            <a:srgbClr val="FF96FF"/>
          </p15:clr>
        </p15:guide>
        <p15:guide id="2" orient="horz" pos="6270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l Section 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A4766D7E-4E66-4F29-B3D3-245854C9D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2000" cy="5940692"/>
          </a:xfrm>
          <a:solidFill>
            <a:schemeClr val="bg2"/>
          </a:solidFill>
        </p:spPr>
        <p:txBody>
          <a:bodyPr lIns="0" bIns="936000" anchor="ctr" anchorCtr="0"/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28CFA6-5DB1-4852-9A3C-3B6704CA670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F40C6997-AFAE-2046-9B2F-EC0E47F16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E721B-418A-410D-B681-98E3D64A1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549140"/>
            <a:ext cx="10331017" cy="1638000"/>
          </a:xfrm>
          <a:gradFill>
            <a:gsLst>
              <a:gs pos="0">
                <a:srgbClr val="FC4C02"/>
              </a:gs>
              <a:gs pos="53000">
                <a:srgbClr val="FF6E00"/>
              </a:gs>
              <a:gs pos="100000">
                <a:srgbClr val="FFC000"/>
              </a:gs>
            </a:gsLst>
            <a:lin ang="0" scaled="0"/>
          </a:gradFill>
        </p:spPr>
        <p:txBody>
          <a:bodyPr lIns="540000" tIns="396000" rIns="288000" bIns="828000" anchor="t" anchorCtr="0">
            <a:noAutofit/>
          </a:bodyPr>
          <a:lstStyle>
            <a:lvl1pPr>
              <a:lnSpc>
                <a:spcPct val="9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8D93C882-1ED9-1CFE-720E-606A2108F800}"/>
              </a:ext>
            </a:extLst>
          </p:cNvPr>
          <p:cNvSpPr>
            <a:spLocks noGrp="1"/>
          </p:cNvSpPr>
          <p:nvPr>
            <p:ph type="subTitle" sz="quarter" idx="18"/>
            <p:custDataLst>
              <p:tags r:id="rId2"/>
            </p:custDataLst>
          </p:nvPr>
        </p:nvSpPr>
        <p:spPr>
          <a:xfrm>
            <a:off x="539751" y="5411134"/>
            <a:ext cx="9791267" cy="529558"/>
          </a:xfrm>
          <a:prstGeom prst="rect">
            <a:avLst/>
          </a:prstGeom>
        </p:spPr>
        <p:txBody>
          <a:bodyPr lIns="0" tIns="0" rIns="288000" bIns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177" indent="0" algn="ctr">
              <a:buNone/>
            </a:lvl2pPr>
            <a:lvl3pPr marL="914355" indent="0" algn="ctr">
              <a:buNone/>
            </a:lvl3pPr>
            <a:lvl4pPr marL="1371532" indent="0" algn="ctr">
              <a:buNone/>
            </a:lvl4pPr>
            <a:lvl5pPr marL="1828709" indent="0" algn="ctr">
              <a:buNone/>
            </a:lvl5pPr>
            <a:lvl6pPr marL="2285886" indent="0" algn="ctr">
              <a:buNone/>
            </a:lvl6pPr>
            <a:lvl7pPr marL="2743063" indent="0" algn="ctr">
              <a:buNone/>
            </a:lvl7pPr>
            <a:lvl8pPr marL="3200240" indent="0" algn="ctr">
              <a:buNone/>
            </a:lvl8pPr>
            <a:lvl9pPr marL="3657417" indent="0" algn="ctr">
              <a:buNone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6" name="hcSlideMaster.Teal Section Divider Header">
            <a:extLst>
              <a:ext uri="{FF2B5EF4-FFF2-40B4-BE49-F238E27FC236}">
                <a16:creationId xmlns:a16="http://schemas.microsoft.com/office/drawing/2014/main" id="{EB2E8404-8FAE-B224-A856-7C278E744F2B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Teal Section Divider Footer">
            <a:extLst>
              <a:ext uri="{FF2B5EF4-FFF2-40B4-BE49-F238E27FC236}">
                <a16:creationId xmlns:a16="http://schemas.microsoft.com/office/drawing/2014/main" id="{B0E6B79E-81B7-2F9D-FE48-E947C219E66C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378804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4">
          <p15:clr>
            <a:srgbClr val="FF96FF"/>
          </p15:clr>
        </p15:guide>
        <p15:guide id="2" orient="horz" pos="6270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A4766D7E-4E66-4F29-B3D3-245854C9D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2000" cy="5940692"/>
          </a:xfrm>
          <a:solidFill>
            <a:schemeClr val="bg2"/>
          </a:solidFill>
        </p:spPr>
        <p:txBody>
          <a:bodyPr lIns="0" bIns="936000" anchor="ctr" anchorCtr="0"/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 or delete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28CFA6-5DB1-4852-9A3C-3B6704CA670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Guides">
            <a:extLst>
              <a:ext uri="{FF2B5EF4-FFF2-40B4-BE49-F238E27FC236}">
                <a16:creationId xmlns:a16="http://schemas.microsoft.com/office/drawing/2014/main" id="{F40C6997-AFAE-2046-9B2F-EC0E47F16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E721B-418A-410D-B681-98E3D64A1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549140"/>
            <a:ext cx="10331017" cy="1638000"/>
          </a:xfrm>
          <a:gradFill>
            <a:gsLst>
              <a:gs pos="0">
                <a:srgbClr val="2E2D7D">
                  <a:alpha val="90000"/>
                </a:srgbClr>
              </a:gs>
              <a:gs pos="100000">
                <a:srgbClr val="20A5DE">
                  <a:alpha val="90000"/>
                </a:srgbClr>
              </a:gs>
            </a:gsLst>
            <a:lin ang="0" scaled="0"/>
          </a:gradFill>
        </p:spPr>
        <p:txBody>
          <a:bodyPr lIns="540000" tIns="396000" rIns="288000" bIns="828000" anchor="t" anchorCtr="0">
            <a:noAutofit/>
          </a:bodyPr>
          <a:lstStyle>
            <a:lvl1pPr>
              <a:lnSpc>
                <a:spcPct val="9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8D93C882-1ED9-1CFE-720E-606A2108F800}"/>
              </a:ext>
            </a:extLst>
          </p:cNvPr>
          <p:cNvSpPr>
            <a:spLocks noGrp="1"/>
          </p:cNvSpPr>
          <p:nvPr>
            <p:ph type="subTitle" sz="quarter" idx="18"/>
            <p:custDataLst>
              <p:tags r:id="rId2"/>
            </p:custDataLst>
          </p:nvPr>
        </p:nvSpPr>
        <p:spPr>
          <a:xfrm>
            <a:off x="539751" y="5411134"/>
            <a:ext cx="9791267" cy="529558"/>
          </a:xfrm>
          <a:prstGeom prst="rect">
            <a:avLst/>
          </a:prstGeom>
        </p:spPr>
        <p:txBody>
          <a:bodyPr lIns="0" tIns="0" rIns="288000" bIns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177" indent="0" algn="ctr">
              <a:buNone/>
            </a:lvl2pPr>
            <a:lvl3pPr marL="914355" indent="0" algn="ctr">
              <a:buNone/>
            </a:lvl3pPr>
            <a:lvl4pPr marL="1371532" indent="0" algn="ctr">
              <a:buNone/>
            </a:lvl4pPr>
            <a:lvl5pPr marL="1828709" indent="0" algn="ctr">
              <a:buNone/>
            </a:lvl5pPr>
            <a:lvl6pPr marL="2285886" indent="0" algn="ctr">
              <a:buNone/>
            </a:lvl6pPr>
            <a:lvl7pPr marL="2743063" indent="0" algn="ctr">
              <a:buNone/>
            </a:lvl7pPr>
            <a:lvl8pPr marL="3200240" indent="0" algn="ctr">
              <a:buNone/>
            </a:lvl8pPr>
            <a:lvl9pPr marL="3657417" indent="0" algn="ctr">
              <a:buNone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6" name="hcSlideMaster.Blue Section Divider Header">
            <a:extLst>
              <a:ext uri="{FF2B5EF4-FFF2-40B4-BE49-F238E27FC236}">
                <a16:creationId xmlns:a16="http://schemas.microsoft.com/office/drawing/2014/main" id="{E60EC08A-49B4-A12C-E7CD-A0D5E583EF75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fcSlideMaster.Blue Section Divider Footer">
            <a:extLst>
              <a:ext uri="{FF2B5EF4-FFF2-40B4-BE49-F238E27FC236}">
                <a16:creationId xmlns:a16="http://schemas.microsoft.com/office/drawing/2014/main" id="{D3FD1B2B-C40A-BF81-9DE6-A8841F255B23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663650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4">
          <p15:clr>
            <a:srgbClr val="FF96FF"/>
          </p15:clr>
        </p15:guide>
        <p15:guide id="2" orient="horz" pos="6270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al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5969DE-7EF3-652A-53FB-EA9BD0ECC10F}"/>
              </a:ext>
            </a:extLst>
          </p:cNvPr>
          <p:cNvSpPr txBox="1"/>
          <p:nvPr userDrawn="1"/>
        </p:nvSpPr>
        <p:spPr>
          <a:xfrm>
            <a:off x="395285" y="3048954"/>
            <a:ext cx="11401431" cy="7600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8000" b="0" dirty="0">
                <a:latin typeface="Aptos" panose="020B0004020202020204" pitchFamily="34" charset="0"/>
              </a:rPr>
              <a:t>Plain Layouts</a:t>
            </a:r>
          </a:p>
        </p:txBody>
      </p:sp>
      <p:sp>
        <p:nvSpPr>
          <p:cNvPr id="2" name="Guides" hidden="1">
            <a:extLst>
              <a:ext uri="{FF2B5EF4-FFF2-40B4-BE49-F238E27FC236}">
                <a16:creationId xmlns:a16="http://schemas.microsoft.com/office/drawing/2014/main" id="{B732181B-BD1D-7125-854D-9D9F0E3EEB2D}"/>
              </a:ext>
            </a:extLst>
          </p:cNvPr>
          <p:cNvSpPr/>
          <p:nvPr userDrawn="1"/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3" name="hcSlideMaster.Teal LayoutsHeader">
            <a:extLst>
              <a:ext uri="{FF2B5EF4-FFF2-40B4-BE49-F238E27FC236}">
                <a16:creationId xmlns:a16="http://schemas.microsoft.com/office/drawing/2014/main" id="{6F4A2E6C-65BE-BAA5-84C5-84C17E02B5CE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Teal LayoutsFooter">
            <a:extLst>
              <a:ext uri="{FF2B5EF4-FFF2-40B4-BE49-F238E27FC236}">
                <a16:creationId xmlns:a16="http://schemas.microsoft.com/office/drawing/2014/main" id="{3E410DC3-0AA7-956D-659B-F45F9CF28040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9291092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F0963-2DEF-452C-4233-D9E6B2AFCF46}"/>
              </a:ext>
            </a:extLst>
          </p:cNvPr>
          <p:cNvSpPr/>
          <p:nvPr userDrawn="1"/>
        </p:nvSpPr>
        <p:spPr>
          <a:xfrm>
            <a:off x="0" y="3253411"/>
            <a:ext cx="10553077" cy="205957"/>
          </a:xfrm>
          <a:prstGeom prst="rect">
            <a:avLst/>
          </a:prstGeom>
          <a:gradFill>
            <a:gsLst>
              <a:gs pos="57000">
                <a:srgbClr val="FF6E00"/>
              </a:gs>
              <a:gs pos="100000">
                <a:srgbClr val="FC4C02"/>
              </a:gs>
              <a:gs pos="0">
                <a:srgbClr val="FFCC0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>
              <a:latin typeface="+mn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AE738F-9FD5-CE74-7F0E-06B3A1BEBFF5}"/>
              </a:ext>
            </a:extLst>
          </p:cNvPr>
          <p:cNvSpPr/>
          <p:nvPr userDrawn="1"/>
        </p:nvSpPr>
        <p:spPr>
          <a:xfrm>
            <a:off x="5261988" y="3157332"/>
            <a:ext cx="6930012" cy="205957"/>
          </a:xfrm>
          <a:prstGeom prst="rect">
            <a:avLst/>
          </a:prstGeom>
          <a:gradFill>
            <a:gsLst>
              <a:gs pos="57000">
                <a:srgbClr val="FF6E00">
                  <a:alpha val="90026"/>
                </a:srgbClr>
              </a:gs>
              <a:gs pos="100000">
                <a:srgbClr val="FC4C02"/>
              </a:gs>
              <a:gs pos="0">
                <a:srgbClr val="FFC00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>
              <a:latin typeface="+mn-lt"/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DF6115B-8B53-19BB-886E-B6A799CAA1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750" y="4011770"/>
            <a:ext cx="3672937" cy="2075325"/>
          </a:xfrm>
          <a:noFill/>
        </p:spPr>
        <p:txBody>
          <a:bodyPr lIns="288000" tIns="216000" rIns="288000" bIns="288000"/>
          <a:lstStyle>
            <a:lvl1pPr marL="0" indent="0">
              <a:buNone/>
              <a:defRPr sz="1800">
                <a:latin typeface="+mn-lt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+mn-lt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+mn-lt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+mn-lt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81E5B09-CC24-B79F-1FD6-6C2996B832B4}"/>
              </a:ext>
            </a:extLst>
          </p:cNvPr>
          <p:cNvSpPr txBox="1">
            <a:spLocks/>
          </p:cNvSpPr>
          <p:nvPr userDrawn="1"/>
        </p:nvSpPr>
        <p:spPr>
          <a:xfrm>
            <a:off x="550803" y="1239716"/>
            <a:ext cx="3949474" cy="2110756"/>
          </a:xfrm>
          <a:prstGeom prst="rect">
            <a:avLst/>
          </a:prstGeom>
          <a:noFill/>
        </p:spPr>
        <p:txBody>
          <a:bodyPr vert="horz" lIns="126000" tIns="126000" rIns="126000" bIns="126000" rtlCol="0" anchor="t" anchorCtr="0">
            <a:noAutofit/>
          </a:bodyPr>
          <a:lstStyle>
            <a:lvl1pPr algn="l" defTabSz="182860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3600" dirty="0">
                <a:latin typeface="+mn-lt"/>
              </a:rPr>
              <a:t>Click to edit Master title style</a:t>
            </a:r>
            <a:endParaRPr lang="en-GB" sz="3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2868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8B714A-2C90-F6BD-0C68-B402ECA62A2C}"/>
              </a:ext>
            </a:extLst>
          </p:cNvPr>
          <p:cNvCxnSpPr>
            <a:cxnSpLocks/>
          </p:cNvCxnSpPr>
          <p:nvPr userDrawn="1"/>
        </p:nvCxnSpPr>
        <p:spPr>
          <a:xfrm flipH="1">
            <a:off x="540580" y="2344156"/>
            <a:ext cx="5420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7B3A07-6982-B6EA-9702-6BCA40F41B93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713" y="2344156"/>
            <a:ext cx="5420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37921F14-5FFF-1791-50B4-DC410F19311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38510" y="2466076"/>
            <a:ext cx="4423063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Text Placeholder 22">
            <a:extLst>
              <a:ext uri="{FF2B5EF4-FFF2-40B4-BE49-F238E27FC236}">
                <a16:creationId xmlns:a16="http://schemas.microsoft.com/office/drawing/2014/main" id="{146B2C7E-F5E1-C7AD-5CAD-8C9C1188D9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38509" y="3104092"/>
            <a:ext cx="4423063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7F2FAA-CA6E-9E54-A4F8-C19BD1F7A6D4}"/>
              </a:ext>
            </a:extLst>
          </p:cNvPr>
          <p:cNvCxnSpPr>
            <a:cxnSpLocks/>
          </p:cNvCxnSpPr>
          <p:nvPr userDrawn="1"/>
        </p:nvCxnSpPr>
        <p:spPr>
          <a:xfrm flipH="1">
            <a:off x="540579" y="2983063"/>
            <a:ext cx="5420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AF39D525-1C6D-9DF2-2471-A4D75407D71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38509" y="3729902"/>
            <a:ext cx="4423063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1A9FCE2-8F35-E1BA-40D5-559C45CB904D}"/>
              </a:ext>
            </a:extLst>
          </p:cNvPr>
          <p:cNvCxnSpPr>
            <a:cxnSpLocks/>
          </p:cNvCxnSpPr>
          <p:nvPr userDrawn="1"/>
        </p:nvCxnSpPr>
        <p:spPr>
          <a:xfrm flipH="1">
            <a:off x="540579" y="3608873"/>
            <a:ext cx="5420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D8AED887-0E8A-C843-4AB6-B8CF65F7002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38509" y="4367917"/>
            <a:ext cx="4423063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70FD48A-C583-E542-B861-46FEB7BEF2D4}"/>
              </a:ext>
            </a:extLst>
          </p:cNvPr>
          <p:cNvCxnSpPr>
            <a:cxnSpLocks/>
          </p:cNvCxnSpPr>
          <p:nvPr userDrawn="1"/>
        </p:nvCxnSpPr>
        <p:spPr>
          <a:xfrm flipH="1">
            <a:off x="540579" y="4246889"/>
            <a:ext cx="5420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2">
            <a:extLst>
              <a:ext uri="{FF2B5EF4-FFF2-40B4-BE49-F238E27FC236}">
                <a16:creationId xmlns:a16="http://schemas.microsoft.com/office/drawing/2014/main" id="{89F2FB61-0B56-37A9-1F01-27D1343D4C5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538509" y="4999830"/>
            <a:ext cx="4423063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48CCD18-001D-2435-EFB1-5A7C05559B3D}"/>
              </a:ext>
            </a:extLst>
          </p:cNvPr>
          <p:cNvCxnSpPr>
            <a:cxnSpLocks/>
          </p:cNvCxnSpPr>
          <p:nvPr userDrawn="1"/>
        </p:nvCxnSpPr>
        <p:spPr>
          <a:xfrm flipH="1">
            <a:off x="540579" y="4878801"/>
            <a:ext cx="5420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D14AB7ED-783C-857D-8196-93672CFEA91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38509" y="5645036"/>
            <a:ext cx="4423063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9718C1-1DA2-13B5-7E5B-8C61AB726464}"/>
              </a:ext>
            </a:extLst>
          </p:cNvPr>
          <p:cNvCxnSpPr>
            <a:cxnSpLocks/>
          </p:cNvCxnSpPr>
          <p:nvPr userDrawn="1"/>
        </p:nvCxnSpPr>
        <p:spPr>
          <a:xfrm flipH="1">
            <a:off x="540579" y="5524008"/>
            <a:ext cx="5420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5C159140-0A2D-A0D1-E21A-057059B7E6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579" y="2471930"/>
            <a:ext cx="743182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800" b="1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04EC8783-1CB8-F3C9-A437-8294425CB4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0578" y="3111283"/>
            <a:ext cx="743182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800" b="1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02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58A52A07-4DC2-5862-EA9E-FDD0CCF168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0578" y="3737092"/>
            <a:ext cx="743182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800" b="1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03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935A4A35-D8FC-C5C8-6B9D-DEA076ECA3D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0578" y="4376445"/>
            <a:ext cx="743182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800" b="1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04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9E83876A-9AF8-D445-E96F-53BE601D3AB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0578" y="4999830"/>
            <a:ext cx="743182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800" b="1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05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FF58983A-1665-A65D-85D4-019752B754E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577" y="5639182"/>
            <a:ext cx="743182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800" b="1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06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13FA123-ED1A-5C7B-CED1-ABFBC7FC1A2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094643" y="2476136"/>
            <a:ext cx="4423063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43545251-C1CA-185A-454F-70435ED08E0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094642" y="3114151"/>
            <a:ext cx="4423063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EC4FFFE-B348-FC90-BA18-1CB3D325AB4A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712" y="2993123"/>
            <a:ext cx="5420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B31C2AFB-292A-11A2-67B3-C3123BF902E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094642" y="3739961"/>
            <a:ext cx="4423063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64B32CE-E04C-7E8B-224C-664E0B8082D3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712" y="3618933"/>
            <a:ext cx="5420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F0BD8CDE-C215-D832-0DBB-DA0BFC7AD38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094642" y="4377977"/>
            <a:ext cx="4423063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8FED793-4A49-E328-A7B7-6C57DE25828A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712" y="4256948"/>
            <a:ext cx="5420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A3E18A1D-1916-DFBE-81EE-1D8D27789C4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094642" y="5009889"/>
            <a:ext cx="4423063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A10B57C-459B-DC60-A2F3-EFB6F086B8F4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712" y="4888861"/>
            <a:ext cx="5420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E2841217-6E4C-BC27-ABDF-0270644CB80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094642" y="5655096"/>
            <a:ext cx="4423063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698E6E-48ED-57ED-F9F7-6C4CD5241884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712" y="5534067"/>
            <a:ext cx="5420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22">
            <a:extLst>
              <a:ext uri="{FF2B5EF4-FFF2-40B4-BE49-F238E27FC236}">
                <a16:creationId xmlns:a16="http://schemas.microsoft.com/office/drawing/2014/main" id="{EFF60C4F-F8A3-47BB-2133-A0134639197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712" y="2481990"/>
            <a:ext cx="743182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800" b="1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07</a:t>
            </a:r>
          </a:p>
        </p:txBody>
      </p:sp>
      <p:sp>
        <p:nvSpPr>
          <p:cNvPr id="42" name="Text Placeholder 22">
            <a:extLst>
              <a:ext uri="{FF2B5EF4-FFF2-40B4-BE49-F238E27FC236}">
                <a16:creationId xmlns:a16="http://schemas.microsoft.com/office/drawing/2014/main" id="{16EC791F-155F-C3C6-5E99-D54E08959F1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711" y="3121342"/>
            <a:ext cx="743182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800" b="1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08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7405A458-9E3C-A281-56FC-1E4AC7382AE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96711" y="3747151"/>
            <a:ext cx="743182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800" b="1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09</a:t>
            </a:r>
          </a:p>
        </p:txBody>
      </p:sp>
      <p:sp>
        <p:nvSpPr>
          <p:cNvPr id="44" name="Text Placeholder 22">
            <a:extLst>
              <a:ext uri="{FF2B5EF4-FFF2-40B4-BE49-F238E27FC236}">
                <a16:creationId xmlns:a16="http://schemas.microsoft.com/office/drawing/2014/main" id="{2FC9B639-7F42-ADDF-0FE2-8C5B7C70AFF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096711" y="4386504"/>
            <a:ext cx="743182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800" b="1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10</a:t>
            </a:r>
          </a:p>
        </p:txBody>
      </p:sp>
      <p:sp>
        <p:nvSpPr>
          <p:cNvPr id="45" name="Text Placeholder 22">
            <a:extLst>
              <a:ext uri="{FF2B5EF4-FFF2-40B4-BE49-F238E27FC236}">
                <a16:creationId xmlns:a16="http://schemas.microsoft.com/office/drawing/2014/main" id="{85B6656D-3086-5F27-ABAA-82ECC8527B3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96711" y="5009889"/>
            <a:ext cx="743182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800" b="1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11</a:t>
            </a:r>
          </a:p>
        </p:txBody>
      </p:sp>
      <p:sp>
        <p:nvSpPr>
          <p:cNvPr id="46" name="Text Placeholder 22">
            <a:extLst>
              <a:ext uri="{FF2B5EF4-FFF2-40B4-BE49-F238E27FC236}">
                <a16:creationId xmlns:a16="http://schemas.microsoft.com/office/drawing/2014/main" id="{9A7DD117-FF6F-71F9-9FB4-67A3B3E5EF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096710" y="5649242"/>
            <a:ext cx="743182" cy="395959"/>
          </a:xfrm>
        </p:spPr>
        <p:txBody>
          <a:bodyPr lIns="180000" tIns="180000" rIns="180000" bIns="180000" anchor="ctr" anchorCtr="0"/>
          <a:lstStyle>
            <a:lvl1pPr>
              <a:buNone/>
              <a:defRPr sz="1800" b="1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FADD35-F6E3-D5EE-71C5-16950BE2630B}"/>
              </a:ext>
            </a:extLst>
          </p:cNvPr>
          <p:cNvSpPr txBox="1"/>
          <p:nvPr userDrawn="1"/>
        </p:nvSpPr>
        <p:spPr>
          <a:xfrm>
            <a:off x="636145" y="1013493"/>
            <a:ext cx="737531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4000" dirty="0">
                <a:solidFill>
                  <a:srgbClr val="FC4C02"/>
                </a:solidFill>
                <a:latin typeface="+mj-lt"/>
              </a:rPr>
              <a:t>Contents</a:t>
            </a:r>
            <a:endParaRPr lang="en-GB" sz="1400" dirty="0">
              <a:solidFill>
                <a:srgbClr val="FC4C0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1943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4F99BAAA-8EC8-DF1B-7E35-B73FB44990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6654" y="758168"/>
            <a:ext cx="4606344" cy="5267324"/>
          </a:xfrm>
          <a:noFill/>
        </p:spPr>
        <p:txBody>
          <a:bodyPr lIns="288000" tIns="216000" rIns="288000" bIns="28800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laceholder_for_GS.png">
            <a:extLst>
              <a:ext uri="{FF2B5EF4-FFF2-40B4-BE49-F238E27FC236}">
                <a16:creationId xmlns:a16="http://schemas.microsoft.com/office/drawing/2014/main" id="{713FDEE3-E8C8-E170-73A6-E57005918B2B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250799" y="758169"/>
            <a:ext cx="6515100" cy="2345194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8" name="Placeholder_for_GS.png">
            <a:extLst>
              <a:ext uri="{FF2B5EF4-FFF2-40B4-BE49-F238E27FC236}">
                <a16:creationId xmlns:a16="http://schemas.microsoft.com/office/drawing/2014/main" id="{BE246371-0902-6CBE-9849-95DA5D788D6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135483" y="3230336"/>
            <a:ext cx="1755352" cy="1292088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9" name="Placeholder_for_GS.png">
            <a:extLst>
              <a:ext uri="{FF2B5EF4-FFF2-40B4-BE49-F238E27FC236}">
                <a16:creationId xmlns:a16="http://schemas.microsoft.com/office/drawing/2014/main" id="{B2EA4BD5-A568-F3D6-F867-04A312CE4A4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017785" y="3230336"/>
            <a:ext cx="2748119" cy="2795157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502704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Placeholder_for_GS.png">
            <a:extLst>
              <a:ext uri="{FF2B5EF4-FFF2-40B4-BE49-F238E27FC236}">
                <a16:creationId xmlns:a16="http://schemas.microsoft.com/office/drawing/2014/main" id="{44816F96-60B2-533F-CB04-CBB68DD06D6C}"/>
              </a:ext>
            </a:extLst>
          </p:cNvPr>
          <p:cNvSpPr>
            <a:spLocks noGrp="1"/>
          </p:cNvSpPr>
          <p:nvPr>
            <p:ph type="pic" sz="half" idx="21"/>
          </p:nvPr>
        </p:nvSpPr>
        <p:spPr>
          <a:xfrm>
            <a:off x="0" y="2040467"/>
            <a:ext cx="2940067" cy="4047067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 dirty="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dirty="0"/>
          </a:p>
        </p:txBody>
      </p:sp>
      <p:sp>
        <p:nvSpPr>
          <p:cNvPr id="4" name="Placeholder_for_GS.png">
            <a:extLst>
              <a:ext uri="{FF2B5EF4-FFF2-40B4-BE49-F238E27FC236}">
                <a16:creationId xmlns:a16="http://schemas.microsoft.com/office/drawing/2014/main" id="{06F4926B-18F2-B1C5-DA67-6DC7E1339771}"/>
              </a:ext>
            </a:extLst>
          </p:cNvPr>
          <p:cNvSpPr>
            <a:spLocks noGrp="1"/>
          </p:cNvSpPr>
          <p:nvPr>
            <p:ph type="pic" sz="half" idx="22"/>
          </p:nvPr>
        </p:nvSpPr>
        <p:spPr>
          <a:xfrm>
            <a:off x="3084242" y="2040467"/>
            <a:ext cx="2940068" cy="4047067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8" name="Placeholder_for_GS.png">
            <a:extLst>
              <a:ext uri="{FF2B5EF4-FFF2-40B4-BE49-F238E27FC236}">
                <a16:creationId xmlns:a16="http://schemas.microsoft.com/office/drawing/2014/main" id="{C2B2D98B-F85E-D158-3667-26D5E76606FF}"/>
              </a:ext>
            </a:extLst>
          </p:cNvPr>
          <p:cNvSpPr>
            <a:spLocks noGrp="1"/>
          </p:cNvSpPr>
          <p:nvPr>
            <p:ph type="pic" sz="half" idx="23"/>
          </p:nvPr>
        </p:nvSpPr>
        <p:spPr>
          <a:xfrm>
            <a:off x="6168484" y="2040467"/>
            <a:ext cx="2940067" cy="4047067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9" name="Placeholder_for_GS.png">
            <a:extLst>
              <a:ext uri="{FF2B5EF4-FFF2-40B4-BE49-F238E27FC236}">
                <a16:creationId xmlns:a16="http://schemas.microsoft.com/office/drawing/2014/main" id="{3A1FEE4C-5C77-84E0-7C1F-B7B40ACF7010}"/>
              </a:ext>
            </a:extLst>
          </p:cNvPr>
          <p:cNvSpPr>
            <a:spLocks noGrp="1"/>
          </p:cNvSpPr>
          <p:nvPr>
            <p:ph type="pic" sz="half" idx="24"/>
          </p:nvPr>
        </p:nvSpPr>
        <p:spPr>
          <a:xfrm>
            <a:off x="9252726" y="2040467"/>
            <a:ext cx="2940068" cy="4047067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6B9DABF-6029-703A-A48D-E2B2AD00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775" y="1009204"/>
            <a:ext cx="11168290" cy="849786"/>
          </a:xfrm>
          <a:prstGeom prst="rect">
            <a:avLst/>
          </a:prstGeom>
          <a:noFill/>
        </p:spPr>
        <p:txBody>
          <a:bodyPr lIns="252000" anchor="ctr" anchorCtr="0">
            <a:noAutofit/>
          </a:bodyPr>
          <a:lstStyle>
            <a:lvl1pPr>
              <a:lnSpc>
                <a:spcPct val="90000"/>
              </a:lnSpc>
              <a:defRPr sz="3600" b="1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7993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Placeholder_for_GS.png">
            <a:extLst>
              <a:ext uri="{FF2B5EF4-FFF2-40B4-BE49-F238E27FC236}">
                <a16:creationId xmlns:a16="http://schemas.microsoft.com/office/drawing/2014/main" id="{9BDB6579-ABFC-638D-039C-6047DC7269C1}"/>
              </a:ext>
            </a:extLst>
          </p:cNvPr>
          <p:cNvSpPr>
            <a:spLocks noGrp="1"/>
          </p:cNvSpPr>
          <p:nvPr>
            <p:ph type="pic" sz="half" idx="21"/>
          </p:nvPr>
        </p:nvSpPr>
        <p:spPr>
          <a:xfrm>
            <a:off x="0" y="2040467"/>
            <a:ext cx="2940067" cy="4047067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 dirty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endParaRPr dirty="0"/>
          </a:p>
        </p:txBody>
      </p:sp>
      <p:sp>
        <p:nvSpPr>
          <p:cNvPr id="4" name="Placeholder_for_GS.png">
            <a:extLst>
              <a:ext uri="{FF2B5EF4-FFF2-40B4-BE49-F238E27FC236}">
                <a16:creationId xmlns:a16="http://schemas.microsoft.com/office/drawing/2014/main" id="{18E3F7E4-36E9-03F7-4789-6CB183223D4A}"/>
              </a:ext>
            </a:extLst>
          </p:cNvPr>
          <p:cNvSpPr>
            <a:spLocks noGrp="1"/>
          </p:cNvSpPr>
          <p:nvPr>
            <p:ph type="pic" sz="half" idx="22"/>
          </p:nvPr>
        </p:nvSpPr>
        <p:spPr>
          <a:xfrm>
            <a:off x="3084242" y="2040467"/>
            <a:ext cx="2940068" cy="4047067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8" name="Placeholder_for_GS.png">
            <a:extLst>
              <a:ext uri="{FF2B5EF4-FFF2-40B4-BE49-F238E27FC236}">
                <a16:creationId xmlns:a16="http://schemas.microsoft.com/office/drawing/2014/main" id="{353569AA-B167-9977-4F9D-1891FE3DC470}"/>
              </a:ext>
            </a:extLst>
          </p:cNvPr>
          <p:cNvSpPr>
            <a:spLocks noGrp="1"/>
          </p:cNvSpPr>
          <p:nvPr>
            <p:ph type="pic" sz="half" idx="23"/>
          </p:nvPr>
        </p:nvSpPr>
        <p:spPr>
          <a:xfrm>
            <a:off x="6168484" y="2040467"/>
            <a:ext cx="2940067" cy="4047067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9" name="Placeholder_for_GS.png">
            <a:extLst>
              <a:ext uri="{FF2B5EF4-FFF2-40B4-BE49-F238E27FC236}">
                <a16:creationId xmlns:a16="http://schemas.microsoft.com/office/drawing/2014/main" id="{B844922B-B45F-017B-4E33-21D2C09A77DA}"/>
              </a:ext>
            </a:extLst>
          </p:cNvPr>
          <p:cNvSpPr>
            <a:spLocks noGrp="1"/>
          </p:cNvSpPr>
          <p:nvPr>
            <p:ph type="pic" sz="half" idx="24"/>
          </p:nvPr>
        </p:nvSpPr>
        <p:spPr>
          <a:xfrm>
            <a:off x="9252726" y="2040467"/>
            <a:ext cx="2940068" cy="4047067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52CB7E8-A2C0-F0B7-3EE9-155A0AFE9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775" y="1009204"/>
            <a:ext cx="11168290" cy="849786"/>
          </a:xfrm>
          <a:prstGeom prst="rect">
            <a:avLst/>
          </a:prstGeom>
          <a:noFill/>
        </p:spPr>
        <p:txBody>
          <a:bodyPr lIns="252000" anchor="ctr" anchorCtr="0">
            <a:noAutofit/>
          </a:bodyPr>
          <a:lstStyle>
            <a:lvl1pPr>
              <a:lnSpc>
                <a:spcPct val="90000"/>
              </a:lnSpc>
              <a:defRPr sz="3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C8713C-1B02-BE0C-9FBA-07596133E561}"/>
              </a:ext>
            </a:extLst>
          </p:cNvPr>
          <p:cNvSpPr txBox="1">
            <a:spLocks/>
          </p:cNvSpPr>
          <p:nvPr userDrawn="1"/>
        </p:nvSpPr>
        <p:spPr>
          <a:xfrm>
            <a:off x="262775" y="4990804"/>
            <a:ext cx="2414516" cy="1096730"/>
          </a:xfrm>
          <a:prstGeom prst="rect">
            <a:avLst/>
          </a:prstGeom>
          <a:noFill/>
        </p:spPr>
        <p:txBody>
          <a:bodyPr vert="horz" lIns="126000" tIns="0" rIns="0" bIns="0" rtlCol="0" anchor="t" anchorCtr="0">
            <a:noAutofit/>
          </a:bodyPr>
          <a:lstStyle>
            <a:lvl1pPr algn="l" defTabSz="182860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4400" b="0" i="0" kern="1200" smtClean="0">
                <a:solidFill>
                  <a:schemeClr val="tx1"/>
                </a:solidFill>
                <a:effectLst/>
                <a:latin typeface="Aptos" panose="020B000402020202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>
                <a:solidFill>
                  <a:schemeClr val="bg1"/>
                </a:solidFill>
                <a:latin typeface="+mn-lt"/>
              </a:rPr>
              <a:t>Sed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ut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perspiciatis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unde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omnis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iste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natus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error sit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voluptatem</a:t>
            </a:r>
            <a:endParaRPr lang="en-GB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C081C65-6111-B024-5181-675AE29C8366}"/>
              </a:ext>
            </a:extLst>
          </p:cNvPr>
          <p:cNvSpPr txBox="1">
            <a:spLocks/>
          </p:cNvSpPr>
          <p:nvPr userDrawn="1"/>
        </p:nvSpPr>
        <p:spPr>
          <a:xfrm>
            <a:off x="3347018" y="4990804"/>
            <a:ext cx="2414516" cy="1096730"/>
          </a:xfrm>
          <a:prstGeom prst="rect">
            <a:avLst/>
          </a:prstGeom>
          <a:noFill/>
        </p:spPr>
        <p:txBody>
          <a:bodyPr vert="horz" lIns="126000" tIns="0" rIns="0" bIns="0" rtlCol="0" anchor="t" anchorCtr="0">
            <a:noAutofit/>
          </a:bodyPr>
          <a:lstStyle>
            <a:lvl1pPr algn="l" defTabSz="182860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4400" b="0" i="0" kern="1200" smtClean="0">
                <a:solidFill>
                  <a:schemeClr val="tx1"/>
                </a:solidFill>
                <a:effectLst/>
                <a:latin typeface="Aptos" panose="020B000402020202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>
                <a:solidFill>
                  <a:schemeClr val="bg1"/>
                </a:solidFill>
                <a:latin typeface="+mn-lt"/>
              </a:rPr>
              <a:t>Sed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ut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perspiciatis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unde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omnis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iste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natus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error sit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voluptatem</a:t>
            </a:r>
            <a:endParaRPr lang="en-GB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6AEFB24-64C3-DF50-3D2E-0E8BC88AE4E8}"/>
              </a:ext>
            </a:extLst>
          </p:cNvPr>
          <p:cNvSpPr txBox="1">
            <a:spLocks/>
          </p:cNvSpPr>
          <p:nvPr userDrawn="1"/>
        </p:nvSpPr>
        <p:spPr>
          <a:xfrm>
            <a:off x="6430466" y="4990163"/>
            <a:ext cx="2414516" cy="1096730"/>
          </a:xfrm>
          <a:prstGeom prst="rect">
            <a:avLst/>
          </a:prstGeom>
          <a:noFill/>
        </p:spPr>
        <p:txBody>
          <a:bodyPr vert="horz" lIns="126000" tIns="0" rIns="0" bIns="0" rtlCol="0" anchor="t" anchorCtr="0">
            <a:noAutofit/>
          </a:bodyPr>
          <a:lstStyle>
            <a:lvl1pPr algn="l" defTabSz="182860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4400" b="0" i="0" kern="1200" smtClean="0">
                <a:solidFill>
                  <a:schemeClr val="tx1"/>
                </a:solidFill>
                <a:effectLst/>
                <a:latin typeface="Aptos" panose="020B000402020202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>
                <a:solidFill>
                  <a:schemeClr val="bg1"/>
                </a:solidFill>
                <a:latin typeface="+mn-lt"/>
              </a:rPr>
              <a:t>Sed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ut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perspiciatis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unde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omnis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iste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natus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error sit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voluptatem</a:t>
            </a:r>
            <a:endParaRPr lang="en-GB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4955EE6-F8FF-0F01-23E7-F10A8459E3FD}"/>
              </a:ext>
            </a:extLst>
          </p:cNvPr>
          <p:cNvSpPr txBox="1">
            <a:spLocks/>
          </p:cNvSpPr>
          <p:nvPr userDrawn="1"/>
        </p:nvSpPr>
        <p:spPr>
          <a:xfrm>
            <a:off x="9514709" y="4990163"/>
            <a:ext cx="2414516" cy="1096730"/>
          </a:xfrm>
          <a:prstGeom prst="rect">
            <a:avLst/>
          </a:prstGeom>
          <a:noFill/>
        </p:spPr>
        <p:txBody>
          <a:bodyPr vert="horz" lIns="126000" tIns="0" rIns="0" bIns="0" rtlCol="0" anchor="t" anchorCtr="0">
            <a:noAutofit/>
          </a:bodyPr>
          <a:lstStyle>
            <a:lvl1pPr algn="l" defTabSz="182860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4400" b="0" i="0" kern="1200" smtClean="0">
                <a:solidFill>
                  <a:schemeClr val="tx1"/>
                </a:solidFill>
                <a:effectLst/>
                <a:latin typeface="Aptos" panose="020B000402020202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>
                <a:solidFill>
                  <a:schemeClr val="bg1"/>
                </a:solidFill>
                <a:latin typeface="+mn-lt"/>
              </a:rPr>
              <a:t>Sed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ut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perspiciatis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unde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omnis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iste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natus</a:t>
            </a:r>
            <a:r>
              <a:rPr lang="en-GB" sz="1800" dirty="0">
                <a:solidFill>
                  <a:schemeClr val="bg1"/>
                </a:solidFill>
                <a:latin typeface="+mn-lt"/>
              </a:rPr>
              <a:t> error sit </a:t>
            </a:r>
            <a:r>
              <a:rPr lang="en-GB" sz="1800" dirty="0" err="1">
                <a:solidFill>
                  <a:schemeClr val="bg1"/>
                </a:solidFill>
                <a:latin typeface="+mn-lt"/>
              </a:rPr>
              <a:t>voluptatem</a:t>
            </a:r>
            <a:endParaRPr lang="en-GB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3764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Placeholder_for_GS.png">
            <a:extLst>
              <a:ext uri="{FF2B5EF4-FFF2-40B4-BE49-F238E27FC236}">
                <a16:creationId xmlns:a16="http://schemas.microsoft.com/office/drawing/2014/main" id="{A08366B8-E660-70A2-E0BB-6DE13502DF7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-28" y="516835"/>
            <a:ext cx="12192760" cy="5512905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94AC5A-0899-1609-AA8A-1C6C1380C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142" y="1009204"/>
            <a:ext cx="8464327" cy="1867811"/>
          </a:xfrm>
          <a:prstGeom prst="rect">
            <a:avLst/>
          </a:prstGeom>
          <a:noFill/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90000"/>
              </a:lnSpc>
              <a:defRPr sz="4400" b="1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3326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4B2B8-DA7F-41FF-ED92-C02E12708E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2544" y="1644823"/>
            <a:ext cx="8454440" cy="1867811"/>
          </a:xfrm>
          <a:prstGeom prst="rect">
            <a:avLst/>
          </a:prstGeom>
          <a:noFill/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90000"/>
              </a:lnSpc>
              <a:defRPr sz="3600" b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click to edit Master title style click to edit Master title style click to edit Master title style</a:t>
            </a:r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9E07A1-790A-CC67-F236-F1B6B8D4B42C}"/>
              </a:ext>
            </a:extLst>
          </p:cNvPr>
          <p:cNvSpPr txBox="1">
            <a:spLocks/>
          </p:cNvSpPr>
          <p:nvPr userDrawn="1"/>
        </p:nvSpPr>
        <p:spPr>
          <a:xfrm>
            <a:off x="1269463" y="1282390"/>
            <a:ext cx="1853082" cy="2230244"/>
          </a:xfrm>
          <a:prstGeom prst="rect">
            <a:avLst/>
          </a:prstGeom>
          <a:noFill/>
        </p:spPr>
        <p:txBody>
          <a:bodyPr vert="horz" lIns="90000" tIns="90000" rIns="90000" bIns="90000" rtlCol="0" anchor="t" anchorCtr="0">
            <a:noAutofit/>
          </a:bodyPr>
          <a:lstStyle>
            <a:lvl1pPr algn="l" defTabSz="182860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0" kern="120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17200" dirty="0">
                <a:solidFill>
                  <a:srgbClr val="FC4C02"/>
                </a:solidFill>
              </a:rPr>
              <a:t>“</a:t>
            </a:r>
            <a:endParaRPr lang="en-GB" sz="17200" dirty="0">
              <a:solidFill>
                <a:srgbClr val="FC4C0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ADD6A1-5E39-C9E3-065C-E3CE91A80100}"/>
              </a:ext>
            </a:extLst>
          </p:cNvPr>
          <p:cNvSpPr txBox="1">
            <a:spLocks/>
          </p:cNvSpPr>
          <p:nvPr userDrawn="1"/>
        </p:nvSpPr>
        <p:spPr>
          <a:xfrm>
            <a:off x="3122544" y="3695963"/>
            <a:ext cx="8454440" cy="441140"/>
          </a:xfrm>
          <a:prstGeom prst="rect">
            <a:avLst/>
          </a:prstGeom>
          <a:noFill/>
        </p:spPr>
        <p:txBody>
          <a:bodyPr vert="horz" lIns="90000" tIns="90000" rIns="90000" bIns="90000" rtlCol="0" anchor="t" anchorCtr="0">
            <a:noAutofit/>
          </a:bodyPr>
          <a:lstStyle>
            <a:lvl1pPr algn="l" defTabSz="182860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0" kern="120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000" dirty="0">
                <a:solidFill>
                  <a:schemeClr val="tx1"/>
                </a:solidFill>
              </a:rPr>
              <a:t>Name and job title</a:t>
            </a:r>
            <a:endParaRPr lang="en-GB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897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5EDC7-DC1E-86ED-0BB8-BD689505EF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2544" y="1600862"/>
            <a:ext cx="8454440" cy="1867811"/>
          </a:xfrm>
          <a:prstGeom prst="rect">
            <a:avLst/>
          </a:prstGeom>
          <a:noFill/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90000"/>
              </a:lnSpc>
              <a:defRPr sz="3600" b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click to edit Master title style click to edit Master title style click to edit Master title style</a:t>
            </a:r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BD350C-F515-9760-FC8B-27C80019E65E}"/>
              </a:ext>
            </a:extLst>
          </p:cNvPr>
          <p:cNvSpPr txBox="1">
            <a:spLocks/>
          </p:cNvSpPr>
          <p:nvPr userDrawn="1"/>
        </p:nvSpPr>
        <p:spPr>
          <a:xfrm>
            <a:off x="1269463" y="1238429"/>
            <a:ext cx="1853082" cy="2230244"/>
          </a:xfrm>
          <a:prstGeom prst="rect">
            <a:avLst/>
          </a:prstGeom>
          <a:noFill/>
        </p:spPr>
        <p:txBody>
          <a:bodyPr vert="horz" lIns="90000" tIns="90000" rIns="90000" bIns="90000" rtlCol="0" anchor="t" anchorCtr="0">
            <a:noAutofit/>
          </a:bodyPr>
          <a:lstStyle>
            <a:lvl1pPr algn="l" defTabSz="182860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0" kern="120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17200" dirty="0">
                <a:solidFill>
                  <a:srgbClr val="FC4C02"/>
                </a:solidFill>
              </a:rPr>
              <a:t>“</a:t>
            </a:r>
            <a:endParaRPr lang="en-GB" sz="17200" dirty="0">
              <a:solidFill>
                <a:srgbClr val="FC4C0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9E1B2ED-DCD1-66C9-9068-86F4B1B2108E}"/>
              </a:ext>
            </a:extLst>
          </p:cNvPr>
          <p:cNvSpPr txBox="1">
            <a:spLocks/>
          </p:cNvSpPr>
          <p:nvPr userDrawn="1"/>
        </p:nvSpPr>
        <p:spPr>
          <a:xfrm>
            <a:off x="3122544" y="3652002"/>
            <a:ext cx="8454440" cy="441140"/>
          </a:xfrm>
          <a:prstGeom prst="rect">
            <a:avLst/>
          </a:prstGeom>
          <a:noFill/>
        </p:spPr>
        <p:txBody>
          <a:bodyPr vert="horz" lIns="90000" tIns="90000" rIns="90000" bIns="90000" rtlCol="0" anchor="t" anchorCtr="0">
            <a:noAutofit/>
          </a:bodyPr>
          <a:lstStyle>
            <a:lvl1pPr algn="l" defTabSz="182860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0" kern="120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000" dirty="0">
                <a:solidFill>
                  <a:schemeClr val="tx1"/>
                </a:solidFill>
              </a:rPr>
              <a:t>Name and job title</a:t>
            </a:r>
            <a:endParaRPr lang="en-GB" sz="20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65D2E6-41CE-30BF-7B11-0BDB144F044F}"/>
              </a:ext>
            </a:extLst>
          </p:cNvPr>
          <p:cNvCxnSpPr>
            <a:cxnSpLocks/>
          </p:cNvCxnSpPr>
          <p:nvPr userDrawn="1"/>
        </p:nvCxnSpPr>
        <p:spPr>
          <a:xfrm flipH="1">
            <a:off x="567104" y="5078563"/>
            <a:ext cx="11009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B96A33C7-17EE-7262-514A-A7D45A6823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924" y="5257139"/>
            <a:ext cx="11010029" cy="747986"/>
          </a:xfrm>
        </p:spPr>
        <p:txBody>
          <a:bodyPr/>
          <a:lstStyle>
            <a:lvl1pPr>
              <a:buNone/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D8DE67C-87AC-F258-C9F6-18EB3FFB0CF4}"/>
              </a:ext>
            </a:extLst>
          </p:cNvPr>
          <p:cNvSpPr txBox="1">
            <a:spLocks/>
          </p:cNvSpPr>
          <p:nvPr userDrawn="1"/>
        </p:nvSpPr>
        <p:spPr>
          <a:xfrm>
            <a:off x="540749" y="4560552"/>
            <a:ext cx="8454440" cy="441140"/>
          </a:xfrm>
          <a:prstGeom prst="rect">
            <a:avLst/>
          </a:prstGeom>
          <a:noFill/>
        </p:spPr>
        <p:txBody>
          <a:bodyPr vert="horz" lIns="90000" tIns="90000" rIns="90000" bIns="90000" rtlCol="0" anchor="t" anchorCtr="0">
            <a:noAutofit/>
          </a:bodyPr>
          <a:lstStyle>
            <a:lvl1pPr algn="l" defTabSz="182860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0" kern="120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1600" b="1" dirty="0">
                <a:solidFill>
                  <a:schemeClr val="tx1"/>
                </a:solidFill>
              </a:rPr>
              <a:t>Title</a:t>
            </a:r>
            <a:endParaRPr lang="en-GB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699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6C3309F-12C8-E30C-913D-51115A081291}"/>
              </a:ext>
            </a:extLst>
          </p:cNvPr>
          <p:cNvCxnSpPr>
            <a:cxnSpLocks/>
          </p:cNvCxnSpPr>
          <p:nvPr userDrawn="1"/>
        </p:nvCxnSpPr>
        <p:spPr>
          <a:xfrm flipH="1">
            <a:off x="524142" y="5931417"/>
            <a:ext cx="26207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F7826185-6A15-75B7-7089-5677209CBB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142" y="1060273"/>
            <a:ext cx="4538841" cy="3812804"/>
          </a:xfrm>
          <a:prstGeom prst="rect">
            <a:avLst/>
          </a:prstGeom>
          <a:noFill/>
        </p:spPr>
        <p:txBody>
          <a:bodyPr lIns="252000" anchor="t" anchorCtr="0">
            <a:noAutofit/>
          </a:bodyPr>
          <a:lstStyle>
            <a:lvl1pPr>
              <a:lnSpc>
                <a:spcPct val="100000"/>
              </a:lnSpc>
              <a:defRPr lang="en-GB" sz="2200" b="0" i="0" smtClean="0">
                <a:effectLst/>
                <a:latin typeface="+mn-lt"/>
              </a:defRPr>
            </a:lvl1pPr>
          </a:lstStyle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Sed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ut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perspiciatis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unde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omnis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iste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natus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error sit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voluptatem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accusantium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doloremque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laudantium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totam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rem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aperiam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eaque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ipsa,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quae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ab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illo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inventore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veritatis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et quasi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architecto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beatae vitae dicta sunt,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explicabo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Quae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ab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illo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inventore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veritatis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et quasi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architecto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beatae vitae dicta sunt,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explicabo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GB" dirty="0"/>
          </a:p>
        </p:txBody>
      </p:sp>
      <p:sp>
        <p:nvSpPr>
          <p:cNvPr id="8" name="Placeholder_for_GS.png">
            <a:extLst>
              <a:ext uri="{FF2B5EF4-FFF2-40B4-BE49-F238E27FC236}">
                <a16:creationId xmlns:a16="http://schemas.microsoft.com/office/drawing/2014/main" id="{519610E6-C9CA-7475-9302-58B816C3BBB1}"/>
              </a:ext>
            </a:extLst>
          </p:cNvPr>
          <p:cNvSpPr>
            <a:spLocks noGrp="1"/>
          </p:cNvSpPr>
          <p:nvPr>
            <p:ph type="pic" sz="half" idx="23"/>
          </p:nvPr>
        </p:nvSpPr>
        <p:spPr>
          <a:xfrm>
            <a:off x="5665188" y="937162"/>
            <a:ext cx="6276013" cy="4994255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40792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2D0F813-6D0F-B8A6-D194-40450ED0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142" y="1075034"/>
            <a:ext cx="4750729" cy="1668465"/>
          </a:xfrm>
          <a:prstGeom prst="rect">
            <a:avLst/>
          </a:prstGeom>
          <a:noFill/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90000"/>
              </a:lnSpc>
              <a:defRPr sz="4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27BF4DEF-4DF2-BFE2-55C2-F793B15E2E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4142" y="2757299"/>
            <a:ext cx="4750729" cy="2957700"/>
          </a:xfrm>
          <a:noFill/>
        </p:spPr>
        <p:txBody>
          <a:bodyPr lIns="288000" tIns="216000" rIns="288000" bIns="288000"/>
          <a:lstStyle>
            <a:lvl1pPr marL="0" indent="0">
              <a:buNone/>
              <a:defRPr sz="2200" b="1">
                <a:solidFill>
                  <a:srgbClr val="FC4C02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20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Placeholder_for_GS.png">
            <a:extLst>
              <a:ext uri="{FF2B5EF4-FFF2-40B4-BE49-F238E27FC236}">
                <a16:creationId xmlns:a16="http://schemas.microsoft.com/office/drawing/2014/main" id="{98FF4C5A-F8B7-F9E9-16A6-C9E29813D08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44807" y="1075035"/>
            <a:ext cx="1488837" cy="1283753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12" name="Placeholder_for_GS.png">
            <a:extLst>
              <a:ext uri="{FF2B5EF4-FFF2-40B4-BE49-F238E27FC236}">
                <a16:creationId xmlns:a16="http://schemas.microsoft.com/office/drawing/2014/main" id="{29713C3B-85D1-AA6E-DFDE-C06B86183C2E}"/>
              </a:ext>
            </a:extLst>
          </p:cNvPr>
          <p:cNvSpPr>
            <a:spLocks noGrp="1"/>
          </p:cNvSpPr>
          <p:nvPr>
            <p:ph type="pic" sz="half" idx="22"/>
          </p:nvPr>
        </p:nvSpPr>
        <p:spPr>
          <a:xfrm>
            <a:off x="7760590" y="1075035"/>
            <a:ext cx="3844165" cy="4825942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13" name="Placeholder_for_GS.png">
            <a:extLst>
              <a:ext uri="{FF2B5EF4-FFF2-40B4-BE49-F238E27FC236}">
                <a16:creationId xmlns:a16="http://schemas.microsoft.com/office/drawing/2014/main" id="{F8AEA6BB-730B-8516-07AA-8A437657585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44806" y="2485727"/>
            <a:ext cx="1488837" cy="2004580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 dirty="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2C8ECE-C071-0C80-425A-F92E304B4C91}"/>
              </a:ext>
            </a:extLst>
          </p:cNvPr>
          <p:cNvCxnSpPr>
            <a:cxnSpLocks/>
          </p:cNvCxnSpPr>
          <p:nvPr userDrawn="1"/>
        </p:nvCxnSpPr>
        <p:spPr>
          <a:xfrm flipH="1">
            <a:off x="524142" y="5931417"/>
            <a:ext cx="26207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708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923A9-AFF6-89F7-1057-7AD8F46E8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142" y="1075034"/>
            <a:ext cx="4750729" cy="1668465"/>
          </a:xfrm>
          <a:prstGeom prst="rect">
            <a:avLst/>
          </a:prstGeom>
          <a:noFill/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90000"/>
              </a:lnSpc>
              <a:defRPr sz="4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94ED99AE-34F6-FF1C-40F7-80AED56941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4142" y="2757299"/>
            <a:ext cx="4750729" cy="2940972"/>
          </a:xfrm>
          <a:noFill/>
        </p:spPr>
        <p:txBody>
          <a:bodyPr lIns="288000" tIns="216000" rIns="288000" bIns="288000"/>
          <a:lstStyle>
            <a:lvl1pPr marL="0" indent="0">
              <a:buNone/>
              <a:defRPr sz="2200" b="1">
                <a:solidFill>
                  <a:srgbClr val="FC4C02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20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laceholder_for_GS.png">
            <a:extLst>
              <a:ext uri="{FF2B5EF4-FFF2-40B4-BE49-F238E27FC236}">
                <a16:creationId xmlns:a16="http://schemas.microsoft.com/office/drawing/2014/main" id="{CA68A1F9-C01A-854E-9962-1C74E3540C2D}"/>
              </a:ext>
            </a:extLst>
          </p:cNvPr>
          <p:cNvSpPr>
            <a:spLocks noGrp="1"/>
          </p:cNvSpPr>
          <p:nvPr>
            <p:ph type="pic" sz="half" idx="22"/>
          </p:nvPr>
        </p:nvSpPr>
        <p:spPr>
          <a:xfrm>
            <a:off x="5877075" y="1075034"/>
            <a:ext cx="5727680" cy="4825943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B362ED-7BF9-AF2B-BC6A-A749215AE98C}"/>
              </a:ext>
            </a:extLst>
          </p:cNvPr>
          <p:cNvCxnSpPr>
            <a:cxnSpLocks/>
          </p:cNvCxnSpPr>
          <p:nvPr userDrawn="1"/>
        </p:nvCxnSpPr>
        <p:spPr>
          <a:xfrm flipH="1">
            <a:off x="524142" y="5931417"/>
            <a:ext cx="26207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618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8F6C1A-A83F-074A-32F0-6A7979C7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079" y="1075034"/>
            <a:ext cx="4833986" cy="1668465"/>
          </a:xfrm>
          <a:prstGeom prst="rect">
            <a:avLst/>
          </a:prstGeom>
          <a:noFill/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90000"/>
              </a:lnSpc>
              <a:defRPr sz="4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50FE201A-57F6-D2B4-82E2-F1382F7ED4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58079" y="2757299"/>
            <a:ext cx="4833986" cy="3143677"/>
          </a:xfrm>
          <a:noFill/>
        </p:spPr>
        <p:txBody>
          <a:bodyPr lIns="288000" tIns="216000" rIns="288000" bIns="288000"/>
          <a:lstStyle>
            <a:lvl1pPr marL="0" indent="0">
              <a:buNone/>
              <a:defRPr sz="2200" b="1">
                <a:solidFill>
                  <a:srgbClr val="FC4C02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20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laceholder_for_GS.png">
            <a:extLst>
              <a:ext uri="{FF2B5EF4-FFF2-40B4-BE49-F238E27FC236}">
                <a16:creationId xmlns:a16="http://schemas.microsoft.com/office/drawing/2014/main" id="{F44D70C7-EC9A-BE9F-F208-46AC83B9448E}"/>
              </a:ext>
            </a:extLst>
          </p:cNvPr>
          <p:cNvSpPr>
            <a:spLocks noGrp="1"/>
          </p:cNvSpPr>
          <p:nvPr>
            <p:ph type="pic" sz="half" idx="22"/>
          </p:nvPr>
        </p:nvSpPr>
        <p:spPr>
          <a:xfrm>
            <a:off x="524142" y="1075034"/>
            <a:ext cx="5727680" cy="4825943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972633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C1E6A-F790-1DCC-06DC-8E9E7C9D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142" y="5113014"/>
            <a:ext cx="2877202" cy="909883"/>
          </a:xfrm>
          <a:prstGeom prst="rect">
            <a:avLst/>
          </a:prstGeom>
          <a:noFill/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90000"/>
              </a:lnSpc>
              <a:defRPr sz="27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  <p:sp>
        <p:nvSpPr>
          <p:cNvPr id="4" name="Placeholder_for_GS.png">
            <a:extLst>
              <a:ext uri="{FF2B5EF4-FFF2-40B4-BE49-F238E27FC236}">
                <a16:creationId xmlns:a16="http://schemas.microsoft.com/office/drawing/2014/main" id="{3C3B167B-0EFE-3817-41B2-B39C8E5940ED}"/>
              </a:ext>
            </a:extLst>
          </p:cNvPr>
          <p:cNvSpPr>
            <a:spLocks noGrp="1"/>
          </p:cNvSpPr>
          <p:nvPr>
            <p:ph type="pic" sz="half" idx="22"/>
          </p:nvPr>
        </p:nvSpPr>
        <p:spPr>
          <a:xfrm>
            <a:off x="524141" y="521255"/>
            <a:ext cx="11207705" cy="4429887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46A867E-569C-FCBD-6E44-C79DA1F55B7F}"/>
              </a:ext>
            </a:extLst>
          </p:cNvPr>
          <p:cNvSpPr txBox="1">
            <a:spLocks/>
          </p:cNvSpPr>
          <p:nvPr userDrawn="1"/>
        </p:nvSpPr>
        <p:spPr>
          <a:xfrm>
            <a:off x="3401344" y="5113015"/>
            <a:ext cx="8330502" cy="909883"/>
          </a:xfrm>
          <a:prstGeom prst="rect">
            <a:avLst/>
          </a:prstGeom>
          <a:noFill/>
        </p:spPr>
        <p:txBody>
          <a:bodyPr vert="horz" lIns="126000" tIns="0" rIns="0" bIns="0" rtlCol="0" anchor="ctr" anchorCtr="0">
            <a:noAutofit/>
          </a:bodyPr>
          <a:lstStyle>
            <a:lvl1pPr algn="l" defTabSz="182860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4400" b="0" i="0" kern="1200" smtClean="0">
                <a:solidFill>
                  <a:schemeClr val="tx1"/>
                </a:solidFill>
                <a:effectLst/>
                <a:latin typeface="Aptos" panose="020B000402020202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600" dirty="0">
                <a:solidFill>
                  <a:srgbClr val="202122"/>
                </a:solidFill>
                <a:latin typeface="+mn-lt"/>
              </a:rPr>
              <a:t>Sed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ut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perspiciatis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,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unde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omnis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iste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natus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error sit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voluptatem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accusantium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doloremque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laudantium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,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totam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rem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aperiam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eaque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ipsa,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quae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ab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illo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inventore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veritatis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et quasi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architecto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 beatae vitae dicta sunt, </a:t>
            </a:r>
            <a:r>
              <a:rPr lang="en-GB" sz="1600" dirty="0" err="1">
                <a:solidFill>
                  <a:srgbClr val="202122"/>
                </a:solidFill>
                <a:latin typeface="+mn-lt"/>
              </a:rPr>
              <a:t>explicabo</a:t>
            </a:r>
            <a:r>
              <a:rPr lang="en-GB" sz="1600" dirty="0">
                <a:solidFill>
                  <a:srgbClr val="202122"/>
                </a:solidFill>
                <a:latin typeface="+mn-lt"/>
              </a:rPr>
              <a:t>.</a:t>
            </a:r>
            <a:endParaRPr lang="en-GB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3649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B85C99C4-472C-D804-EB1E-7937FA30BF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0800" y="2002350"/>
            <a:ext cx="3698156" cy="846561"/>
          </a:xfrm>
          <a:noFill/>
        </p:spPr>
        <p:txBody>
          <a:bodyPr lIns="288000" tIns="216000" rIns="288000" bIns="288000"/>
          <a:lstStyle>
            <a:lvl1pPr marL="0" indent="0">
              <a:buNone/>
              <a:defRPr sz="20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Placeholder_for_GS.png">
            <a:extLst>
              <a:ext uri="{FF2B5EF4-FFF2-40B4-BE49-F238E27FC236}">
                <a16:creationId xmlns:a16="http://schemas.microsoft.com/office/drawing/2014/main" id="{06AA3ED1-1300-0125-805D-8A897CE526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5330" y="3121127"/>
            <a:ext cx="3698156" cy="3030318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8" name="Placeholder_for_GS.png">
            <a:extLst>
              <a:ext uri="{FF2B5EF4-FFF2-40B4-BE49-F238E27FC236}">
                <a16:creationId xmlns:a16="http://schemas.microsoft.com/office/drawing/2014/main" id="{6BA60C09-4206-A21B-515D-0955446AF1E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46922" y="3121127"/>
            <a:ext cx="3698156" cy="3030318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9" name="Placeholder_for_GS.png">
            <a:extLst>
              <a:ext uri="{FF2B5EF4-FFF2-40B4-BE49-F238E27FC236}">
                <a16:creationId xmlns:a16="http://schemas.microsoft.com/office/drawing/2014/main" id="{0474CF8A-98B5-82A9-48D4-5FDC7C138F9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248513" y="3121127"/>
            <a:ext cx="3698156" cy="3030318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F220B822-1385-9840-0F02-990ED4BAEA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46922" y="2002350"/>
            <a:ext cx="3698156" cy="846561"/>
          </a:xfrm>
          <a:noFill/>
        </p:spPr>
        <p:txBody>
          <a:bodyPr lIns="288000" tIns="216000" rIns="288000" bIns="288000"/>
          <a:lstStyle>
            <a:lvl1pPr marL="0" indent="0">
              <a:buNone/>
              <a:defRPr sz="20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1D4E58D-3F34-3160-38EA-38EFEEC78B5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48513" y="2004969"/>
            <a:ext cx="3698156" cy="846561"/>
          </a:xfrm>
          <a:noFill/>
        </p:spPr>
        <p:txBody>
          <a:bodyPr lIns="288000" tIns="216000" rIns="288000" bIns="288000"/>
          <a:lstStyle>
            <a:lvl1pPr marL="0" indent="0">
              <a:buNone/>
              <a:defRPr sz="20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BAC4EE6-FB11-1D3E-FD03-2C4712802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30" y="858645"/>
            <a:ext cx="11701339" cy="1129906"/>
          </a:xfrm>
          <a:prstGeom prst="rect">
            <a:avLst/>
          </a:prstGeom>
          <a:noFill/>
        </p:spPr>
        <p:txBody>
          <a:bodyPr lIns="180000" tIns="180000" rIns="180000" bIns="180000" anchor="t" anchorCtr="0">
            <a:noAutofit/>
          </a:bodyPr>
          <a:lstStyle>
            <a:lvl1pPr>
              <a:lnSpc>
                <a:spcPct val="90000"/>
              </a:lnSpc>
              <a:defRPr sz="40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3595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95501214-F146-4923-19A4-66F1EB79F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3110"/>
            <a:ext cx="11525802" cy="647908"/>
          </a:xfrm>
          <a:noFill/>
        </p:spPr>
        <p:txBody>
          <a:bodyPr lIns="0" anchor="ctr" anchorCtr="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</a:t>
            </a:r>
            <a:endParaRPr lang="en-GB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370F1830-C785-E484-5E53-2732CCB344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1885925"/>
            <a:ext cx="2946633" cy="3944365"/>
          </a:xfrm>
          <a:noFill/>
        </p:spPr>
        <p:txBody>
          <a:bodyPr lIns="0" tIns="0" rIns="0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6D4EB68B-BB04-9B6F-FF23-70D8553BADA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29581" y="1885925"/>
            <a:ext cx="1498600" cy="1498600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BEF4F708-0569-5EE4-09AD-43752E1C1CD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969007" y="1885925"/>
            <a:ext cx="2574953" cy="1498600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29E192C1-228F-C058-0246-C410D613773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684786" y="1885925"/>
            <a:ext cx="1201016" cy="1498600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75C4C081-1578-6BCD-C43A-5866F13E860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29580" y="3527636"/>
            <a:ext cx="3543460" cy="2269887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AC635E0F-D439-1F8F-5778-EE0EB5507C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024538" y="3527636"/>
            <a:ext cx="1861265" cy="1209400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AA48369A-BD0F-CD07-4FC5-0EDB638E90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024539" y="4880147"/>
            <a:ext cx="930632" cy="917375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BF773D67-2240-6278-9AA2-D08042E41EE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106669" y="4880147"/>
            <a:ext cx="779133" cy="917375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6CE6B01E-045A-9257-74FD-EF1FA64A8AC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602095" y="1885925"/>
            <a:ext cx="2586659" cy="3911597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2B2F156-79E7-0068-9A4B-B12A9E09D28E}"/>
              </a:ext>
            </a:extLst>
          </p:cNvPr>
          <p:cNvCxnSpPr>
            <a:cxnSpLocks/>
          </p:cNvCxnSpPr>
          <p:nvPr userDrawn="1"/>
        </p:nvCxnSpPr>
        <p:spPr>
          <a:xfrm flipH="1">
            <a:off x="601552" y="1822032"/>
            <a:ext cx="1686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900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214F865-C6AC-650B-51DB-FCCD82374D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1885925"/>
            <a:ext cx="2946633" cy="3944365"/>
          </a:xfrm>
          <a:noFill/>
        </p:spPr>
        <p:txBody>
          <a:bodyPr lIns="0" tIns="0" rIns="0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CB35F1D-E5A2-85CD-7C1A-53002244E6F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29581" y="1885925"/>
            <a:ext cx="1498600" cy="1498600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F9245671-A353-E156-BA7F-D8C882EFD04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969007" y="1885925"/>
            <a:ext cx="2574953" cy="1498600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2FB81DC4-2CFE-3CB5-DC72-DC0E7D05E7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684786" y="1885925"/>
            <a:ext cx="1201016" cy="1498600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6665FCDA-6C7D-B3BA-75C6-9078361316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29580" y="3527636"/>
            <a:ext cx="3543460" cy="2269887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7C6BEB05-7232-47A5-06BE-D24D8866FCB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024538" y="3527636"/>
            <a:ext cx="1861265" cy="1209400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5D569333-E938-F2AC-E7AB-B7C19EB399A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024539" y="4880147"/>
            <a:ext cx="930632" cy="917375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F9B2B192-3909-F461-3D36-9884F4924F0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106669" y="4880147"/>
            <a:ext cx="779133" cy="917375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EC540B84-E23B-827E-68B5-4482E21449E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602095" y="1885925"/>
            <a:ext cx="2586659" cy="3911597"/>
          </a:xfrm>
          <a:pattFill prst="narHorz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95501214-F146-4923-19A4-66F1EB79F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3110"/>
            <a:ext cx="11525802" cy="647908"/>
          </a:xfrm>
          <a:noFill/>
        </p:spPr>
        <p:txBody>
          <a:bodyPr lIns="0" anchor="ctr" anchorCtr="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</a:t>
            </a:r>
            <a:endParaRPr lang="en-GB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37879FA-B4DF-D0B3-F274-5EA8A5ABDDE4}"/>
              </a:ext>
            </a:extLst>
          </p:cNvPr>
          <p:cNvCxnSpPr>
            <a:cxnSpLocks/>
          </p:cNvCxnSpPr>
          <p:nvPr userDrawn="1"/>
        </p:nvCxnSpPr>
        <p:spPr>
          <a:xfrm flipH="1">
            <a:off x="601552" y="1822032"/>
            <a:ext cx="1686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D620938-7339-12BF-8AC1-AD185708900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60000" y="1170860"/>
            <a:ext cx="11525802" cy="336551"/>
          </a:xfrm>
        </p:spPr>
        <p:txBody>
          <a:bodyPr lIns="0"/>
          <a:lstStyle>
            <a:lvl1pPr marL="0" indent="0">
              <a:buNone/>
              <a:defRPr sz="1800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 marL="251988" indent="0">
              <a:buNone/>
              <a:defRPr/>
            </a:lvl2pPr>
            <a:lvl3pPr marL="503975" indent="0">
              <a:buNone/>
              <a:defRPr/>
            </a:lvl3pPr>
            <a:lvl4pPr marL="755962" indent="0">
              <a:buNone/>
              <a:defRPr/>
            </a:lvl4pPr>
            <a:lvl5pPr marL="100795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4596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4EAC1649-86F4-666C-3F97-B23E9F1BDF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1885926"/>
            <a:ext cx="5619285" cy="3944365"/>
          </a:xfrm>
          <a:noFill/>
        </p:spPr>
        <p:txBody>
          <a:bodyPr lIns="0" tIns="0" rIns="0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0666FA9-5E12-5551-D685-4F6B2F4D47F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42833" y="1885926"/>
            <a:ext cx="3543460" cy="3911898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468F7017-4BE7-1CAD-8B28-204A83139AB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037791" y="1885925"/>
            <a:ext cx="1861265" cy="2851412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0404896-199F-3A77-4206-B7C34D72068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037791" y="4880448"/>
            <a:ext cx="1861264" cy="917375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BD5C3B-CCF5-879F-A13F-C2CF9001BA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3110"/>
            <a:ext cx="11525802" cy="647908"/>
          </a:xfrm>
          <a:noFill/>
        </p:spPr>
        <p:txBody>
          <a:bodyPr lIns="0" anchor="ctr" anchorCtr="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</a:t>
            </a:r>
            <a:endParaRPr lang="en-GB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114E3E9-4B04-EE7C-1043-7F30A032E8B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60000" y="1170860"/>
            <a:ext cx="11525802" cy="336551"/>
          </a:xfrm>
        </p:spPr>
        <p:txBody>
          <a:bodyPr lIns="0"/>
          <a:lstStyle>
            <a:lvl1pPr marL="0" indent="0">
              <a:buNone/>
              <a:defRPr sz="1800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 marL="251988" indent="0">
              <a:buNone/>
              <a:defRPr/>
            </a:lvl2pPr>
            <a:lvl3pPr marL="503975" indent="0">
              <a:buNone/>
              <a:defRPr/>
            </a:lvl3pPr>
            <a:lvl4pPr marL="755962" indent="0">
              <a:buNone/>
              <a:defRPr/>
            </a:lvl4pPr>
            <a:lvl5pPr marL="100795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6502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4EAC1649-86F4-666C-3F97-B23E9F1BDF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1885926"/>
            <a:ext cx="5619285" cy="3944365"/>
          </a:xfrm>
          <a:noFill/>
        </p:spPr>
        <p:txBody>
          <a:bodyPr lIns="0" tIns="0" rIns="0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0666FA9-5E12-5551-D685-4F6B2F4D47F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42833" y="1885926"/>
            <a:ext cx="3543460" cy="3911898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468F7017-4BE7-1CAD-8B28-204A83139AB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037791" y="1885925"/>
            <a:ext cx="1861265" cy="2851412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0404896-199F-3A77-4206-B7C34D72068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037791" y="4880448"/>
            <a:ext cx="1861264" cy="917375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BD5C3B-CCF5-879F-A13F-C2CF9001BA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3110"/>
            <a:ext cx="11525802" cy="647908"/>
          </a:xfrm>
          <a:noFill/>
        </p:spPr>
        <p:txBody>
          <a:bodyPr lIns="0" anchor="ctr" anchorCtr="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1356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BD5C3B-CCF5-879F-A13F-C2CF9001BA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3110"/>
            <a:ext cx="11525802" cy="647908"/>
          </a:xfrm>
          <a:noFill/>
        </p:spPr>
        <p:txBody>
          <a:bodyPr lIns="0" anchor="ctr" anchorCtr="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</a:t>
            </a:r>
            <a:endParaRPr lang="en-GB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6B8C2CC-D4CB-85D0-66DB-9B8706F2E5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1885925"/>
            <a:ext cx="3328667" cy="3944365"/>
          </a:xfrm>
          <a:noFill/>
        </p:spPr>
        <p:txBody>
          <a:bodyPr lIns="0" tIns="0" rIns="0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CE3E5ED0-1808-393D-D272-0FEE7B072D2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834387" y="1885925"/>
            <a:ext cx="2586659" cy="3944064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53F015D2-8751-1387-64DF-C40F6DAF585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566765" y="1885925"/>
            <a:ext cx="2586659" cy="3944064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E24DC78C-6A9C-6F60-2010-A066A37851C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299143" y="1885925"/>
            <a:ext cx="2586659" cy="3944064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3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BD5C3B-CCF5-879F-A13F-C2CF9001BA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3110"/>
            <a:ext cx="11525802" cy="647908"/>
          </a:xfrm>
          <a:noFill/>
        </p:spPr>
        <p:txBody>
          <a:bodyPr lIns="0" anchor="ctr" anchorCtr="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</a:t>
            </a:r>
            <a:endParaRPr lang="en-GB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6B8C2CC-D4CB-85D0-66DB-9B8706F2E5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1885925"/>
            <a:ext cx="3328667" cy="3944365"/>
          </a:xfrm>
          <a:noFill/>
        </p:spPr>
        <p:txBody>
          <a:bodyPr lIns="0" tIns="0" rIns="0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CE3E5ED0-1808-393D-D272-0FEE7B072D2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834387" y="1885925"/>
            <a:ext cx="2586659" cy="3944064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53F015D2-8751-1387-64DF-C40F6DAF585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566765" y="1885925"/>
            <a:ext cx="2586659" cy="3944064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E24DC78C-6A9C-6F60-2010-A066A37851C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299143" y="1885925"/>
            <a:ext cx="2586659" cy="3944064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E2FCE1F-16E6-246C-7168-DB4F6CF970A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60000" y="1170860"/>
            <a:ext cx="11525802" cy="336551"/>
          </a:xfrm>
        </p:spPr>
        <p:txBody>
          <a:bodyPr lIns="0"/>
          <a:lstStyle>
            <a:lvl1pPr marL="0" indent="0">
              <a:buNone/>
              <a:defRPr sz="1800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 marL="251988" indent="0">
              <a:buNone/>
              <a:defRPr/>
            </a:lvl2pPr>
            <a:lvl3pPr marL="503975" indent="0">
              <a:buNone/>
              <a:defRPr/>
            </a:lvl3pPr>
            <a:lvl4pPr marL="755962" indent="0">
              <a:buNone/>
              <a:defRPr/>
            </a:lvl4pPr>
            <a:lvl5pPr marL="100795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0032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867DF194-D8DF-9CD6-74C0-D933A31006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0000" y="1590261"/>
            <a:ext cx="3516997" cy="1391498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81E77B9-7F37-272F-C543-6ACF972092A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64402" y="1590261"/>
            <a:ext cx="3516997" cy="1391498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B69DCA9B-5967-3552-EC89-6A68650D0E0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368805" y="1590261"/>
            <a:ext cx="3516997" cy="1391498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73BEFB1-0E32-7641-60E7-E91663DB0C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3147392"/>
            <a:ext cx="3516997" cy="2685029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D2B963E-D773-920B-8AE6-7E57803028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64402" y="3147392"/>
            <a:ext cx="3516997" cy="2685029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4B68837-54F1-6E39-28AB-74B9DE78A76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8805" y="3147392"/>
            <a:ext cx="3516997" cy="2685029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E20F969-54C4-33C9-024E-9E5DAA076F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3110"/>
            <a:ext cx="11525802" cy="647908"/>
          </a:xfrm>
          <a:noFill/>
        </p:spPr>
        <p:txBody>
          <a:bodyPr lIns="0" anchor="ctr" anchorCtr="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014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867DF194-D8DF-9CD6-74C0-D933A31006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0000" y="1590261"/>
            <a:ext cx="3516997" cy="1391498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81E77B9-7F37-272F-C543-6ACF972092A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64402" y="1590261"/>
            <a:ext cx="3516997" cy="1391498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B69DCA9B-5967-3552-EC89-6A68650D0E0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368805" y="1590261"/>
            <a:ext cx="3516997" cy="1391498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73BEFB1-0E32-7641-60E7-E91663DB0C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3147392"/>
            <a:ext cx="3516997" cy="2685029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D2B963E-D773-920B-8AE6-7E57803028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64402" y="3147392"/>
            <a:ext cx="3516997" cy="2685029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4B68837-54F1-6E39-28AB-74B9DE78A76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8805" y="3147392"/>
            <a:ext cx="3516997" cy="2685029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E20F969-54C4-33C9-024E-9E5DAA076F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3110"/>
            <a:ext cx="11525802" cy="647908"/>
          </a:xfrm>
          <a:noFill/>
        </p:spPr>
        <p:txBody>
          <a:bodyPr lIns="0" anchor="ctr" anchorCtr="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</a:t>
            </a:r>
            <a:endParaRPr lang="en-GB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0035A00-CC71-8BAE-A15B-75047436B50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60000" y="1170860"/>
            <a:ext cx="11525802" cy="336551"/>
          </a:xfrm>
        </p:spPr>
        <p:txBody>
          <a:bodyPr lIns="0"/>
          <a:lstStyle>
            <a:lvl1pPr marL="0" indent="0">
              <a:buNone/>
              <a:defRPr sz="1800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 marL="251988" indent="0">
              <a:buNone/>
              <a:defRPr/>
            </a:lvl2pPr>
            <a:lvl3pPr marL="503975" indent="0">
              <a:buNone/>
              <a:defRPr/>
            </a:lvl3pPr>
            <a:lvl4pPr marL="755962" indent="0">
              <a:buNone/>
              <a:defRPr/>
            </a:lvl4pPr>
            <a:lvl5pPr marL="100795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454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DDA9D58D-73D8-BE58-BDF1-09805967C55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0000" y="1758261"/>
            <a:ext cx="2686609" cy="1276892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E3C99C2-2AAB-D99A-F969-1AD2813B15E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16004" y="1758261"/>
            <a:ext cx="2686609" cy="1276892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D55F434-A493-3054-23C2-83577F6B74E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49814" y="1758261"/>
            <a:ext cx="2686609" cy="1276892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AC8C70AB-0EF9-9CAD-8569-E474F19FC9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99193" y="1758261"/>
            <a:ext cx="2686609" cy="1276892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5995272-D2D1-1FF3-6EC6-A2CC0A9F77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000" y="3252609"/>
            <a:ext cx="2686609" cy="2576000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E51E151-CE5A-7400-1246-1708A97414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16004" y="3252609"/>
            <a:ext cx="2686609" cy="2576000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918FAC37-42E0-33D0-CDD5-52836DD5BA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9814" y="3252609"/>
            <a:ext cx="2686609" cy="2576000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9B46B220-0161-C466-33C4-6D186BC71C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9192" y="3252609"/>
            <a:ext cx="2686609" cy="2576000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BBF3E78-22FC-9256-E734-D820DFDAC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3110"/>
            <a:ext cx="11525802" cy="647908"/>
          </a:xfrm>
          <a:noFill/>
        </p:spPr>
        <p:txBody>
          <a:bodyPr lIns="0" anchor="ctr" anchorCtr="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7518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DDA9D58D-73D8-BE58-BDF1-09805967C55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0000" y="1758261"/>
            <a:ext cx="2686609" cy="1276892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E3C99C2-2AAB-D99A-F969-1AD2813B15E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16004" y="1758261"/>
            <a:ext cx="2686609" cy="1276892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D55F434-A493-3054-23C2-83577F6B74E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49814" y="1758261"/>
            <a:ext cx="2686609" cy="1276892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AC8C70AB-0EF9-9CAD-8569-E474F19FC9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99193" y="1758261"/>
            <a:ext cx="2686609" cy="1276892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5995272-D2D1-1FF3-6EC6-A2CC0A9F77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000" y="3252609"/>
            <a:ext cx="2686609" cy="2576000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E51E151-CE5A-7400-1246-1708A97414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16004" y="3252609"/>
            <a:ext cx="2686609" cy="2576000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918FAC37-42E0-33D0-CDD5-52836DD5BA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9814" y="3252609"/>
            <a:ext cx="2686609" cy="2576000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9B46B220-0161-C466-33C4-6D186BC71C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9192" y="3252609"/>
            <a:ext cx="2686609" cy="2576000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BBF3E78-22FC-9256-E734-D820DFDAC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3110"/>
            <a:ext cx="11525802" cy="647908"/>
          </a:xfrm>
          <a:noFill/>
        </p:spPr>
        <p:txBody>
          <a:bodyPr lIns="0" anchor="ctr" anchorCtr="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</a:t>
            </a:r>
            <a:endParaRPr lang="en-GB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ECF73A2E-D780-87F9-D3D7-54140CC103F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60000" y="1170860"/>
            <a:ext cx="11525802" cy="336551"/>
          </a:xfrm>
        </p:spPr>
        <p:txBody>
          <a:bodyPr lIns="0"/>
          <a:lstStyle>
            <a:lvl1pPr marL="0" indent="0">
              <a:buNone/>
              <a:defRPr sz="1800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 marL="251988" indent="0">
              <a:buNone/>
              <a:defRPr/>
            </a:lvl2pPr>
            <a:lvl3pPr marL="503975" indent="0">
              <a:buNone/>
              <a:defRPr/>
            </a:lvl3pPr>
            <a:lvl4pPr marL="755962" indent="0">
              <a:buNone/>
              <a:defRPr/>
            </a:lvl4pPr>
            <a:lvl5pPr marL="100795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2537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5995272-D2D1-1FF3-6EC6-A2CC0A9F77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000" y="2958533"/>
            <a:ext cx="2064784" cy="2870076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E51E151-CE5A-7400-1246-1708A97414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11804" y="2958533"/>
            <a:ext cx="2064784" cy="2870076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918FAC37-42E0-33D0-CDD5-52836DD5BA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25078" y="2958533"/>
            <a:ext cx="2064784" cy="2870076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9B46B220-0161-C466-33C4-6D186BC71C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21018" y="2958533"/>
            <a:ext cx="2106930" cy="2870076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44E8946A-D6D3-43D5-96F2-FD41253169D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60000" y="1693230"/>
            <a:ext cx="2064784" cy="1079485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4D50A397-FFF8-88B5-A2B3-9588A57F3D8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711803" y="1696528"/>
            <a:ext cx="2064784" cy="1079485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0D58FE97-EBFE-4EC9-B1A9-FF898F9C482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063608" y="1693230"/>
            <a:ext cx="2064784" cy="1079485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473B7E3E-C41B-215E-66F6-E46F9D09B5E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425078" y="1693230"/>
            <a:ext cx="2064784" cy="1079485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2C7DA023-D2FD-0408-B763-96B17DE0394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821018" y="1693230"/>
            <a:ext cx="2064784" cy="1079485"/>
          </a:xfrm>
          <a:pattFill prst="narVer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C2E2083-A3C4-7FE7-E3F5-272D492CE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3110"/>
            <a:ext cx="11525802" cy="647908"/>
          </a:xfrm>
          <a:noFill/>
        </p:spPr>
        <p:txBody>
          <a:bodyPr lIns="0" anchor="ctr" anchorCtr="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 </a:t>
            </a:r>
            <a:endParaRPr lang="en-GB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1576DE5-F64A-52D4-5785-6F74BC0162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0000" y="1170860"/>
            <a:ext cx="11525802" cy="336551"/>
          </a:xfrm>
        </p:spPr>
        <p:txBody>
          <a:bodyPr lIns="0"/>
          <a:lstStyle>
            <a:lvl1pPr marL="0" indent="0">
              <a:buNone/>
              <a:defRPr sz="1800">
                <a:solidFill>
                  <a:srgbClr val="FC4C02"/>
                </a:solidFill>
                <a:latin typeface="Aptos" panose="020B0004020202020204" pitchFamily="34" charset="0"/>
              </a:defRPr>
            </a:lvl1pPr>
            <a:lvl2pPr marL="251988" indent="0">
              <a:buNone/>
              <a:defRPr/>
            </a:lvl2pPr>
            <a:lvl3pPr marL="503975" indent="0">
              <a:buNone/>
              <a:defRPr/>
            </a:lvl3pPr>
            <a:lvl4pPr marL="755962" indent="0">
              <a:buNone/>
              <a:defRPr/>
            </a:lvl4pPr>
            <a:lvl5pPr marL="100795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BB0A8A43-9D6A-1C53-44B7-AAD18887C8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63607" y="2958533"/>
            <a:ext cx="2064784" cy="2870076"/>
          </a:xfrm>
          <a:noFill/>
        </p:spPr>
        <p:txBody>
          <a:bodyPr lIns="251999" tIns="251999" rIns="251999" bIns="0"/>
          <a:lstStyle>
            <a:lvl1pPr marL="0" indent="0">
              <a:buNone/>
              <a:defRPr sz="1800"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251988" indent="0">
              <a:buNone/>
              <a:defRPr sz="1600">
                <a:latin typeface="Aptos" panose="020B0004020202020204" pitchFamily="34" charset="0"/>
                <a:cs typeface="Calibri" panose="020F0502020204030204" pitchFamily="34" charset="0"/>
              </a:defRPr>
            </a:lvl2pPr>
            <a:lvl3pPr marL="503975" indent="0">
              <a:buNone/>
              <a:defRPr sz="1400">
                <a:latin typeface="Aptos" panose="020B0004020202020204" pitchFamily="34" charset="0"/>
                <a:cs typeface="Calibri" panose="020F0502020204030204" pitchFamily="34" charset="0"/>
              </a:defRPr>
            </a:lvl3pPr>
            <a:lvl4pPr marL="755962" indent="0">
              <a:buNone/>
              <a:defRPr sz="1200">
                <a:latin typeface="Aptos" panose="020B0004020202020204" pitchFamily="34" charset="0"/>
                <a:cs typeface="Calibri" panose="020F0502020204030204" pitchFamily="34" charset="0"/>
              </a:defRPr>
            </a:lvl4pPr>
            <a:lvl5pPr marL="1007950" indent="0">
              <a:buNone/>
              <a:defRPr sz="1100">
                <a:latin typeface="Aptos" panose="020B00040202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0444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FD4D28-3F23-99C7-5826-27DA74EA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6E1188E-E984-4E55-AB86-D72EB13EC7E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40000"/>
            <a:ext cx="11401200" cy="3638960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52836A7-8121-45C0-A425-8DCB4CAE93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5194801"/>
            <a:ext cx="11401200" cy="612775"/>
          </a:xfrm>
          <a:solidFill>
            <a:srgbClr val="EAE4E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251988" indent="0">
              <a:buNone/>
              <a:defRPr>
                <a:solidFill>
                  <a:schemeClr val="bg1"/>
                </a:solidFill>
              </a:defRPr>
            </a:lvl4pPr>
            <a:lvl5pPr marL="50397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 or remove box if not needed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247229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 Header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8CD4C3-95A2-C555-A059-CD3205A5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65EA134-2A1E-4A19-82C3-EBCDB13EF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AD23AB9-8D52-4DFD-9DFE-6A6A66F270A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40001"/>
            <a:ext cx="5448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F53A877-4559-47B9-BB57-B229447F63A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492000" y="1440001"/>
            <a:ext cx="5448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0EF5C6F-0D18-4D9A-B5B8-5B0BB34D90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5194801"/>
            <a:ext cx="11401200" cy="612775"/>
          </a:xfrm>
          <a:solidFill>
            <a:srgbClr val="EAE4E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251988" indent="0">
              <a:buNone/>
              <a:defRPr>
                <a:solidFill>
                  <a:schemeClr val="bg1"/>
                </a:solidFill>
              </a:defRPr>
            </a:lvl4pPr>
            <a:lvl5pPr marL="50397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 or remove box if not needed</a:t>
            </a:r>
          </a:p>
        </p:txBody>
      </p:sp>
      <p:sp>
        <p:nvSpPr>
          <p:cNvPr id="4" name="hcSlideMaster.Box Header - Two ContentHeader">
            <a:extLst>
              <a:ext uri="{FF2B5EF4-FFF2-40B4-BE49-F238E27FC236}">
                <a16:creationId xmlns:a16="http://schemas.microsoft.com/office/drawing/2014/main" id="{24E788D6-1C05-043D-AB2F-1C2DC1DE74F0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Box Header - Two ContentFooter">
            <a:extLst>
              <a:ext uri="{FF2B5EF4-FFF2-40B4-BE49-F238E27FC236}">
                <a16:creationId xmlns:a16="http://schemas.microsoft.com/office/drawing/2014/main" id="{92FA6402-B427-D238-B51A-9EBDFE084490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94439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7544">
          <p15:clr>
            <a:srgbClr val="FF96FF"/>
          </p15:clr>
        </p15:guide>
        <p15:guide id="7" pos="8133">
          <p15:clr>
            <a:srgbClr val="FF96FF"/>
          </p15:clr>
        </p15:guide>
        <p15:guide id="8" pos="15041">
          <p15:clr>
            <a:srgbClr val="FF96FF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 Header -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302C5A9-C00B-4D4A-8DAC-2117BB722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46F84C-D763-23C9-73F3-E26951FBE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C987343-9DE6-4668-8788-26718958FFD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40001"/>
            <a:ext cx="3632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ECEA46B3-C3E2-48BC-B273-A46946E76AC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424001" y="1440001"/>
            <a:ext cx="3632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85E7B3E3-A958-48D1-9C8D-C91717E261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308001" y="1440001"/>
            <a:ext cx="3632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2784B894-7D71-492A-82B9-0B2243CF10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000" y="5194801"/>
            <a:ext cx="11412544" cy="612775"/>
          </a:xfrm>
          <a:solidFill>
            <a:srgbClr val="EAE4E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251988" indent="0">
              <a:buNone/>
              <a:defRPr>
                <a:solidFill>
                  <a:schemeClr val="bg1"/>
                </a:solidFill>
              </a:defRPr>
            </a:lvl4pPr>
            <a:lvl5pPr marL="50397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 or remove box if not needed</a:t>
            </a:r>
          </a:p>
        </p:txBody>
      </p:sp>
      <p:sp>
        <p:nvSpPr>
          <p:cNvPr id="5" name="hcSlideMaster.Box Header - Three ContentHeader">
            <a:extLst>
              <a:ext uri="{FF2B5EF4-FFF2-40B4-BE49-F238E27FC236}">
                <a16:creationId xmlns:a16="http://schemas.microsoft.com/office/drawing/2014/main" id="{73473DED-F401-DCB0-5459-B6D73CE744C2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Three ContentFooter">
            <a:extLst>
              <a:ext uri="{FF2B5EF4-FFF2-40B4-BE49-F238E27FC236}">
                <a16:creationId xmlns:a16="http://schemas.microsoft.com/office/drawing/2014/main" id="{EC870F0B-F26A-C74B-D9A5-805AB3A9AE2A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55487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5276">
          <p15:clr>
            <a:srgbClr val="FF96FF"/>
          </p15:clr>
        </p15:guide>
        <p15:guide id="7" pos="5548">
          <p15:clr>
            <a:srgbClr val="FF96FF"/>
          </p15:clr>
        </p15:guide>
        <p15:guide id="8" pos="10173">
          <p15:clr>
            <a:srgbClr val="FF96FF"/>
          </p15:clr>
        </p15:guide>
        <p15:guide id="9" pos="10445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90B08A-7252-D25C-466E-1B74F53A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hcSlideMaster.Box Header OnlyHeader">
            <a:extLst>
              <a:ext uri="{FF2B5EF4-FFF2-40B4-BE49-F238E27FC236}">
                <a16:creationId xmlns:a16="http://schemas.microsoft.com/office/drawing/2014/main" id="{E60E4C52-7B3D-F3AB-95C7-D68A63CC9031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OnlyFooter">
            <a:extLst>
              <a:ext uri="{FF2B5EF4-FFF2-40B4-BE49-F238E27FC236}">
                <a16:creationId xmlns:a16="http://schemas.microsoft.com/office/drawing/2014/main" id="{E305F46A-A9E5-EE45-EC51-8178000FF760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466726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314">
          <p15:clr>
            <a:srgbClr val="FF96FF"/>
          </p15:clr>
        </p15:guide>
        <p15:guide id="3" pos="680">
          <p15:clr>
            <a:srgbClr val="FF96FF"/>
          </p15:clr>
        </p15:guide>
        <p15:guide id="4" pos="7542">
          <p15:clr>
            <a:srgbClr val="FF96FF"/>
          </p15:clr>
        </p15:guide>
        <p15:guide id="5" pos="8177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 Header -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F38AD8-753B-0FAD-2CB9-C78298E6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57" y="440059"/>
            <a:ext cx="6382800" cy="76009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08A6A54-631D-46CD-A50B-36674304582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40001"/>
            <a:ext cx="6380957" cy="3643139"/>
          </a:xfrm>
        </p:spPr>
        <p:txBody>
          <a:bodyPr tIns="0"/>
          <a:lstStyle>
            <a:lvl1pPr>
              <a:defRPr/>
            </a:lvl1pPr>
          </a:lstStyle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5199928-C06E-4CB9-96E5-EF5C80BC1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000" y="5194801"/>
            <a:ext cx="6380956" cy="612775"/>
          </a:xfrm>
          <a:solidFill>
            <a:srgbClr val="EAE4E1"/>
          </a:solidFill>
        </p:spPr>
        <p:txBody>
          <a:bodyPr lIns="108000" rIns="108000" anchor="ctr"/>
          <a:lstStyle>
            <a:lvl1pPr marL="0" marR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 Click to add text or remove box if not needed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E8553614-A425-4A95-AD44-0B0428BC61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320788" y="720000"/>
            <a:ext cx="4618800" cy="52236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hcSlideMaster.Box Header - Content and PictureHeader">
            <a:extLst>
              <a:ext uri="{FF2B5EF4-FFF2-40B4-BE49-F238E27FC236}">
                <a16:creationId xmlns:a16="http://schemas.microsoft.com/office/drawing/2014/main" id="{B6A9A4D0-78DA-32B8-CFE9-04CB2C09814F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Content and PictureFooter">
            <a:extLst>
              <a:ext uri="{FF2B5EF4-FFF2-40B4-BE49-F238E27FC236}">
                <a16:creationId xmlns:a16="http://schemas.microsoft.com/office/drawing/2014/main" id="{880CA164-E2E7-603F-83F8-2AD46E5629F9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131687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7544">
          <p15:clr>
            <a:srgbClr val="FF96FF"/>
          </p15:clr>
        </p15:guide>
        <p15:guide id="7" pos="8177">
          <p15:clr>
            <a:srgbClr val="FF96FF"/>
          </p15:clr>
        </p15:guide>
        <p15:guide id="8" pos="15041">
          <p15:clr>
            <a:srgbClr val="FF96F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 Header - Conten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9C266BC-FB3B-909C-1219-A3D8402C4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7319944" y="719138"/>
            <a:ext cx="4619293" cy="5224462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0256D2-3BB7-08A8-18D7-BCC2F56A5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58" y="440059"/>
            <a:ext cx="6382800" cy="760092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8B7E06AF-9D53-4DB7-8A04-2EAEB75589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319945" y="719139"/>
            <a:ext cx="4619293" cy="2585231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F75C54D-2D3D-4848-9E01-6E68A2C42B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319945" y="3358370"/>
            <a:ext cx="4619293" cy="2585231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F440FA0-69B2-4AE3-A704-4EB1E9E94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001" y="5194801"/>
            <a:ext cx="6384675" cy="612775"/>
          </a:xfrm>
          <a:solidFill>
            <a:srgbClr val="EAE4E1"/>
          </a:solidFill>
        </p:spPr>
        <p:txBody>
          <a:bodyPr lIns="108000" rIns="108000" anchor="ctr"/>
          <a:lstStyle>
            <a:lvl1pPr marL="0" marR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 Click to add text or remove box if not needed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7BAD2C18-3A05-4876-88C4-6928EAEE841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8157" y="1440000"/>
            <a:ext cx="6382800" cy="3643200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hcSlideMaster.Box Header - Content and two PicturesHeader">
            <a:extLst>
              <a:ext uri="{FF2B5EF4-FFF2-40B4-BE49-F238E27FC236}">
                <a16:creationId xmlns:a16="http://schemas.microsoft.com/office/drawing/2014/main" id="{DB941E3A-3D06-2800-D373-1E5E7DDA7431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Content and two PicturesFooter">
            <a:extLst>
              <a:ext uri="{FF2B5EF4-FFF2-40B4-BE49-F238E27FC236}">
                <a16:creationId xmlns:a16="http://schemas.microsoft.com/office/drawing/2014/main" id="{1BB8797F-1B6C-FE97-989D-9E455512B915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45426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6" orient="horz" pos="7314">
          <p15:clr>
            <a:srgbClr val="FF96FF"/>
          </p15:clr>
        </p15:guide>
        <p15:guide id="7" pos="650">
          <p15:clr>
            <a:srgbClr val="FF96FF"/>
          </p15:clr>
        </p15:guide>
        <p15:guide id="8" pos="8723">
          <p15:clr>
            <a:srgbClr val="FF96FF"/>
          </p15:clr>
        </p15:guide>
        <p15:guide id="9" pos="9175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 Header - Multi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258E2E9C-C45A-CACB-60E4-33160F8A0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8DF073-D9C5-BC7B-474F-DA72077B6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9455" y="712071"/>
            <a:ext cx="5831746" cy="5231530"/>
          </a:xfrm>
          <a:prstGeom prst="rect">
            <a:avLst/>
          </a:prstGeom>
          <a:gradFill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3BF920-59FA-A349-193F-FCE77CCE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439200"/>
            <a:ext cx="5291998" cy="759600"/>
          </a:xfrm>
          <a:noFill/>
        </p:spPr>
        <p:txBody>
          <a:bodyPr wrap="square" lIns="0" tIns="0" rIns="180000" b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08A6A54-631D-46CD-A50B-36674304582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749" y="1439864"/>
            <a:ext cx="5292000" cy="3650400"/>
          </a:xfrm>
        </p:spPr>
        <p:txBody>
          <a:bodyPr tIns="0" rIns="10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8F9A1D-A980-263A-2125-F86E478D5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001" y="5194801"/>
            <a:ext cx="5291748" cy="612775"/>
          </a:xfrm>
          <a:solidFill>
            <a:srgbClr val="EAE4E1"/>
          </a:solidFill>
        </p:spPr>
        <p:txBody>
          <a:bodyPr lIns="108000" rIns="108000" anchor="ctr"/>
          <a:lstStyle>
            <a:lvl1pPr marL="0" marR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 Click to add text or remove box if not needed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E8553614-A425-4A95-AD44-0B0428BC61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07842" y="714504"/>
            <a:ext cx="2887200" cy="25812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6533F2DF-9B2C-863B-B113-6CCE6BB337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50715" y="714504"/>
            <a:ext cx="2887200" cy="25812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1EDAA6B2-B0A6-D259-8A69-E4CC5285E8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07842" y="3359598"/>
            <a:ext cx="5831746" cy="25812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hcSlideMaster.Box Header - Multi PictureHeader">
            <a:extLst>
              <a:ext uri="{FF2B5EF4-FFF2-40B4-BE49-F238E27FC236}">
                <a16:creationId xmlns:a16="http://schemas.microsoft.com/office/drawing/2014/main" id="{68AC5178-773E-74F3-67ED-A19B1D25E8D5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9" name="fcSlideMaster.Box Header - Multi PictureFooter">
            <a:extLst>
              <a:ext uri="{FF2B5EF4-FFF2-40B4-BE49-F238E27FC236}">
                <a16:creationId xmlns:a16="http://schemas.microsoft.com/office/drawing/2014/main" id="{2891B008-A45F-B832-8DEA-83FE3022893B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19481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314">
          <p15:clr>
            <a:srgbClr val="FF96FF"/>
          </p15:clr>
        </p15:guide>
        <p15:guide id="3" pos="680">
          <p15:clr>
            <a:srgbClr val="FF96FF"/>
          </p15:clr>
        </p15:guide>
        <p15:guide id="4" pos="7362">
          <p15:clr>
            <a:srgbClr val="FF96FF"/>
          </p15:clr>
        </p15:guide>
        <p15:guide id="5" pos="7680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 Header - 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E8553614-A425-4A95-AD44-0B0428BC61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" y="727202"/>
            <a:ext cx="5986462" cy="5216398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26108E1-3639-4FD5-6305-B0CB9C67C0CE}"/>
              </a:ext>
            </a:extLst>
          </p:cNvPr>
          <p:cNvSpPr>
            <a:spLocks noGrp="1"/>
          </p:cNvSpPr>
          <p:nvPr>
            <p:ph type="subTitle" sz="quarter" idx="21"/>
            <p:custDataLst>
              <p:tags r:id="rId1"/>
            </p:custDataLst>
          </p:nvPr>
        </p:nvSpPr>
        <p:spPr>
          <a:xfrm>
            <a:off x="6491288" y="727203"/>
            <a:ext cx="5448300" cy="71266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800"/>
            </a:lvl1pPr>
            <a:lvl2pPr marL="457177" indent="0" algn="ctr">
              <a:buNone/>
            </a:lvl2pPr>
            <a:lvl3pPr marL="914355" indent="0" algn="ctr">
              <a:buNone/>
            </a:lvl3pPr>
            <a:lvl4pPr marL="1371532" indent="0" algn="ctr">
              <a:buNone/>
            </a:lvl4pPr>
            <a:lvl5pPr marL="1828709" indent="0" algn="ctr">
              <a:buNone/>
            </a:lvl5pPr>
            <a:lvl6pPr marL="2285886" indent="0" algn="ctr">
              <a:buNone/>
            </a:lvl6pPr>
            <a:lvl7pPr marL="2743063" indent="0" algn="ctr">
              <a:buNone/>
            </a:lvl7pPr>
            <a:lvl8pPr marL="3200240" indent="0" algn="ctr">
              <a:buNone/>
            </a:lvl8pPr>
            <a:lvl9pPr marL="3657417" indent="0" algn="ctr">
              <a:buNone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08A6A54-631D-46CD-A50B-36674304582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91588" y="1439999"/>
            <a:ext cx="5448000" cy="4255915"/>
          </a:xfrm>
        </p:spPr>
        <p:txBody>
          <a:bodyPr tIns="0"/>
          <a:lstStyle>
            <a:lvl1pPr>
              <a:defRPr/>
            </a:lvl1pPr>
          </a:lstStyle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hcSlideMaster.Box Header - Content and Picture 2Header">
            <a:extLst>
              <a:ext uri="{FF2B5EF4-FFF2-40B4-BE49-F238E27FC236}">
                <a16:creationId xmlns:a16="http://schemas.microsoft.com/office/drawing/2014/main" id="{FF256E87-B2C9-8E55-7577-17F43B668B53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4" name="fcSlideMaster.Box Header - Content and Picture 2Footer">
            <a:extLst>
              <a:ext uri="{FF2B5EF4-FFF2-40B4-BE49-F238E27FC236}">
                <a16:creationId xmlns:a16="http://schemas.microsoft.com/office/drawing/2014/main" id="{2AFA5601-8B04-FDC4-F577-FED2C8BB0909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469693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178">
          <p15:clr>
            <a:srgbClr val="FF96FF"/>
          </p15:clr>
        </p15:guide>
        <p15:guide id="3" pos="680">
          <p15:clr>
            <a:srgbClr val="FF96FF"/>
          </p15:clr>
        </p15:guide>
        <p15:guide id="4" pos="7542">
          <p15:clr>
            <a:srgbClr val="FF96FF"/>
          </p15:clr>
        </p15:guide>
        <p15:guide id="5" pos="8177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98FB7C0-AB81-400B-93D2-786E05B9E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719139"/>
            <a:ext cx="12192000" cy="5224462"/>
          </a:xfrm>
          <a:solidFill>
            <a:schemeClr val="bg2"/>
          </a:solidFill>
        </p:spPr>
        <p:txBody>
          <a:bodyPr tIns="0" bIns="936000" anchor="ctr" anchorCtr="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hcSlideMaster.Box Image OnlyHeader">
            <a:extLst>
              <a:ext uri="{FF2B5EF4-FFF2-40B4-BE49-F238E27FC236}">
                <a16:creationId xmlns:a16="http://schemas.microsoft.com/office/drawing/2014/main" id="{60E019DD-1A73-DF52-49E7-C9C2E2F3D20A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Box Image OnlyFooter">
            <a:extLst>
              <a:ext uri="{FF2B5EF4-FFF2-40B4-BE49-F238E27FC236}">
                <a16:creationId xmlns:a16="http://schemas.microsoft.com/office/drawing/2014/main" id="{1B57C492-31F3-0079-5CAD-2813FF940E92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57465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6">
          <p15:clr>
            <a:srgbClr val="717275"/>
          </p15:clr>
        </p15:guide>
        <p15:guide id="3" orient="horz" pos="2040">
          <p15:clr>
            <a:srgbClr val="FF96FF"/>
          </p15:clr>
        </p15:guide>
        <p15:guide id="4" orient="horz" pos="7496">
          <p15:clr>
            <a:srgbClr val="FF96FF"/>
          </p15:clr>
        </p15:guide>
        <p15:guide id="5" pos="952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 Header - 3 Box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9960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AB38AC-2499-F8DC-D570-EE19FB44B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F2F7E28-90F6-4888-B5D9-D6C518BB3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163AF3FA-CD37-4BFB-9ED5-125E82D0BD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1594" y="1439863"/>
            <a:ext cx="371640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8F8E66-6C94-40A7-B10D-9D506696DD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52062"/>
            <a:ext cx="3716400" cy="18154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0F8FB04-B864-45A7-A035-AA7CEF2DEC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0" y="3993958"/>
            <a:ext cx="37164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A7FDABBB-D50A-4291-8058-4752636BF0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402" y="1439863"/>
            <a:ext cx="371640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58B06C-F48C-4D2F-85C7-A928E65B98A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82401" y="2052062"/>
            <a:ext cx="3716400" cy="18154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386E4943-BA3E-4AF0-8D58-839214D5CB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2401" y="3993958"/>
            <a:ext cx="37164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D7493B8C-0356-4EC0-9E5C-92AE4FD36D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24803" y="1439863"/>
            <a:ext cx="3716400" cy="504000"/>
          </a:xfrm>
          <a:solidFill>
            <a:schemeClr val="accent1"/>
          </a:solidFill>
        </p:spPr>
        <p:txBody>
          <a:bodyPr lIns="72000" tIns="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32D53481-49C8-433F-AC61-3FB3864EFD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224803" y="2052062"/>
            <a:ext cx="3716400" cy="18154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5971B98D-6A61-421C-AA7E-C08E9D8D81F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4000" y="3993958"/>
            <a:ext cx="37164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" name="hcSlideMaster.Box Header - 3 Boxed title and ContentHeader">
            <a:extLst>
              <a:ext uri="{FF2B5EF4-FFF2-40B4-BE49-F238E27FC236}">
                <a16:creationId xmlns:a16="http://schemas.microsoft.com/office/drawing/2014/main" id="{76C07760-48E8-5040-F188-C5FA79C9BCD2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Box Header - 3 Boxed title and ContentFooter">
            <a:extLst>
              <a:ext uri="{FF2B5EF4-FFF2-40B4-BE49-F238E27FC236}">
                <a16:creationId xmlns:a16="http://schemas.microsoft.com/office/drawing/2014/main" id="{0D701CE7-0C82-141F-43B4-ABB2FD8C466B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36283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496">
          <p15:clr>
            <a:srgbClr val="FF96FF"/>
          </p15:clr>
        </p15:guide>
        <p15:guide id="5" pos="650">
          <p15:clr>
            <a:srgbClr val="FF96FF"/>
          </p15:clr>
        </p15:guide>
        <p15:guide id="6" pos="5366">
          <p15:clr>
            <a:srgbClr val="FF96FF"/>
          </p15:clr>
        </p15:guide>
        <p15:guide id="7" pos="5502">
          <p15:clr>
            <a:srgbClr val="FF96FF"/>
          </p15:clr>
        </p15:guide>
        <p15:guide id="8" pos="10219">
          <p15:clr>
            <a:srgbClr val="FF96FF"/>
          </p15:clr>
        </p15:guide>
        <p15:guide id="9" pos="10355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 Header - 4 Box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4">
            <a:extLst>
              <a:ext uri="{FF2B5EF4-FFF2-40B4-BE49-F238E27FC236}">
                <a16:creationId xmlns:a16="http://schemas.microsoft.com/office/drawing/2014/main" id="{691BEFAB-A0F1-BA7D-9068-9ABC0A07B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E89A74-8F99-B479-B9A0-EF480A4B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163AF3FA-CD37-4BFB-9ED5-125E82D0BD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1594" y="1439863"/>
            <a:ext cx="275580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8F8E66-6C94-40A7-B10D-9D506696DD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1" y="2052062"/>
            <a:ext cx="2755800" cy="18088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0F8FB04-B864-45A7-A035-AA7CEF2DEC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1" y="3987390"/>
            <a:ext cx="2755800" cy="1956211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A7FDABBB-D50A-4291-8058-4752636BF0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1802" y="1439863"/>
            <a:ext cx="275580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58B06C-F48C-4D2F-85C7-A928E65B98A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1802" y="2052062"/>
            <a:ext cx="2755800" cy="18088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386E4943-BA3E-4AF0-8D58-839214D5CB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21802" y="3987390"/>
            <a:ext cx="2755800" cy="1956211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D7493B8C-0356-4EC0-9E5C-92AE4FD36D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602" y="1439863"/>
            <a:ext cx="2755800" cy="504000"/>
          </a:xfrm>
          <a:solidFill>
            <a:schemeClr val="accent1"/>
          </a:solidFill>
        </p:spPr>
        <p:txBody>
          <a:bodyPr lIns="72000" tIns="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32D53481-49C8-433F-AC61-3FB3864EFD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03602" y="2052062"/>
            <a:ext cx="2755800" cy="18088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5971B98D-6A61-421C-AA7E-C08E9D8D81F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03602" y="3987390"/>
            <a:ext cx="2755800" cy="1956211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CB4D888-29A1-F878-DD9F-9E9523580AF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5402" y="1439863"/>
            <a:ext cx="2755800" cy="504000"/>
          </a:xfrm>
          <a:solidFill>
            <a:schemeClr val="accent1"/>
          </a:solidFill>
        </p:spPr>
        <p:txBody>
          <a:bodyPr lIns="72000" tIns="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40">
            <a:extLst>
              <a:ext uri="{FF2B5EF4-FFF2-40B4-BE49-F238E27FC236}">
                <a16:creationId xmlns:a16="http://schemas.microsoft.com/office/drawing/2014/main" id="{C036219B-5C0E-644D-9D0E-3DA38BD6E2E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185402" y="2052062"/>
            <a:ext cx="2755800" cy="18088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Picture Placeholder 42">
            <a:extLst>
              <a:ext uri="{FF2B5EF4-FFF2-40B4-BE49-F238E27FC236}">
                <a16:creationId xmlns:a16="http://schemas.microsoft.com/office/drawing/2014/main" id="{7BB8C5C0-FFE6-2358-D82E-3CC4E75767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85402" y="3987390"/>
            <a:ext cx="2755800" cy="1956211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hcSlideMaster.Box Header - 4 Boxed title and ContentHeader">
            <a:extLst>
              <a:ext uri="{FF2B5EF4-FFF2-40B4-BE49-F238E27FC236}">
                <a16:creationId xmlns:a16="http://schemas.microsoft.com/office/drawing/2014/main" id="{D5431E30-F301-A2D6-8F80-3081F7BEE0DE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2" name="fcSlideMaster.Box Header - 4 Boxed title and ContentFooter">
            <a:extLst>
              <a:ext uri="{FF2B5EF4-FFF2-40B4-BE49-F238E27FC236}">
                <a16:creationId xmlns:a16="http://schemas.microsoft.com/office/drawing/2014/main" id="{BDF47581-BB50-A0A6-1CE9-32C91A7D373E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003342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496">
          <p15:clr>
            <a:srgbClr val="FF96FF"/>
          </p15:clr>
        </p15:guide>
        <p15:guide id="3" pos="680">
          <p15:clr>
            <a:srgbClr val="FF96FF"/>
          </p15:clr>
        </p15:guide>
        <p15:guide id="4" pos="4150">
          <p15:clr>
            <a:srgbClr val="FF96FF"/>
          </p15:clr>
        </p15:guide>
        <p15:guide id="5" pos="4310">
          <p15:clr>
            <a:srgbClr val="FF96FF"/>
          </p15:clr>
        </p15:guide>
        <p15:guide id="6" pos="7781">
          <p15:clr>
            <a:srgbClr val="FF96FF"/>
          </p15:clr>
        </p15:guide>
        <p15:guide id="7" pos="7939">
          <p15:clr>
            <a:srgbClr val="FF96FF"/>
          </p15:clr>
        </p15:guide>
        <p15:guide id="8" pos="11411">
          <p15:clr>
            <a:srgbClr val="FF96FF"/>
          </p15:clr>
        </p15:guide>
        <p15:guide id="9" pos="11569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 Header - 5 Box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8CD348-EF5A-8083-5F4D-9D811074E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CBDB3ED-260A-444B-94C5-54437DFC5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3751D8A-7F22-43FB-9265-B515EC79A4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1" y="1439863"/>
            <a:ext cx="217944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4D1464-24B8-4CF3-88F1-41DCA29FDF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1140" y="2052061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00E0D18-219C-4225-A990-84EB6045F9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251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F83073C-C10F-4032-A81F-6B701EDCCF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5441" y="1439863"/>
            <a:ext cx="217944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4D61A30-6B4B-4757-A826-7C179B81ADE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846831" y="2052061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C4225E5-3171-42C6-A80F-7AC7599FC1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45691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158B6D9-3B26-4DB7-83C8-3900F9957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0881" y="1439863"/>
            <a:ext cx="217944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C7A30BC-39C6-447A-84E3-209169D670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152271" y="2052061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1D0CBF-5A3C-4D3F-A148-70393C713FD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51131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DF9630D0-6DF3-4302-8F1F-AC29A02D02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56321" y="1439863"/>
            <a:ext cx="2179440" cy="504000"/>
          </a:xfrm>
          <a:solidFill>
            <a:schemeClr val="accent1"/>
          </a:solidFill>
        </p:spPr>
        <p:txBody>
          <a:bodyPr lIns="72000" tIns="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6EBC63A6-10D8-4CEC-80D2-40C32B44D6A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456571" y="2052061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4E6DF0B-B020-4DC3-A3E4-388A771958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56571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0D0C539-FE82-45F2-ADE5-03FD735462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1762" y="1439863"/>
            <a:ext cx="217944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281A0A00-A3DD-4D83-BFFD-52096D211464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761762" y="2052062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4A3E8C3E-64C8-40F2-92EE-38E33E0803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761762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" name="hcSlideMaster.Box Header - 5 Boxed title and ContentHeader">
            <a:extLst>
              <a:ext uri="{FF2B5EF4-FFF2-40B4-BE49-F238E27FC236}">
                <a16:creationId xmlns:a16="http://schemas.microsoft.com/office/drawing/2014/main" id="{F904B849-69E7-62C0-5A01-268DE0441F64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Box Header - 5 Boxed title and ContentFooter">
            <a:extLst>
              <a:ext uri="{FF2B5EF4-FFF2-40B4-BE49-F238E27FC236}">
                <a16:creationId xmlns:a16="http://schemas.microsoft.com/office/drawing/2014/main" id="{B4EB149E-7905-0B8E-DB83-4210B39C4F88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455811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496">
          <p15:clr>
            <a:srgbClr val="FF96FF"/>
          </p15:clr>
        </p15:guide>
        <p15:guide id="5" pos="650">
          <p15:clr>
            <a:srgbClr val="FF96FF"/>
          </p15:clr>
        </p15:guide>
        <p15:guide id="6" pos="3416">
          <p15:clr>
            <a:srgbClr val="FF96FF"/>
          </p15:clr>
        </p15:guide>
        <p15:guide id="7" pos="3552">
          <p15:clr>
            <a:srgbClr val="FF96FF"/>
          </p15:clr>
        </p15:guide>
        <p15:guide id="8" pos="6364">
          <p15:clr>
            <a:srgbClr val="FF96FF"/>
          </p15:clr>
        </p15:guide>
        <p15:guide id="9" pos="6456">
          <p15:clr>
            <a:srgbClr val="FF96FF"/>
          </p15:clr>
        </p15:guide>
        <p15:guide id="10" pos="9267">
          <p15:clr>
            <a:srgbClr val="FF96FF"/>
          </p15:clr>
        </p15:guide>
        <p15:guide id="11" pos="9357">
          <p15:clr>
            <a:srgbClr val="FF96FF"/>
          </p15:clr>
        </p15:guide>
        <p15:guide id="12" pos="12169">
          <p15:clr>
            <a:srgbClr val="FF96FF"/>
          </p15:clr>
        </p15:guide>
        <p15:guide id="13" pos="12261">
          <p15:clr>
            <a:srgbClr val="FF96FF"/>
          </p15:clr>
        </p15:guide>
        <p15:guide id="14" pos="15041">
          <p15:clr>
            <a:srgbClr val="FF96FF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x Header - Large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98FB7C0-AB81-400B-93D2-786E05B9E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719139"/>
            <a:ext cx="12192000" cy="5224462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58EDF3-C4C2-CE90-5640-592530609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636392"/>
            <a:ext cx="4939200" cy="1307209"/>
          </a:xfrm>
          <a:gradFill>
            <a:gsLst>
              <a:gs pos="0">
                <a:srgbClr val="FC4C02"/>
              </a:gs>
              <a:gs pos="55000">
                <a:srgbClr val="FF6E00"/>
              </a:gs>
              <a:gs pos="100000">
                <a:srgbClr val="FFC000"/>
              </a:gs>
            </a:gsLst>
            <a:lin ang="0" scaled="0"/>
          </a:gradFill>
        </p:spPr>
        <p:txBody>
          <a:bodyPr lIns="288000" tIns="360000" rIns="288000" anchor="t" anchorCtr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3AE8FAAE-9D1A-F0E8-4364-282480228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51000">
                <a:srgbClr val="FF6E00"/>
              </a:gs>
              <a:gs pos="0">
                <a:srgbClr val="FC4C02"/>
              </a:gs>
              <a:gs pos="100000">
                <a:srgbClr val="FFCC00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4" name="hcSlideMaster.Box Header - Large Picture Header">
            <a:extLst>
              <a:ext uri="{FF2B5EF4-FFF2-40B4-BE49-F238E27FC236}">
                <a16:creationId xmlns:a16="http://schemas.microsoft.com/office/drawing/2014/main" id="{F5F3D172-DB9A-E6C2-5C88-CAF5BC96A14D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Large Picture Footer">
            <a:extLst>
              <a:ext uri="{FF2B5EF4-FFF2-40B4-BE49-F238E27FC236}">
                <a16:creationId xmlns:a16="http://schemas.microsoft.com/office/drawing/2014/main" id="{33A78B4F-4F00-B5E0-10F7-C340C2971292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387277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5969DE-7EF3-652A-53FB-EA9BD0ECC10F}"/>
              </a:ext>
            </a:extLst>
          </p:cNvPr>
          <p:cNvSpPr txBox="1"/>
          <p:nvPr userDrawn="1"/>
        </p:nvSpPr>
        <p:spPr>
          <a:xfrm>
            <a:off x="395285" y="3048954"/>
            <a:ext cx="11401431" cy="7600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8000" b="0" dirty="0">
                <a:latin typeface="Aptos" panose="020B0004020202020204" pitchFamily="34" charset="0"/>
              </a:rPr>
              <a:t>Teal Layouts</a:t>
            </a:r>
          </a:p>
        </p:txBody>
      </p:sp>
      <p:sp>
        <p:nvSpPr>
          <p:cNvPr id="2" name="Guides" hidden="1">
            <a:extLst>
              <a:ext uri="{FF2B5EF4-FFF2-40B4-BE49-F238E27FC236}">
                <a16:creationId xmlns:a16="http://schemas.microsoft.com/office/drawing/2014/main" id="{B732181B-BD1D-7125-854D-9D9F0E3EEB2D}"/>
              </a:ext>
            </a:extLst>
          </p:cNvPr>
          <p:cNvSpPr/>
          <p:nvPr userDrawn="1"/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3" name="hcSlideMaster.Teal LayoutsHeader">
            <a:extLst>
              <a:ext uri="{FF2B5EF4-FFF2-40B4-BE49-F238E27FC236}">
                <a16:creationId xmlns:a16="http://schemas.microsoft.com/office/drawing/2014/main" id="{6F4A2E6C-65BE-BAA5-84C5-84C17E02B5CE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Teal LayoutsFooter">
            <a:extLst>
              <a:ext uri="{FF2B5EF4-FFF2-40B4-BE49-F238E27FC236}">
                <a16:creationId xmlns:a16="http://schemas.microsoft.com/office/drawing/2014/main" id="{3E410DC3-0AA7-956D-659B-F45F9CF28040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898158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4BCAC9E2-3B91-D03D-E257-71C44DE9A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FD4D28-3F23-99C7-5826-27DA74EA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6E1188E-E984-4E55-AB86-D72EB13EC7E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40000"/>
            <a:ext cx="11401200" cy="3638960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52836A7-8121-45C0-A425-8DCB4CAE93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5194801"/>
            <a:ext cx="11401200" cy="612775"/>
          </a:xfrm>
          <a:solidFill>
            <a:srgbClr val="EAE4E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251988" indent="0">
              <a:buNone/>
              <a:defRPr>
                <a:solidFill>
                  <a:schemeClr val="bg1"/>
                </a:solidFill>
              </a:defRPr>
            </a:lvl4pPr>
            <a:lvl5pPr marL="50397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 or remove box if not needed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937603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Header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282ED21-B34C-0113-BE9C-35E197F48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8CD4C3-95A2-C555-A059-CD3205A5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65EA134-2A1E-4A19-82C3-EBCDB13EF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AD23AB9-8D52-4DFD-9DFE-6A6A66F270A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40001"/>
            <a:ext cx="5448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F53A877-4559-47B9-BB57-B229447F63A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492000" y="1440001"/>
            <a:ext cx="5448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0EF5C6F-0D18-4D9A-B5B8-5B0BB34D90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5194801"/>
            <a:ext cx="11401200" cy="612775"/>
          </a:xfrm>
          <a:solidFill>
            <a:srgbClr val="EAE4E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251988" indent="0">
              <a:buNone/>
              <a:defRPr>
                <a:solidFill>
                  <a:schemeClr val="bg1"/>
                </a:solidFill>
              </a:defRPr>
            </a:lvl4pPr>
            <a:lvl5pPr marL="50397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 or remove box if not needed</a:t>
            </a:r>
          </a:p>
        </p:txBody>
      </p:sp>
      <p:sp>
        <p:nvSpPr>
          <p:cNvPr id="4" name="hcSlideMaster.Box Header - Two ContentHeader">
            <a:extLst>
              <a:ext uri="{FF2B5EF4-FFF2-40B4-BE49-F238E27FC236}">
                <a16:creationId xmlns:a16="http://schemas.microsoft.com/office/drawing/2014/main" id="{24E788D6-1C05-043D-AB2F-1C2DC1DE74F0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Box Header - Two ContentFooter">
            <a:extLst>
              <a:ext uri="{FF2B5EF4-FFF2-40B4-BE49-F238E27FC236}">
                <a16:creationId xmlns:a16="http://schemas.microsoft.com/office/drawing/2014/main" id="{92FA6402-B427-D238-B51A-9EBDFE084490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286326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7544">
          <p15:clr>
            <a:srgbClr val="FF96FF"/>
          </p15:clr>
        </p15:guide>
        <p15:guide id="7" pos="8133">
          <p15:clr>
            <a:srgbClr val="FF96FF"/>
          </p15:clr>
        </p15:guide>
        <p15:guide id="8" pos="15041">
          <p15:clr>
            <a:srgbClr val="FF96F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Header -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7A3D1B7-6507-7321-BC1E-A019B03B8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302C5A9-C00B-4D4A-8DAC-2117BB722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46F84C-D763-23C9-73F3-E26951FBE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C987343-9DE6-4668-8788-26718958FFD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40001"/>
            <a:ext cx="3632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ECEA46B3-C3E2-48BC-B273-A46946E76AC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424001" y="1440001"/>
            <a:ext cx="3632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85E7B3E3-A958-48D1-9C8D-C91717E261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308001" y="1440001"/>
            <a:ext cx="3632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2784B894-7D71-492A-82B9-0B2243CF10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000" y="5194801"/>
            <a:ext cx="11412544" cy="612775"/>
          </a:xfrm>
          <a:solidFill>
            <a:srgbClr val="EAE4E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251988" indent="0">
              <a:buNone/>
              <a:defRPr>
                <a:solidFill>
                  <a:schemeClr val="bg1"/>
                </a:solidFill>
              </a:defRPr>
            </a:lvl4pPr>
            <a:lvl5pPr marL="50397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 or remove box if not needed</a:t>
            </a:r>
          </a:p>
        </p:txBody>
      </p:sp>
      <p:sp>
        <p:nvSpPr>
          <p:cNvPr id="5" name="hcSlideMaster.Box Header - Three ContentHeader">
            <a:extLst>
              <a:ext uri="{FF2B5EF4-FFF2-40B4-BE49-F238E27FC236}">
                <a16:creationId xmlns:a16="http://schemas.microsoft.com/office/drawing/2014/main" id="{73473DED-F401-DCB0-5459-B6D73CE744C2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Three ContentFooter">
            <a:extLst>
              <a:ext uri="{FF2B5EF4-FFF2-40B4-BE49-F238E27FC236}">
                <a16:creationId xmlns:a16="http://schemas.microsoft.com/office/drawing/2014/main" id="{EC870F0B-F26A-C74B-D9A5-805AB3A9AE2A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91127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5276">
          <p15:clr>
            <a:srgbClr val="FF96FF"/>
          </p15:clr>
        </p15:guide>
        <p15:guide id="7" pos="5548">
          <p15:clr>
            <a:srgbClr val="FF96FF"/>
          </p15:clr>
        </p15:guide>
        <p15:guide id="8" pos="10173">
          <p15:clr>
            <a:srgbClr val="FF96FF"/>
          </p15:clr>
        </p15:guide>
        <p15:guide id="9" pos="10445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926BFF83-B5D3-E9C2-C671-84FEBDA9B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90B08A-7252-D25C-466E-1B74F53A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hcSlideMaster.Box Header OnlyHeader">
            <a:extLst>
              <a:ext uri="{FF2B5EF4-FFF2-40B4-BE49-F238E27FC236}">
                <a16:creationId xmlns:a16="http://schemas.microsoft.com/office/drawing/2014/main" id="{E60E4C52-7B3D-F3AB-95C7-D68A63CC9031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OnlyFooter">
            <a:extLst>
              <a:ext uri="{FF2B5EF4-FFF2-40B4-BE49-F238E27FC236}">
                <a16:creationId xmlns:a16="http://schemas.microsoft.com/office/drawing/2014/main" id="{E305F46A-A9E5-EE45-EC51-8178000FF760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248169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314">
          <p15:clr>
            <a:srgbClr val="FF96FF"/>
          </p15:clr>
        </p15:guide>
        <p15:guide id="3" pos="680">
          <p15:clr>
            <a:srgbClr val="FF96FF"/>
          </p15:clr>
        </p15:guide>
        <p15:guide id="4" pos="7542">
          <p15:clr>
            <a:srgbClr val="FF96FF"/>
          </p15:clr>
        </p15:guide>
        <p15:guide id="5" pos="8177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Header -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9A29691-6047-C0FE-663F-FA82E1C29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F38AD8-753B-0FAD-2CB9-C78298E6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57" y="440059"/>
            <a:ext cx="6382800" cy="76009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08A6A54-631D-46CD-A50B-36674304582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40001"/>
            <a:ext cx="6380957" cy="3643139"/>
          </a:xfrm>
        </p:spPr>
        <p:txBody>
          <a:bodyPr tIns="0"/>
          <a:lstStyle>
            <a:lvl1pPr>
              <a:defRPr/>
            </a:lvl1pPr>
          </a:lstStyle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5199928-C06E-4CB9-96E5-EF5C80BC1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000" y="5194801"/>
            <a:ext cx="6380956" cy="612775"/>
          </a:xfrm>
          <a:solidFill>
            <a:srgbClr val="EAE4E1"/>
          </a:solidFill>
        </p:spPr>
        <p:txBody>
          <a:bodyPr lIns="108000" rIns="108000" anchor="ctr"/>
          <a:lstStyle>
            <a:lvl1pPr marL="0" marR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 Click to add text or remove box if not needed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E8553614-A425-4A95-AD44-0B0428BC61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320788" y="720000"/>
            <a:ext cx="4618800" cy="52236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hcSlideMaster.Box Header - Content and PictureHeader">
            <a:extLst>
              <a:ext uri="{FF2B5EF4-FFF2-40B4-BE49-F238E27FC236}">
                <a16:creationId xmlns:a16="http://schemas.microsoft.com/office/drawing/2014/main" id="{B6A9A4D0-78DA-32B8-CFE9-04CB2C09814F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Content and PictureFooter">
            <a:extLst>
              <a:ext uri="{FF2B5EF4-FFF2-40B4-BE49-F238E27FC236}">
                <a16:creationId xmlns:a16="http://schemas.microsoft.com/office/drawing/2014/main" id="{880CA164-E2E7-603F-83F8-2AD46E5629F9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682211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7544">
          <p15:clr>
            <a:srgbClr val="FF96FF"/>
          </p15:clr>
        </p15:guide>
        <p15:guide id="7" pos="8177">
          <p15:clr>
            <a:srgbClr val="FF96FF"/>
          </p15:clr>
        </p15:guide>
        <p15:guide id="8" pos="15041">
          <p15:clr>
            <a:srgbClr val="FF96F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Header - Conten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9C266BC-FB3B-909C-1219-A3D8402C4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7319944" y="719138"/>
            <a:ext cx="4619293" cy="5224462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0256D2-3BB7-08A8-18D7-BCC2F56A5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58" y="440059"/>
            <a:ext cx="6382800" cy="76009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8B7E06AF-9D53-4DB7-8A04-2EAEB75589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319945" y="719139"/>
            <a:ext cx="4619293" cy="2585231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F75C54D-2D3D-4848-9E01-6E68A2C42B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319945" y="3358370"/>
            <a:ext cx="4619293" cy="2585231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F440FA0-69B2-4AE3-A704-4EB1E9E94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001" y="5194801"/>
            <a:ext cx="6384675" cy="612775"/>
          </a:xfrm>
          <a:solidFill>
            <a:srgbClr val="EAE4E1"/>
          </a:solidFill>
        </p:spPr>
        <p:txBody>
          <a:bodyPr lIns="108000" rIns="108000" anchor="ctr"/>
          <a:lstStyle>
            <a:lvl1pPr marL="0" marR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 Click to add text or remove box if not needed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7BAD2C18-3A05-4876-88C4-6928EAEE841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8157" y="1440000"/>
            <a:ext cx="6382800" cy="3643200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A30832A7-A53F-CBEC-49D4-485CBBDAD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5943600"/>
            <a:ext cx="10331019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5" name="hcSlideMaster.Box Header - Content and two PicturesHeader">
            <a:extLst>
              <a:ext uri="{FF2B5EF4-FFF2-40B4-BE49-F238E27FC236}">
                <a16:creationId xmlns:a16="http://schemas.microsoft.com/office/drawing/2014/main" id="{DB941E3A-3D06-2800-D373-1E5E7DDA7431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Content and two PicturesFooter">
            <a:extLst>
              <a:ext uri="{FF2B5EF4-FFF2-40B4-BE49-F238E27FC236}">
                <a16:creationId xmlns:a16="http://schemas.microsoft.com/office/drawing/2014/main" id="{1BB8797F-1B6C-FE97-989D-9E455512B915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430767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6" orient="horz" pos="7314">
          <p15:clr>
            <a:srgbClr val="FF96FF"/>
          </p15:clr>
        </p15:guide>
        <p15:guide id="7" pos="650">
          <p15:clr>
            <a:srgbClr val="FF96FF"/>
          </p15:clr>
        </p15:guide>
        <p15:guide id="8" pos="8723">
          <p15:clr>
            <a:srgbClr val="FF96FF"/>
          </p15:clr>
        </p15:guide>
        <p15:guide id="9" pos="9175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Header - Multi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258E2E9C-C45A-CACB-60E4-33160F8A0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8DF073-D9C5-BC7B-474F-DA72077B6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9455" y="712071"/>
            <a:ext cx="5831746" cy="5231530"/>
          </a:xfrm>
          <a:prstGeom prst="rect">
            <a:avLst/>
          </a:prstGeom>
          <a:gradFill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3BF920-59FA-A349-193F-FCE77CCE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439200"/>
            <a:ext cx="5291998" cy="759600"/>
          </a:xfrm>
          <a:noFill/>
        </p:spPr>
        <p:txBody>
          <a:bodyPr wrap="square" lIns="0" tIns="0" rIns="180000" b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08A6A54-631D-46CD-A50B-36674304582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749" y="1439864"/>
            <a:ext cx="5292000" cy="3650400"/>
          </a:xfrm>
        </p:spPr>
        <p:txBody>
          <a:bodyPr tIns="0" rIns="10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8F9A1D-A980-263A-2125-F86E478D5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001" y="5194801"/>
            <a:ext cx="5291748" cy="612775"/>
          </a:xfrm>
          <a:solidFill>
            <a:srgbClr val="EAE4E1"/>
          </a:solidFill>
        </p:spPr>
        <p:txBody>
          <a:bodyPr lIns="108000" rIns="108000" anchor="ctr"/>
          <a:lstStyle>
            <a:lvl1pPr marL="0" marR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 Click to add text or remove box if not needed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E8553614-A425-4A95-AD44-0B0428BC61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07842" y="714504"/>
            <a:ext cx="2887200" cy="25812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6533F2DF-9B2C-863B-B113-6CCE6BB337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50715" y="714504"/>
            <a:ext cx="2887200" cy="25812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1EDAA6B2-B0A6-D259-8A69-E4CC5285E8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07842" y="3359598"/>
            <a:ext cx="5831746" cy="25812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A84FF49-EBAD-E55D-FFC4-0FD79EA2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3FC0C2">
                  <a:alpha val="50000"/>
                </a:srgbClr>
              </a:gs>
              <a:gs pos="100000">
                <a:srgbClr val="086E78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4" name="hcSlideMaster.Box Header - Multi PictureHeader">
            <a:extLst>
              <a:ext uri="{FF2B5EF4-FFF2-40B4-BE49-F238E27FC236}">
                <a16:creationId xmlns:a16="http://schemas.microsoft.com/office/drawing/2014/main" id="{68AC5178-773E-74F3-67ED-A19B1D25E8D5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9" name="fcSlideMaster.Box Header - Multi PictureFooter">
            <a:extLst>
              <a:ext uri="{FF2B5EF4-FFF2-40B4-BE49-F238E27FC236}">
                <a16:creationId xmlns:a16="http://schemas.microsoft.com/office/drawing/2014/main" id="{2891B008-A45F-B832-8DEA-83FE3022893B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316575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314">
          <p15:clr>
            <a:srgbClr val="FF96FF"/>
          </p15:clr>
        </p15:guide>
        <p15:guide id="3" pos="680">
          <p15:clr>
            <a:srgbClr val="FF96FF"/>
          </p15:clr>
        </p15:guide>
        <p15:guide id="4" pos="7362">
          <p15:clr>
            <a:srgbClr val="FF96FF"/>
          </p15:clr>
        </p15:guide>
        <p15:guide id="5" pos="7680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Header - 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E8553614-A425-4A95-AD44-0B0428BC61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" y="727202"/>
            <a:ext cx="5986462" cy="5216398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3BF920-59FA-A349-193F-FCE77CCE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39" y="4438472"/>
            <a:ext cx="4680000" cy="1505129"/>
          </a:xfrm>
          <a:gradFill>
            <a:gsLst>
              <a:gs pos="0">
                <a:srgbClr val="086E78">
                  <a:alpha val="90000"/>
                </a:srgbClr>
              </a:gs>
              <a:gs pos="100000">
                <a:srgbClr val="3FC0C2">
                  <a:alpha val="95000"/>
                </a:srgbClr>
              </a:gs>
            </a:gsLst>
            <a:lin ang="0" scaled="0"/>
          </a:gradFill>
        </p:spPr>
        <p:txBody>
          <a:bodyPr lIns="288000" tIns="360000" rIns="288000" bIns="36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A84FF49-EBAD-E55D-FFC4-0FD79EA2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26108E1-3639-4FD5-6305-B0CB9C67C0CE}"/>
              </a:ext>
            </a:extLst>
          </p:cNvPr>
          <p:cNvSpPr>
            <a:spLocks noGrp="1"/>
          </p:cNvSpPr>
          <p:nvPr>
            <p:ph type="subTitle" sz="quarter" idx="21"/>
            <p:custDataLst>
              <p:tags r:id="rId1"/>
            </p:custDataLst>
          </p:nvPr>
        </p:nvSpPr>
        <p:spPr>
          <a:xfrm>
            <a:off x="6491288" y="727203"/>
            <a:ext cx="5448300" cy="71266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800"/>
            </a:lvl1pPr>
            <a:lvl2pPr marL="457177" indent="0" algn="ctr">
              <a:buNone/>
            </a:lvl2pPr>
            <a:lvl3pPr marL="914355" indent="0" algn="ctr">
              <a:buNone/>
            </a:lvl3pPr>
            <a:lvl4pPr marL="1371532" indent="0" algn="ctr">
              <a:buNone/>
            </a:lvl4pPr>
            <a:lvl5pPr marL="1828709" indent="0" algn="ctr">
              <a:buNone/>
            </a:lvl5pPr>
            <a:lvl6pPr marL="2285886" indent="0" algn="ctr">
              <a:buNone/>
            </a:lvl6pPr>
            <a:lvl7pPr marL="2743063" indent="0" algn="ctr">
              <a:buNone/>
            </a:lvl7pPr>
            <a:lvl8pPr marL="3200240" indent="0" algn="ctr">
              <a:buNone/>
            </a:lvl8pPr>
            <a:lvl9pPr marL="3657417" indent="0" algn="ctr">
              <a:buNone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08A6A54-631D-46CD-A50B-36674304582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91588" y="1439999"/>
            <a:ext cx="5448000" cy="4255915"/>
          </a:xfrm>
        </p:spPr>
        <p:txBody>
          <a:bodyPr tIns="0"/>
          <a:lstStyle>
            <a:lvl1pPr>
              <a:defRPr/>
            </a:lvl1pPr>
          </a:lstStyle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hcSlideMaster.Box Header - Content and Picture 2Header">
            <a:extLst>
              <a:ext uri="{FF2B5EF4-FFF2-40B4-BE49-F238E27FC236}">
                <a16:creationId xmlns:a16="http://schemas.microsoft.com/office/drawing/2014/main" id="{FF256E87-B2C9-8E55-7577-17F43B668B53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4" name="fcSlideMaster.Box Header - Content and Picture 2Footer">
            <a:extLst>
              <a:ext uri="{FF2B5EF4-FFF2-40B4-BE49-F238E27FC236}">
                <a16:creationId xmlns:a16="http://schemas.microsoft.com/office/drawing/2014/main" id="{2AFA5601-8B04-FDC4-F577-FED2C8BB0909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616427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178">
          <p15:clr>
            <a:srgbClr val="FF96FF"/>
          </p15:clr>
        </p15:guide>
        <p15:guide id="3" pos="680">
          <p15:clr>
            <a:srgbClr val="FF96FF"/>
          </p15:clr>
        </p15:guide>
        <p15:guide id="4" pos="7542">
          <p15:clr>
            <a:srgbClr val="FF96FF"/>
          </p15:clr>
        </p15:guide>
        <p15:guide id="5" pos="8177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91912C8B-BC79-3320-995E-A1D8508D6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98FB7C0-AB81-400B-93D2-786E05B9E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719139"/>
            <a:ext cx="12192000" cy="5224462"/>
          </a:xfrm>
          <a:solidFill>
            <a:schemeClr val="bg2"/>
          </a:solidFill>
        </p:spPr>
        <p:txBody>
          <a:bodyPr tIns="0" bIns="936000" anchor="ctr" anchorCtr="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hcSlideMaster.Box Image OnlyHeader">
            <a:extLst>
              <a:ext uri="{FF2B5EF4-FFF2-40B4-BE49-F238E27FC236}">
                <a16:creationId xmlns:a16="http://schemas.microsoft.com/office/drawing/2014/main" id="{60E019DD-1A73-DF52-49E7-C9C2E2F3D20A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Box Image OnlyFooter">
            <a:extLst>
              <a:ext uri="{FF2B5EF4-FFF2-40B4-BE49-F238E27FC236}">
                <a16:creationId xmlns:a16="http://schemas.microsoft.com/office/drawing/2014/main" id="{1B57C492-31F3-0079-5CAD-2813FF940E92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43500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6">
          <p15:clr>
            <a:srgbClr val="717275"/>
          </p15:clr>
        </p15:guide>
        <p15:guide id="3" orient="horz" pos="2040">
          <p15:clr>
            <a:srgbClr val="FF96FF"/>
          </p15:clr>
        </p15:guide>
        <p15:guide id="4" orient="horz" pos="7496">
          <p15:clr>
            <a:srgbClr val="FF96FF"/>
          </p15:clr>
        </p15:guide>
        <p15:guide id="5" pos="952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Header - 3 Box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9960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AB38AC-2499-F8DC-D570-EE19FB44B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F2F7E28-90F6-4888-B5D9-D6C518BB3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163AF3FA-CD37-4BFB-9ED5-125E82D0BD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1594" y="1439863"/>
            <a:ext cx="371640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8F8E66-6C94-40A7-B10D-9D506696DD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52062"/>
            <a:ext cx="3716400" cy="18154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0F8FB04-B864-45A7-A035-AA7CEF2DEC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0" y="3993958"/>
            <a:ext cx="37164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A7FDABBB-D50A-4291-8058-4752636BF0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402" y="1439863"/>
            <a:ext cx="371640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58B06C-F48C-4D2F-85C7-A928E65B98A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82401" y="2052062"/>
            <a:ext cx="3716400" cy="18154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386E4943-BA3E-4AF0-8D58-839214D5CB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2401" y="3993958"/>
            <a:ext cx="37164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D7493B8C-0356-4EC0-9E5C-92AE4FD36D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24803" y="1439863"/>
            <a:ext cx="3716400" cy="504000"/>
          </a:xfrm>
          <a:solidFill>
            <a:schemeClr val="accent1"/>
          </a:solidFill>
        </p:spPr>
        <p:txBody>
          <a:bodyPr lIns="72000" tIns="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32D53481-49C8-433F-AC61-3FB3864EFD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224803" y="2052062"/>
            <a:ext cx="3716400" cy="18154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5971B98D-6A61-421C-AA7E-C08E9D8D81F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4000" y="3993958"/>
            <a:ext cx="37164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DC14AD8-BF92-0F13-4E80-92039A333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1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2" name="hcSlideMaster.Box Header - 3 Boxed title and ContentHeader">
            <a:extLst>
              <a:ext uri="{FF2B5EF4-FFF2-40B4-BE49-F238E27FC236}">
                <a16:creationId xmlns:a16="http://schemas.microsoft.com/office/drawing/2014/main" id="{76C07760-48E8-5040-F188-C5FA79C9BCD2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Box Header - 3 Boxed title and ContentFooter">
            <a:extLst>
              <a:ext uri="{FF2B5EF4-FFF2-40B4-BE49-F238E27FC236}">
                <a16:creationId xmlns:a16="http://schemas.microsoft.com/office/drawing/2014/main" id="{0D701CE7-0C82-141F-43B4-ABB2FD8C466B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886807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496">
          <p15:clr>
            <a:srgbClr val="FF96FF"/>
          </p15:clr>
        </p15:guide>
        <p15:guide id="5" pos="650">
          <p15:clr>
            <a:srgbClr val="FF96FF"/>
          </p15:clr>
        </p15:guide>
        <p15:guide id="6" pos="5366">
          <p15:clr>
            <a:srgbClr val="FF96FF"/>
          </p15:clr>
        </p15:guide>
        <p15:guide id="7" pos="5502">
          <p15:clr>
            <a:srgbClr val="FF96FF"/>
          </p15:clr>
        </p15:guide>
        <p15:guide id="8" pos="10219">
          <p15:clr>
            <a:srgbClr val="FF96FF"/>
          </p15:clr>
        </p15:guide>
        <p15:guide id="9" pos="10355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Header - 4 Box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4">
            <a:extLst>
              <a:ext uri="{FF2B5EF4-FFF2-40B4-BE49-F238E27FC236}">
                <a16:creationId xmlns:a16="http://schemas.microsoft.com/office/drawing/2014/main" id="{691BEFAB-A0F1-BA7D-9068-9ABC0A07B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E89A74-8F99-B479-B9A0-EF480A4B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163AF3FA-CD37-4BFB-9ED5-125E82D0BD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1594" y="1439863"/>
            <a:ext cx="275580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8F8E66-6C94-40A7-B10D-9D506696DD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1" y="2052062"/>
            <a:ext cx="2755800" cy="18088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0F8FB04-B864-45A7-A035-AA7CEF2DEC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1" y="3987390"/>
            <a:ext cx="2755800" cy="1956211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A7FDABBB-D50A-4291-8058-4752636BF0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1802" y="1439863"/>
            <a:ext cx="275580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58B06C-F48C-4D2F-85C7-A928E65B98A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1802" y="2052062"/>
            <a:ext cx="2755800" cy="18088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386E4943-BA3E-4AF0-8D58-839214D5CB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21802" y="3987390"/>
            <a:ext cx="2755800" cy="1956211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D7493B8C-0356-4EC0-9E5C-92AE4FD36D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602" y="1439863"/>
            <a:ext cx="2755800" cy="504000"/>
          </a:xfrm>
          <a:solidFill>
            <a:schemeClr val="accent1"/>
          </a:solidFill>
        </p:spPr>
        <p:txBody>
          <a:bodyPr lIns="72000" tIns="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32D53481-49C8-433F-AC61-3FB3864EFD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03602" y="2052062"/>
            <a:ext cx="2755800" cy="18088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5971B98D-6A61-421C-AA7E-C08E9D8D81F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03602" y="3987390"/>
            <a:ext cx="2755800" cy="1956211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CB4D888-29A1-F878-DD9F-9E9523580AF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5402" y="1439863"/>
            <a:ext cx="2755800" cy="504000"/>
          </a:xfrm>
          <a:solidFill>
            <a:schemeClr val="accent1"/>
          </a:solidFill>
        </p:spPr>
        <p:txBody>
          <a:bodyPr lIns="72000" tIns="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40">
            <a:extLst>
              <a:ext uri="{FF2B5EF4-FFF2-40B4-BE49-F238E27FC236}">
                <a16:creationId xmlns:a16="http://schemas.microsoft.com/office/drawing/2014/main" id="{C036219B-5C0E-644D-9D0E-3DA38BD6E2E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185402" y="2052062"/>
            <a:ext cx="2755800" cy="18088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Picture Placeholder 42">
            <a:extLst>
              <a:ext uri="{FF2B5EF4-FFF2-40B4-BE49-F238E27FC236}">
                <a16:creationId xmlns:a16="http://schemas.microsoft.com/office/drawing/2014/main" id="{7BB8C5C0-FFE6-2358-D82E-3CC4E75767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85402" y="3987390"/>
            <a:ext cx="2755800" cy="1956211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6725062-E4B0-314C-A8B0-F98C9698A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1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4" name="hcSlideMaster.Box Header - 4 Boxed title and ContentHeader">
            <a:extLst>
              <a:ext uri="{FF2B5EF4-FFF2-40B4-BE49-F238E27FC236}">
                <a16:creationId xmlns:a16="http://schemas.microsoft.com/office/drawing/2014/main" id="{D5431E30-F301-A2D6-8F80-3081F7BEE0DE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2" name="fcSlideMaster.Box Header - 4 Boxed title and ContentFooter">
            <a:extLst>
              <a:ext uri="{FF2B5EF4-FFF2-40B4-BE49-F238E27FC236}">
                <a16:creationId xmlns:a16="http://schemas.microsoft.com/office/drawing/2014/main" id="{BDF47581-BB50-A0A6-1CE9-32C91A7D373E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499160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496">
          <p15:clr>
            <a:srgbClr val="FF96FF"/>
          </p15:clr>
        </p15:guide>
        <p15:guide id="3" pos="680">
          <p15:clr>
            <a:srgbClr val="FF96FF"/>
          </p15:clr>
        </p15:guide>
        <p15:guide id="4" pos="4150">
          <p15:clr>
            <a:srgbClr val="FF96FF"/>
          </p15:clr>
        </p15:guide>
        <p15:guide id="5" pos="4310">
          <p15:clr>
            <a:srgbClr val="FF96FF"/>
          </p15:clr>
        </p15:guide>
        <p15:guide id="6" pos="7781">
          <p15:clr>
            <a:srgbClr val="FF96FF"/>
          </p15:clr>
        </p15:guide>
        <p15:guide id="7" pos="7939">
          <p15:clr>
            <a:srgbClr val="FF96FF"/>
          </p15:clr>
        </p15:guide>
        <p15:guide id="8" pos="11411">
          <p15:clr>
            <a:srgbClr val="FF96FF"/>
          </p15:clr>
        </p15:guide>
        <p15:guide id="9" pos="11569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Header - 5 Box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8CD348-EF5A-8083-5F4D-9D811074E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CBDB3ED-260A-444B-94C5-54437DFC5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3751D8A-7F22-43FB-9265-B515EC79A4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1" y="1439863"/>
            <a:ext cx="217944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4D1464-24B8-4CF3-88F1-41DCA29FDF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1140" y="2052061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00E0D18-219C-4225-A990-84EB6045F9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251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F83073C-C10F-4032-A81F-6B701EDCCF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5441" y="1439863"/>
            <a:ext cx="217944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4D61A30-6B4B-4757-A826-7C179B81ADE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846831" y="2052061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C4225E5-3171-42C6-A80F-7AC7599FC1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45691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158B6D9-3B26-4DB7-83C8-3900F9957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0881" y="1439863"/>
            <a:ext cx="217944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C7A30BC-39C6-447A-84E3-209169D670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152271" y="2052061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1D0CBF-5A3C-4D3F-A148-70393C713FD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51131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DF9630D0-6DF3-4302-8F1F-AC29A02D02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56321" y="1439863"/>
            <a:ext cx="2179440" cy="504000"/>
          </a:xfrm>
          <a:solidFill>
            <a:schemeClr val="accent1"/>
          </a:solidFill>
        </p:spPr>
        <p:txBody>
          <a:bodyPr lIns="72000" tIns="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6EBC63A6-10D8-4CEC-80D2-40C32B44D6A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456571" y="2052061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4E6DF0B-B020-4DC3-A3E4-388A771958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56571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0D0C539-FE82-45F2-ADE5-03FD735462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1762" y="1439863"/>
            <a:ext cx="217944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281A0A00-A3DD-4D83-BFFD-52096D211464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761762" y="2052062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4A3E8C3E-64C8-40F2-92EE-38E33E0803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761762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FE55C2E9-CD52-3F95-5A58-C17849B19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1" cy="247686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2" name="hcSlideMaster.Box Header - 5 Boxed title and ContentHeader">
            <a:extLst>
              <a:ext uri="{FF2B5EF4-FFF2-40B4-BE49-F238E27FC236}">
                <a16:creationId xmlns:a16="http://schemas.microsoft.com/office/drawing/2014/main" id="{F904B849-69E7-62C0-5A01-268DE0441F64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Box Header - 5 Boxed title and ContentFooter">
            <a:extLst>
              <a:ext uri="{FF2B5EF4-FFF2-40B4-BE49-F238E27FC236}">
                <a16:creationId xmlns:a16="http://schemas.microsoft.com/office/drawing/2014/main" id="{B4EB149E-7905-0B8E-DB83-4210B39C4F88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321996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496">
          <p15:clr>
            <a:srgbClr val="FF96FF"/>
          </p15:clr>
        </p15:guide>
        <p15:guide id="5" pos="650">
          <p15:clr>
            <a:srgbClr val="FF96FF"/>
          </p15:clr>
        </p15:guide>
        <p15:guide id="6" pos="3416">
          <p15:clr>
            <a:srgbClr val="FF96FF"/>
          </p15:clr>
        </p15:guide>
        <p15:guide id="7" pos="3552">
          <p15:clr>
            <a:srgbClr val="FF96FF"/>
          </p15:clr>
        </p15:guide>
        <p15:guide id="8" pos="6364">
          <p15:clr>
            <a:srgbClr val="FF96FF"/>
          </p15:clr>
        </p15:guide>
        <p15:guide id="9" pos="6456">
          <p15:clr>
            <a:srgbClr val="FF96FF"/>
          </p15:clr>
        </p15:guide>
        <p15:guide id="10" pos="9267">
          <p15:clr>
            <a:srgbClr val="FF96FF"/>
          </p15:clr>
        </p15:guide>
        <p15:guide id="11" pos="9357">
          <p15:clr>
            <a:srgbClr val="FF96FF"/>
          </p15:clr>
        </p15:guide>
        <p15:guide id="12" pos="12169">
          <p15:clr>
            <a:srgbClr val="FF96FF"/>
          </p15:clr>
        </p15:guide>
        <p15:guide id="13" pos="12261">
          <p15:clr>
            <a:srgbClr val="FF96FF"/>
          </p15:clr>
        </p15:guide>
        <p15:guide id="14" pos="15041">
          <p15:clr>
            <a:srgbClr val="FF96FF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Header - Large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98FB7C0-AB81-400B-93D2-786E05B9E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719139"/>
            <a:ext cx="12192000" cy="5224462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58EDF3-C4C2-CE90-5640-592530609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636392"/>
            <a:ext cx="4939200" cy="1307209"/>
          </a:xfrm>
          <a:gradFill>
            <a:gsLst>
              <a:gs pos="0">
                <a:srgbClr val="086E78">
                  <a:alpha val="90000"/>
                </a:srgbClr>
              </a:gs>
              <a:gs pos="100000">
                <a:srgbClr val="3FC0C2">
                  <a:alpha val="95000"/>
                </a:srgbClr>
              </a:gs>
            </a:gsLst>
            <a:lin ang="0" scaled="0"/>
          </a:gradFill>
        </p:spPr>
        <p:txBody>
          <a:bodyPr lIns="288000" tIns="360000" rIns="288000" anchor="t" anchorCtr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3AE8FAAE-9D1A-F0E8-4364-282480228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3FC0C2"/>
              </a:gs>
              <a:gs pos="100000">
                <a:srgbClr val="086E78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4" name="hcSlideMaster.Box Header - Large Picture Header">
            <a:extLst>
              <a:ext uri="{FF2B5EF4-FFF2-40B4-BE49-F238E27FC236}">
                <a16:creationId xmlns:a16="http://schemas.microsoft.com/office/drawing/2014/main" id="{F5F3D172-DB9A-E6C2-5C88-CAF5BC96A14D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Large Picture Footer">
            <a:extLst>
              <a:ext uri="{FF2B5EF4-FFF2-40B4-BE49-F238E27FC236}">
                <a16:creationId xmlns:a16="http://schemas.microsoft.com/office/drawing/2014/main" id="{33A78B4F-4F00-B5E0-10F7-C340C2971292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613387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al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5969DE-7EF3-652A-53FB-EA9BD0ECC10F}"/>
              </a:ext>
            </a:extLst>
          </p:cNvPr>
          <p:cNvSpPr txBox="1"/>
          <p:nvPr userDrawn="1"/>
        </p:nvSpPr>
        <p:spPr>
          <a:xfrm>
            <a:off x="395285" y="3048954"/>
            <a:ext cx="11401431" cy="7600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8000" b="0" dirty="0">
                <a:latin typeface="Aptos" panose="020B0004020202020204" pitchFamily="34" charset="0"/>
              </a:rPr>
              <a:t>Orange Layouts</a:t>
            </a:r>
          </a:p>
        </p:txBody>
      </p:sp>
      <p:sp>
        <p:nvSpPr>
          <p:cNvPr id="2" name="Guides" hidden="1">
            <a:extLst>
              <a:ext uri="{FF2B5EF4-FFF2-40B4-BE49-F238E27FC236}">
                <a16:creationId xmlns:a16="http://schemas.microsoft.com/office/drawing/2014/main" id="{B732181B-BD1D-7125-854D-9D9F0E3EEB2D}"/>
              </a:ext>
            </a:extLst>
          </p:cNvPr>
          <p:cNvSpPr/>
          <p:nvPr userDrawn="1"/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3" name="hcSlideMaster.Teal LayoutsHeader">
            <a:extLst>
              <a:ext uri="{FF2B5EF4-FFF2-40B4-BE49-F238E27FC236}">
                <a16:creationId xmlns:a16="http://schemas.microsoft.com/office/drawing/2014/main" id="{6F4A2E6C-65BE-BAA5-84C5-84C17E02B5CE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Teal LayoutsFooter">
            <a:extLst>
              <a:ext uri="{FF2B5EF4-FFF2-40B4-BE49-F238E27FC236}">
                <a16:creationId xmlns:a16="http://schemas.microsoft.com/office/drawing/2014/main" id="{3E410DC3-0AA7-956D-659B-F45F9CF28040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606999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Header -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FD4D28-3F23-99C7-5826-27DA74EA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BFAEE-0D6B-484D-A136-FAE371DF9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6E1188E-E984-4E55-AB86-D72EB13EC7E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40000"/>
            <a:ext cx="11401200" cy="3638960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52836A7-8121-45C0-A425-8DCB4CAE93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5194801"/>
            <a:ext cx="11401200" cy="612775"/>
          </a:xfrm>
          <a:solidFill>
            <a:srgbClr val="EAE4E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251988" indent="0">
              <a:buNone/>
              <a:defRPr>
                <a:solidFill>
                  <a:schemeClr val="bg1"/>
                </a:solidFill>
              </a:defRPr>
            </a:lvl4pPr>
            <a:lvl5pPr marL="50397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 or remove box if not needed</a:t>
            </a:r>
          </a:p>
        </p:txBody>
      </p:sp>
      <p:sp>
        <p:nvSpPr>
          <p:cNvPr id="5" name="hcSlideMaster.Box Header - One ContentHeader">
            <a:extLst>
              <a:ext uri="{FF2B5EF4-FFF2-40B4-BE49-F238E27FC236}">
                <a16:creationId xmlns:a16="http://schemas.microsoft.com/office/drawing/2014/main" id="{360AC27A-647D-B10B-F8CC-3A8F1F2A61F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One ContentFooter">
            <a:extLst>
              <a:ext uri="{FF2B5EF4-FFF2-40B4-BE49-F238E27FC236}">
                <a16:creationId xmlns:a16="http://schemas.microsoft.com/office/drawing/2014/main" id="{B02C3BD9-2DA4-5953-5A94-355D53DD8574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50CF11F-09B7-A1DA-48C0-3C1CCECF9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2" cy="247686"/>
          </a:xfrm>
          <a:prstGeom prst="rect">
            <a:avLst/>
          </a:prstGeom>
          <a:gradFill flip="none" rotWithShape="1">
            <a:gsLst>
              <a:gs pos="0">
                <a:srgbClr val="FC4C02"/>
              </a:gs>
              <a:gs pos="99000">
                <a:srgbClr val="FFCC00"/>
              </a:gs>
              <a:gs pos="63000">
                <a:srgbClr val="FF6E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124500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27">
          <p15:clr>
            <a:srgbClr val="FF96FF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Header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8CD4C3-95A2-C555-A059-CD3205A5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65EA134-2A1E-4A19-82C3-EBCDB13EF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AD23AB9-8D52-4DFD-9DFE-6A6A66F270A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40001"/>
            <a:ext cx="5448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F53A877-4559-47B9-BB57-B229447F63A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492000" y="1440001"/>
            <a:ext cx="5448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0EF5C6F-0D18-4D9A-B5B8-5B0BB34D90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5194801"/>
            <a:ext cx="11401200" cy="612775"/>
          </a:xfrm>
          <a:solidFill>
            <a:srgbClr val="EAE4E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251988" indent="0">
              <a:buNone/>
              <a:defRPr>
                <a:solidFill>
                  <a:schemeClr val="bg1"/>
                </a:solidFill>
              </a:defRPr>
            </a:lvl4pPr>
            <a:lvl5pPr marL="50397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 or remove box if not needed</a:t>
            </a:r>
          </a:p>
        </p:txBody>
      </p:sp>
      <p:sp>
        <p:nvSpPr>
          <p:cNvPr id="4" name="hcSlideMaster.Box Header - Two ContentHeader">
            <a:extLst>
              <a:ext uri="{FF2B5EF4-FFF2-40B4-BE49-F238E27FC236}">
                <a16:creationId xmlns:a16="http://schemas.microsoft.com/office/drawing/2014/main" id="{24E788D6-1C05-043D-AB2F-1C2DC1DE74F0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Box Header - Two ContentFooter">
            <a:extLst>
              <a:ext uri="{FF2B5EF4-FFF2-40B4-BE49-F238E27FC236}">
                <a16:creationId xmlns:a16="http://schemas.microsoft.com/office/drawing/2014/main" id="{92FA6402-B427-D238-B51A-9EBDFE084490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E65F061C-1D67-119C-49EB-821A33903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2" cy="247686"/>
          </a:xfrm>
          <a:prstGeom prst="rect">
            <a:avLst/>
          </a:prstGeom>
          <a:gradFill flip="none" rotWithShape="1">
            <a:gsLst>
              <a:gs pos="0">
                <a:srgbClr val="FC4C02"/>
              </a:gs>
              <a:gs pos="99000">
                <a:srgbClr val="FFCC00"/>
              </a:gs>
              <a:gs pos="63000">
                <a:srgbClr val="FF6E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978839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7544">
          <p15:clr>
            <a:srgbClr val="FF96FF"/>
          </p15:clr>
        </p15:guide>
        <p15:guide id="7" pos="8133">
          <p15:clr>
            <a:srgbClr val="FF96FF"/>
          </p15:clr>
        </p15:guide>
        <p15:guide id="8" pos="15041">
          <p15:clr>
            <a:srgbClr val="FF96F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Header -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302C5A9-C00B-4D4A-8DAC-2117BB722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46F84C-D763-23C9-73F3-E26951FBE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C987343-9DE6-4668-8788-26718958FFD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40001"/>
            <a:ext cx="3632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ECEA46B3-C3E2-48BC-B273-A46946E76AC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424001" y="1440001"/>
            <a:ext cx="3632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85E7B3E3-A958-48D1-9C8D-C91717E261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308001" y="1440001"/>
            <a:ext cx="3632000" cy="3638961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2784B894-7D71-492A-82B9-0B2243CF10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000" y="5194801"/>
            <a:ext cx="11412544" cy="612775"/>
          </a:xfrm>
          <a:solidFill>
            <a:srgbClr val="EAE4E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251988" indent="0">
              <a:buNone/>
              <a:defRPr>
                <a:solidFill>
                  <a:schemeClr val="bg1"/>
                </a:solidFill>
              </a:defRPr>
            </a:lvl4pPr>
            <a:lvl5pPr marL="50397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 or remove box if not needed</a:t>
            </a:r>
          </a:p>
        </p:txBody>
      </p:sp>
      <p:sp>
        <p:nvSpPr>
          <p:cNvPr id="5" name="hcSlideMaster.Box Header - Three ContentHeader">
            <a:extLst>
              <a:ext uri="{FF2B5EF4-FFF2-40B4-BE49-F238E27FC236}">
                <a16:creationId xmlns:a16="http://schemas.microsoft.com/office/drawing/2014/main" id="{73473DED-F401-DCB0-5459-B6D73CE744C2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Three ContentFooter">
            <a:extLst>
              <a:ext uri="{FF2B5EF4-FFF2-40B4-BE49-F238E27FC236}">
                <a16:creationId xmlns:a16="http://schemas.microsoft.com/office/drawing/2014/main" id="{EC870F0B-F26A-C74B-D9A5-805AB3A9AE2A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DEF87F-BD74-7115-D513-04A5FF2B1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2" cy="247686"/>
          </a:xfrm>
          <a:prstGeom prst="rect">
            <a:avLst/>
          </a:prstGeom>
          <a:gradFill flip="none" rotWithShape="1">
            <a:gsLst>
              <a:gs pos="0">
                <a:srgbClr val="FC4C02"/>
              </a:gs>
              <a:gs pos="99000">
                <a:srgbClr val="FFCC00"/>
              </a:gs>
              <a:gs pos="63000">
                <a:srgbClr val="FF6E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5276">
          <p15:clr>
            <a:srgbClr val="FF96FF"/>
          </p15:clr>
        </p15:guide>
        <p15:guide id="7" pos="5548">
          <p15:clr>
            <a:srgbClr val="FF96FF"/>
          </p15:clr>
        </p15:guide>
        <p15:guide id="8" pos="10173">
          <p15:clr>
            <a:srgbClr val="FF96FF"/>
          </p15:clr>
        </p15:guide>
        <p15:guide id="9" pos="10445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90B08A-7252-D25C-466E-1B74F53A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hcSlideMaster.Box Header OnlyHeader">
            <a:extLst>
              <a:ext uri="{FF2B5EF4-FFF2-40B4-BE49-F238E27FC236}">
                <a16:creationId xmlns:a16="http://schemas.microsoft.com/office/drawing/2014/main" id="{E60E4C52-7B3D-F3AB-95C7-D68A63CC9031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OnlyFooter">
            <a:extLst>
              <a:ext uri="{FF2B5EF4-FFF2-40B4-BE49-F238E27FC236}">
                <a16:creationId xmlns:a16="http://schemas.microsoft.com/office/drawing/2014/main" id="{E305F46A-A9E5-EE45-EC51-8178000FF760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12AFB8A-3DA6-1B51-70D3-8BE5D8340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2" cy="247686"/>
          </a:xfrm>
          <a:prstGeom prst="rect">
            <a:avLst/>
          </a:prstGeom>
          <a:gradFill flip="none" rotWithShape="1">
            <a:gsLst>
              <a:gs pos="0">
                <a:srgbClr val="FC4C02"/>
              </a:gs>
              <a:gs pos="99000">
                <a:srgbClr val="FFCC00"/>
              </a:gs>
              <a:gs pos="63000">
                <a:srgbClr val="FF6E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453287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314">
          <p15:clr>
            <a:srgbClr val="FF96FF"/>
          </p15:clr>
        </p15:guide>
        <p15:guide id="3" pos="680">
          <p15:clr>
            <a:srgbClr val="FF96FF"/>
          </p15:clr>
        </p15:guide>
        <p15:guide id="4" pos="7542">
          <p15:clr>
            <a:srgbClr val="FF96FF"/>
          </p15:clr>
        </p15:guide>
        <p15:guide id="5" pos="8177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Header -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F38AD8-753B-0FAD-2CB9-C78298E6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57" y="440059"/>
            <a:ext cx="6382800" cy="76009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08A6A54-631D-46CD-A50B-36674304582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40001"/>
            <a:ext cx="6380957" cy="3643139"/>
          </a:xfrm>
        </p:spPr>
        <p:txBody>
          <a:bodyPr tIns="0"/>
          <a:lstStyle>
            <a:lvl1pPr>
              <a:defRPr/>
            </a:lvl1pPr>
          </a:lstStyle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5199928-C06E-4CB9-96E5-EF5C80BC1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000" y="5194801"/>
            <a:ext cx="6380956" cy="612775"/>
          </a:xfrm>
          <a:solidFill>
            <a:srgbClr val="EAE4E1"/>
          </a:solidFill>
        </p:spPr>
        <p:txBody>
          <a:bodyPr lIns="108000" rIns="108000" anchor="ctr"/>
          <a:lstStyle>
            <a:lvl1pPr marL="0" marR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 Click to add text or remove box if not needed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E8553614-A425-4A95-AD44-0B0428BC61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320788" y="720000"/>
            <a:ext cx="4618800" cy="52236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hcSlideMaster.Box Header - Content and PictureHeader">
            <a:extLst>
              <a:ext uri="{FF2B5EF4-FFF2-40B4-BE49-F238E27FC236}">
                <a16:creationId xmlns:a16="http://schemas.microsoft.com/office/drawing/2014/main" id="{B6A9A4D0-78DA-32B8-CFE9-04CB2C09814F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Content and PictureFooter">
            <a:extLst>
              <a:ext uri="{FF2B5EF4-FFF2-40B4-BE49-F238E27FC236}">
                <a16:creationId xmlns:a16="http://schemas.microsoft.com/office/drawing/2014/main" id="{880CA164-E2E7-603F-83F8-2AD46E5629F9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30F0E708-081E-7B77-C35B-19BC96BC2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2" cy="247686"/>
          </a:xfrm>
          <a:prstGeom prst="rect">
            <a:avLst/>
          </a:prstGeom>
          <a:gradFill flip="none" rotWithShape="1">
            <a:gsLst>
              <a:gs pos="0">
                <a:srgbClr val="FC4C02"/>
              </a:gs>
              <a:gs pos="99000">
                <a:srgbClr val="FFCC00"/>
              </a:gs>
              <a:gs pos="63000">
                <a:srgbClr val="FF6E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405382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7544">
          <p15:clr>
            <a:srgbClr val="FF96FF"/>
          </p15:clr>
        </p15:guide>
        <p15:guide id="7" pos="8177">
          <p15:clr>
            <a:srgbClr val="FF96FF"/>
          </p15:clr>
        </p15:guide>
        <p15:guide id="8" pos="15041">
          <p15:clr>
            <a:srgbClr val="FF96FF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Header - Conten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9C266BC-FB3B-909C-1219-A3D8402C4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7319944" y="719138"/>
            <a:ext cx="4619293" cy="5224462"/>
          </a:xfrm>
          <a:prstGeom prst="rect">
            <a:avLst/>
          </a:prstGeom>
          <a:gradFill flip="none" rotWithShape="1"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0256D2-3BB7-08A8-18D7-BCC2F56A5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58" y="440059"/>
            <a:ext cx="6382800" cy="760092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8B7E06AF-9D53-4DB7-8A04-2EAEB75589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319945" y="719139"/>
            <a:ext cx="4619293" cy="2585231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F75C54D-2D3D-4848-9E01-6E68A2C42B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319945" y="3358370"/>
            <a:ext cx="4619293" cy="2585231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F440FA0-69B2-4AE3-A704-4EB1E9E94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001" y="5194801"/>
            <a:ext cx="6384675" cy="612775"/>
          </a:xfrm>
          <a:solidFill>
            <a:srgbClr val="EAE4E1"/>
          </a:solidFill>
        </p:spPr>
        <p:txBody>
          <a:bodyPr lIns="108000" rIns="108000" anchor="ctr"/>
          <a:lstStyle>
            <a:lvl1pPr marL="0" marR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 Click to add text or remove box if not needed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7BAD2C18-3A05-4876-88C4-6928EAEE841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8157" y="1440000"/>
            <a:ext cx="6382800" cy="3643200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hcSlideMaster.Box Header - Content and two PicturesHeader">
            <a:extLst>
              <a:ext uri="{FF2B5EF4-FFF2-40B4-BE49-F238E27FC236}">
                <a16:creationId xmlns:a16="http://schemas.microsoft.com/office/drawing/2014/main" id="{DB941E3A-3D06-2800-D373-1E5E7DDA7431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Content and two PicturesFooter">
            <a:extLst>
              <a:ext uri="{FF2B5EF4-FFF2-40B4-BE49-F238E27FC236}">
                <a16:creationId xmlns:a16="http://schemas.microsoft.com/office/drawing/2014/main" id="{1BB8797F-1B6C-FE97-989D-9E455512B915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193A3BC-55B6-7F78-9BFC-EB3928D49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2" cy="247686"/>
          </a:xfrm>
          <a:prstGeom prst="rect">
            <a:avLst/>
          </a:prstGeom>
          <a:gradFill flip="none" rotWithShape="1">
            <a:gsLst>
              <a:gs pos="0">
                <a:srgbClr val="FC4C02"/>
              </a:gs>
              <a:gs pos="99000">
                <a:srgbClr val="FFCC00"/>
              </a:gs>
              <a:gs pos="63000">
                <a:srgbClr val="FF6E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47795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6" orient="horz" pos="7314">
          <p15:clr>
            <a:srgbClr val="FF96FF"/>
          </p15:clr>
        </p15:guide>
        <p15:guide id="7" pos="650">
          <p15:clr>
            <a:srgbClr val="FF96FF"/>
          </p15:clr>
        </p15:guide>
        <p15:guide id="8" pos="8723">
          <p15:clr>
            <a:srgbClr val="FF96FF"/>
          </p15:clr>
        </p15:guide>
        <p15:guide id="9" pos="9175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Header - Multi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258E2E9C-C45A-CACB-60E4-33160F8A0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8DF073-D9C5-BC7B-474F-DA72077B6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9455" y="712071"/>
            <a:ext cx="5831746" cy="5231530"/>
          </a:xfrm>
          <a:prstGeom prst="rect">
            <a:avLst/>
          </a:prstGeom>
          <a:gradFill>
            <a:gsLst>
              <a:gs pos="0">
                <a:srgbClr val="086E78"/>
              </a:gs>
              <a:gs pos="100000">
                <a:srgbClr val="3FC0C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3BF920-59FA-A349-193F-FCE77CCE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439200"/>
            <a:ext cx="5291998" cy="759600"/>
          </a:xfrm>
          <a:noFill/>
        </p:spPr>
        <p:txBody>
          <a:bodyPr wrap="square" lIns="0" tIns="0" rIns="180000" b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08A6A54-631D-46CD-A50B-36674304582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749" y="1439864"/>
            <a:ext cx="5292000" cy="3650400"/>
          </a:xfrm>
        </p:spPr>
        <p:txBody>
          <a:bodyPr tIns="0" rIns="10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8F9A1D-A980-263A-2125-F86E478D5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001" y="5194801"/>
            <a:ext cx="5291748" cy="612775"/>
          </a:xfrm>
          <a:solidFill>
            <a:srgbClr val="EAE4E1"/>
          </a:solidFill>
        </p:spPr>
        <p:txBody>
          <a:bodyPr lIns="108000" rIns="108000" anchor="ctr"/>
          <a:lstStyle>
            <a:lvl1pPr marL="0" marR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 Click to add text or remove box if not needed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E8553614-A425-4A95-AD44-0B0428BC61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07842" y="714504"/>
            <a:ext cx="2887200" cy="25812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6533F2DF-9B2C-863B-B113-6CCE6BB337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50715" y="714504"/>
            <a:ext cx="2887200" cy="25812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1EDAA6B2-B0A6-D259-8A69-E4CC5285E8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07842" y="3359598"/>
            <a:ext cx="5831746" cy="25812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hcSlideMaster.Box Header - Multi PictureHeader">
            <a:extLst>
              <a:ext uri="{FF2B5EF4-FFF2-40B4-BE49-F238E27FC236}">
                <a16:creationId xmlns:a16="http://schemas.microsoft.com/office/drawing/2014/main" id="{68AC5178-773E-74F3-67ED-A19B1D25E8D5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9" name="fcSlideMaster.Box Header - Multi PictureFooter">
            <a:extLst>
              <a:ext uri="{FF2B5EF4-FFF2-40B4-BE49-F238E27FC236}">
                <a16:creationId xmlns:a16="http://schemas.microsoft.com/office/drawing/2014/main" id="{2891B008-A45F-B832-8DEA-83FE3022893B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A63CFC6-DF75-D958-B784-3B63103D0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2" cy="247686"/>
          </a:xfrm>
          <a:prstGeom prst="rect">
            <a:avLst/>
          </a:prstGeom>
          <a:gradFill flip="none" rotWithShape="1">
            <a:gsLst>
              <a:gs pos="0">
                <a:srgbClr val="FC4C02"/>
              </a:gs>
              <a:gs pos="99000">
                <a:srgbClr val="FFCC00"/>
              </a:gs>
              <a:gs pos="63000">
                <a:srgbClr val="FF6E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285050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314">
          <p15:clr>
            <a:srgbClr val="FF96FF"/>
          </p15:clr>
        </p15:guide>
        <p15:guide id="3" pos="680">
          <p15:clr>
            <a:srgbClr val="FF96FF"/>
          </p15:clr>
        </p15:guide>
        <p15:guide id="4" pos="7362">
          <p15:clr>
            <a:srgbClr val="FF96FF"/>
          </p15:clr>
        </p15:guide>
        <p15:guide id="5" pos="7680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Header - 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E8553614-A425-4A95-AD44-0B0428BC61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" y="727202"/>
            <a:ext cx="5986462" cy="5216398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A84FF49-EBAD-E55D-FFC4-0FD79EA2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FC4C02"/>
              </a:gs>
              <a:gs pos="99000">
                <a:srgbClr val="FFCC00"/>
              </a:gs>
              <a:gs pos="63000">
                <a:srgbClr val="FF6E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26108E1-3639-4FD5-6305-B0CB9C67C0CE}"/>
              </a:ext>
            </a:extLst>
          </p:cNvPr>
          <p:cNvSpPr>
            <a:spLocks noGrp="1"/>
          </p:cNvSpPr>
          <p:nvPr>
            <p:ph type="subTitle" sz="quarter" idx="21"/>
            <p:custDataLst>
              <p:tags r:id="rId1"/>
            </p:custDataLst>
          </p:nvPr>
        </p:nvSpPr>
        <p:spPr>
          <a:xfrm>
            <a:off x="6491288" y="727203"/>
            <a:ext cx="5448300" cy="71266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800"/>
            </a:lvl1pPr>
            <a:lvl2pPr marL="457177" indent="0" algn="ctr">
              <a:buNone/>
            </a:lvl2pPr>
            <a:lvl3pPr marL="914355" indent="0" algn="ctr">
              <a:buNone/>
            </a:lvl3pPr>
            <a:lvl4pPr marL="1371532" indent="0" algn="ctr">
              <a:buNone/>
            </a:lvl4pPr>
            <a:lvl5pPr marL="1828709" indent="0" algn="ctr">
              <a:buNone/>
            </a:lvl5pPr>
            <a:lvl6pPr marL="2285886" indent="0" algn="ctr">
              <a:buNone/>
            </a:lvl6pPr>
            <a:lvl7pPr marL="2743063" indent="0" algn="ctr">
              <a:buNone/>
            </a:lvl7pPr>
            <a:lvl8pPr marL="3200240" indent="0" algn="ctr">
              <a:buNone/>
            </a:lvl8pPr>
            <a:lvl9pPr marL="3657417" indent="0" algn="ctr">
              <a:buNone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08A6A54-631D-46CD-A50B-36674304582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91588" y="1439999"/>
            <a:ext cx="5448000" cy="4255915"/>
          </a:xfrm>
        </p:spPr>
        <p:txBody>
          <a:bodyPr tIns="0"/>
          <a:lstStyle>
            <a:lvl1pPr>
              <a:defRPr/>
            </a:lvl1pPr>
          </a:lstStyle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hcSlideMaster.Box Header - Content and Picture 2Header">
            <a:extLst>
              <a:ext uri="{FF2B5EF4-FFF2-40B4-BE49-F238E27FC236}">
                <a16:creationId xmlns:a16="http://schemas.microsoft.com/office/drawing/2014/main" id="{FF256E87-B2C9-8E55-7577-17F43B668B53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4" name="fcSlideMaster.Box Header - Content and Picture 2Footer">
            <a:extLst>
              <a:ext uri="{FF2B5EF4-FFF2-40B4-BE49-F238E27FC236}">
                <a16:creationId xmlns:a16="http://schemas.microsoft.com/office/drawing/2014/main" id="{2AFA5601-8B04-FDC4-F577-FED2C8BB0909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989258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178">
          <p15:clr>
            <a:srgbClr val="FF96FF"/>
          </p15:clr>
        </p15:guide>
        <p15:guide id="3" pos="680">
          <p15:clr>
            <a:srgbClr val="FF96FF"/>
          </p15:clr>
        </p15:guide>
        <p15:guide id="4" pos="7542">
          <p15:clr>
            <a:srgbClr val="FF96FF"/>
          </p15:clr>
        </p15:guide>
        <p15:guide id="5" pos="8177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98FB7C0-AB81-400B-93D2-786E05B9E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719139"/>
            <a:ext cx="12192000" cy="5224462"/>
          </a:xfrm>
          <a:solidFill>
            <a:schemeClr val="bg2"/>
          </a:solidFill>
        </p:spPr>
        <p:txBody>
          <a:bodyPr tIns="0" bIns="936000" anchor="ctr" anchorCtr="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hcSlideMaster.Box Image OnlyHeader">
            <a:extLst>
              <a:ext uri="{FF2B5EF4-FFF2-40B4-BE49-F238E27FC236}">
                <a16:creationId xmlns:a16="http://schemas.microsoft.com/office/drawing/2014/main" id="{60E019DD-1A73-DF52-49E7-C9C2E2F3D20A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Box Image OnlyFooter">
            <a:extLst>
              <a:ext uri="{FF2B5EF4-FFF2-40B4-BE49-F238E27FC236}">
                <a16:creationId xmlns:a16="http://schemas.microsoft.com/office/drawing/2014/main" id="{1B57C492-31F3-0079-5CAD-2813FF940E92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6F441B2-1046-B0D9-57DD-4C3D526E0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FC4C02"/>
              </a:gs>
              <a:gs pos="99000">
                <a:srgbClr val="FFCC00"/>
              </a:gs>
              <a:gs pos="63000">
                <a:srgbClr val="FF6E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488786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6">
          <p15:clr>
            <a:srgbClr val="717275"/>
          </p15:clr>
        </p15:guide>
        <p15:guide id="3" orient="horz" pos="2040">
          <p15:clr>
            <a:srgbClr val="FF96FF"/>
          </p15:clr>
        </p15:guide>
        <p15:guide id="4" orient="horz" pos="7496">
          <p15:clr>
            <a:srgbClr val="FF96FF"/>
          </p15:clr>
        </p15:guide>
        <p15:guide id="5" pos="952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Header - 3 Box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9960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AB38AC-2499-F8DC-D570-EE19FB44B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F2F7E28-90F6-4888-B5D9-D6C518BB3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163AF3FA-CD37-4BFB-9ED5-125E82D0BD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1594" y="1439863"/>
            <a:ext cx="371640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8F8E66-6C94-40A7-B10D-9D506696DD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52062"/>
            <a:ext cx="3716400" cy="18154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0F8FB04-B864-45A7-A035-AA7CEF2DEC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0" y="3993958"/>
            <a:ext cx="37164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A7FDABBB-D50A-4291-8058-4752636BF0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402" y="1439863"/>
            <a:ext cx="371640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58B06C-F48C-4D2F-85C7-A928E65B98A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82401" y="2052062"/>
            <a:ext cx="3716400" cy="18154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386E4943-BA3E-4AF0-8D58-839214D5CB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2401" y="3993958"/>
            <a:ext cx="37164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D7493B8C-0356-4EC0-9E5C-92AE4FD36D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24803" y="1439863"/>
            <a:ext cx="3716400" cy="504000"/>
          </a:xfrm>
          <a:solidFill>
            <a:schemeClr val="accent1"/>
          </a:solidFill>
        </p:spPr>
        <p:txBody>
          <a:bodyPr lIns="72000" tIns="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32D53481-49C8-433F-AC61-3FB3864EFD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224803" y="2052062"/>
            <a:ext cx="3716400" cy="18154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5971B98D-6A61-421C-AA7E-C08E9D8D81F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4000" y="3993958"/>
            <a:ext cx="37164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" name="hcSlideMaster.Box Header - 3 Boxed title and ContentHeader">
            <a:extLst>
              <a:ext uri="{FF2B5EF4-FFF2-40B4-BE49-F238E27FC236}">
                <a16:creationId xmlns:a16="http://schemas.microsoft.com/office/drawing/2014/main" id="{76C07760-48E8-5040-F188-C5FA79C9BCD2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Box Header - 3 Boxed title and ContentFooter">
            <a:extLst>
              <a:ext uri="{FF2B5EF4-FFF2-40B4-BE49-F238E27FC236}">
                <a16:creationId xmlns:a16="http://schemas.microsoft.com/office/drawing/2014/main" id="{0D701CE7-0C82-141F-43B4-ABB2FD8C466B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379544F-5BE7-67E9-7FEE-67D929C64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2" cy="247686"/>
          </a:xfrm>
          <a:prstGeom prst="rect">
            <a:avLst/>
          </a:prstGeom>
          <a:gradFill flip="none" rotWithShape="1">
            <a:gsLst>
              <a:gs pos="0">
                <a:srgbClr val="FC4C02"/>
              </a:gs>
              <a:gs pos="99000">
                <a:srgbClr val="FFCC00"/>
              </a:gs>
              <a:gs pos="63000">
                <a:srgbClr val="FF6E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808084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496">
          <p15:clr>
            <a:srgbClr val="FF96FF"/>
          </p15:clr>
        </p15:guide>
        <p15:guide id="5" pos="650">
          <p15:clr>
            <a:srgbClr val="FF96FF"/>
          </p15:clr>
        </p15:guide>
        <p15:guide id="6" pos="5366">
          <p15:clr>
            <a:srgbClr val="FF96FF"/>
          </p15:clr>
        </p15:guide>
        <p15:guide id="7" pos="5502">
          <p15:clr>
            <a:srgbClr val="FF96FF"/>
          </p15:clr>
        </p15:guide>
        <p15:guide id="8" pos="10219">
          <p15:clr>
            <a:srgbClr val="FF96FF"/>
          </p15:clr>
        </p15:guide>
        <p15:guide id="9" pos="10355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Header - 4 Box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4">
            <a:extLst>
              <a:ext uri="{FF2B5EF4-FFF2-40B4-BE49-F238E27FC236}">
                <a16:creationId xmlns:a16="http://schemas.microsoft.com/office/drawing/2014/main" id="{691BEFAB-A0F1-BA7D-9068-9ABC0A07B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E89A74-8F99-B479-B9A0-EF480A4B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163AF3FA-CD37-4BFB-9ED5-125E82D0BD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1594" y="1439863"/>
            <a:ext cx="275580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8F8E66-6C94-40A7-B10D-9D506696DD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1" y="2052062"/>
            <a:ext cx="2755800" cy="18088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0F8FB04-B864-45A7-A035-AA7CEF2DEC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1" y="3987390"/>
            <a:ext cx="2755800" cy="1956211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A7FDABBB-D50A-4291-8058-4752636BF0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1802" y="1439863"/>
            <a:ext cx="275580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58B06C-F48C-4D2F-85C7-A928E65B98A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1802" y="2052062"/>
            <a:ext cx="2755800" cy="18088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386E4943-BA3E-4AF0-8D58-839214D5CB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21802" y="3987390"/>
            <a:ext cx="2755800" cy="1956211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D7493B8C-0356-4EC0-9E5C-92AE4FD36D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602" y="1439863"/>
            <a:ext cx="2755800" cy="504000"/>
          </a:xfrm>
          <a:solidFill>
            <a:schemeClr val="accent1"/>
          </a:solidFill>
        </p:spPr>
        <p:txBody>
          <a:bodyPr lIns="72000" tIns="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32D53481-49C8-433F-AC61-3FB3864EFD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03602" y="2052062"/>
            <a:ext cx="2755800" cy="18088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5971B98D-6A61-421C-AA7E-C08E9D8D81F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03602" y="3987390"/>
            <a:ext cx="2755800" cy="1956211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CB4D888-29A1-F878-DD9F-9E9523580AF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5402" y="1439863"/>
            <a:ext cx="2755800" cy="504000"/>
          </a:xfrm>
          <a:solidFill>
            <a:schemeClr val="accent1"/>
          </a:solidFill>
        </p:spPr>
        <p:txBody>
          <a:bodyPr lIns="72000" tIns="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40">
            <a:extLst>
              <a:ext uri="{FF2B5EF4-FFF2-40B4-BE49-F238E27FC236}">
                <a16:creationId xmlns:a16="http://schemas.microsoft.com/office/drawing/2014/main" id="{C036219B-5C0E-644D-9D0E-3DA38BD6E2E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185402" y="2052062"/>
            <a:ext cx="2755800" cy="18088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Picture Placeholder 42">
            <a:extLst>
              <a:ext uri="{FF2B5EF4-FFF2-40B4-BE49-F238E27FC236}">
                <a16:creationId xmlns:a16="http://schemas.microsoft.com/office/drawing/2014/main" id="{7BB8C5C0-FFE6-2358-D82E-3CC4E75767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85402" y="3987390"/>
            <a:ext cx="2755800" cy="1956211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hcSlideMaster.Box Header - 4 Boxed title and ContentHeader">
            <a:extLst>
              <a:ext uri="{FF2B5EF4-FFF2-40B4-BE49-F238E27FC236}">
                <a16:creationId xmlns:a16="http://schemas.microsoft.com/office/drawing/2014/main" id="{D5431E30-F301-A2D6-8F80-3081F7BEE0DE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2" name="fcSlideMaster.Box Header - 4 Boxed title and ContentFooter">
            <a:extLst>
              <a:ext uri="{FF2B5EF4-FFF2-40B4-BE49-F238E27FC236}">
                <a16:creationId xmlns:a16="http://schemas.microsoft.com/office/drawing/2014/main" id="{BDF47581-BB50-A0A6-1CE9-32C91A7D373E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B47211B-C3AA-5587-9883-FA0876C2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2" cy="247686"/>
          </a:xfrm>
          <a:prstGeom prst="rect">
            <a:avLst/>
          </a:prstGeom>
          <a:gradFill flip="none" rotWithShape="1">
            <a:gsLst>
              <a:gs pos="0">
                <a:srgbClr val="FC4C02"/>
              </a:gs>
              <a:gs pos="99000">
                <a:srgbClr val="FFCC00"/>
              </a:gs>
              <a:gs pos="63000">
                <a:srgbClr val="FF6E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18168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496">
          <p15:clr>
            <a:srgbClr val="FF96FF"/>
          </p15:clr>
        </p15:guide>
        <p15:guide id="3" pos="680">
          <p15:clr>
            <a:srgbClr val="FF96FF"/>
          </p15:clr>
        </p15:guide>
        <p15:guide id="4" pos="4150">
          <p15:clr>
            <a:srgbClr val="FF96FF"/>
          </p15:clr>
        </p15:guide>
        <p15:guide id="5" pos="4310">
          <p15:clr>
            <a:srgbClr val="FF96FF"/>
          </p15:clr>
        </p15:guide>
        <p15:guide id="6" pos="7781">
          <p15:clr>
            <a:srgbClr val="FF96FF"/>
          </p15:clr>
        </p15:guide>
        <p15:guide id="7" pos="7939">
          <p15:clr>
            <a:srgbClr val="FF96FF"/>
          </p15:clr>
        </p15:guide>
        <p15:guide id="8" pos="11411">
          <p15:clr>
            <a:srgbClr val="FF96FF"/>
          </p15:clr>
        </p15:guide>
        <p15:guide id="9" pos="11569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Header - 5 Box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8CD348-EF5A-8083-5F4D-9D811074E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CBDB3ED-260A-444B-94C5-54437DFC5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3751D8A-7F22-43FB-9265-B515EC79A4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1" y="1439863"/>
            <a:ext cx="217944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4D1464-24B8-4CF3-88F1-41DCA29FDF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1140" y="2052061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00E0D18-219C-4225-A990-84EB6045F9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251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F83073C-C10F-4032-A81F-6B701EDCCF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5441" y="1439863"/>
            <a:ext cx="217944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4D61A30-6B4B-4757-A826-7C179B81ADE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846831" y="2052061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C4225E5-3171-42C6-A80F-7AC7599FC1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45691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158B6D9-3B26-4DB7-83C8-3900F9957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0881" y="1439863"/>
            <a:ext cx="217944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C7A30BC-39C6-447A-84E3-209169D670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152271" y="2052061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1D0CBF-5A3C-4D3F-A148-70393C713FD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51131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DF9630D0-6DF3-4302-8F1F-AC29A02D02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56321" y="1439863"/>
            <a:ext cx="2179440" cy="504000"/>
          </a:xfrm>
          <a:solidFill>
            <a:schemeClr val="accent1"/>
          </a:solidFill>
        </p:spPr>
        <p:txBody>
          <a:bodyPr lIns="72000" tIns="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6EBC63A6-10D8-4CEC-80D2-40C32B44D6A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456571" y="2052061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4E6DF0B-B020-4DC3-A3E4-388A771958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56571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0D0C539-FE82-45F2-ADE5-03FD735462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1762" y="1439863"/>
            <a:ext cx="2179440" cy="504000"/>
          </a:xfr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281A0A00-A3DD-4D83-BFFD-52096D211464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761762" y="2052062"/>
            <a:ext cx="217805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4A3E8C3E-64C8-40F2-92EE-38E33E0803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761762" y="3992400"/>
            <a:ext cx="2179440" cy="1951200"/>
          </a:xfrm>
          <a:solidFill>
            <a:schemeClr val="bg2"/>
          </a:solidFill>
        </p:spPr>
        <p:txBody>
          <a:bodyPr tIns="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" name="hcSlideMaster.Box Header - 5 Boxed title and ContentHeader">
            <a:extLst>
              <a:ext uri="{FF2B5EF4-FFF2-40B4-BE49-F238E27FC236}">
                <a16:creationId xmlns:a16="http://schemas.microsoft.com/office/drawing/2014/main" id="{F904B849-69E7-62C0-5A01-268DE0441F64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Box Header - 5 Boxed title and ContentFooter">
            <a:extLst>
              <a:ext uri="{FF2B5EF4-FFF2-40B4-BE49-F238E27FC236}">
                <a16:creationId xmlns:a16="http://schemas.microsoft.com/office/drawing/2014/main" id="{B4EB149E-7905-0B8E-DB83-4210B39C4F88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CDFE2B6F-9FCB-4431-CEFA-E57EC3999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2" cy="247686"/>
          </a:xfrm>
          <a:prstGeom prst="rect">
            <a:avLst/>
          </a:prstGeom>
          <a:gradFill flip="none" rotWithShape="1">
            <a:gsLst>
              <a:gs pos="0">
                <a:srgbClr val="FC4C02"/>
              </a:gs>
              <a:gs pos="99000">
                <a:srgbClr val="FFCC00"/>
              </a:gs>
              <a:gs pos="63000">
                <a:srgbClr val="FF6E00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292902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496">
          <p15:clr>
            <a:srgbClr val="FF96FF"/>
          </p15:clr>
        </p15:guide>
        <p15:guide id="5" pos="650">
          <p15:clr>
            <a:srgbClr val="FF96FF"/>
          </p15:clr>
        </p15:guide>
        <p15:guide id="6" pos="3416">
          <p15:clr>
            <a:srgbClr val="FF96FF"/>
          </p15:clr>
        </p15:guide>
        <p15:guide id="7" pos="3552">
          <p15:clr>
            <a:srgbClr val="FF96FF"/>
          </p15:clr>
        </p15:guide>
        <p15:guide id="8" pos="6364">
          <p15:clr>
            <a:srgbClr val="FF96FF"/>
          </p15:clr>
        </p15:guide>
        <p15:guide id="9" pos="6456">
          <p15:clr>
            <a:srgbClr val="FF96FF"/>
          </p15:clr>
        </p15:guide>
        <p15:guide id="10" pos="9267">
          <p15:clr>
            <a:srgbClr val="FF96FF"/>
          </p15:clr>
        </p15:guide>
        <p15:guide id="11" pos="9357">
          <p15:clr>
            <a:srgbClr val="FF96FF"/>
          </p15:clr>
        </p15:guide>
        <p15:guide id="12" pos="12169">
          <p15:clr>
            <a:srgbClr val="FF96FF"/>
          </p15:clr>
        </p15:guide>
        <p15:guide id="13" pos="12261">
          <p15:clr>
            <a:srgbClr val="FF96FF"/>
          </p15:clr>
        </p15:guide>
        <p15:guide id="14" pos="15041">
          <p15:clr>
            <a:srgbClr val="FF96FF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Header - Large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98FB7C0-AB81-400B-93D2-786E05B9E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719139"/>
            <a:ext cx="12192000" cy="5224462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58EDF3-C4C2-CE90-5640-592530609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636392"/>
            <a:ext cx="4939200" cy="1307209"/>
          </a:xfrm>
          <a:gradFill>
            <a:gsLst>
              <a:gs pos="0">
                <a:srgbClr val="FC4C02"/>
              </a:gs>
              <a:gs pos="55000">
                <a:srgbClr val="FF6E00"/>
              </a:gs>
              <a:gs pos="100000">
                <a:srgbClr val="FFC000"/>
              </a:gs>
            </a:gsLst>
            <a:lin ang="0" scaled="0"/>
          </a:gradFill>
        </p:spPr>
        <p:txBody>
          <a:bodyPr lIns="288000" tIns="360000" rIns="288000" anchor="t" anchorCtr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3AE8FAAE-9D1A-F0E8-4364-282480228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51000">
                <a:srgbClr val="FF6E00"/>
              </a:gs>
              <a:gs pos="0">
                <a:srgbClr val="FC4C02"/>
              </a:gs>
              <a:gs pos="100000">
                <a:srgbClr val="FFCC00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4" name="hcSlideMaster.Box Header - Large Picture Header">
            <a:extLst>
              <a:ext uri="{FF2B5EF4-FFF2-40B4-BE49-F238E27FC236}">
                <a16:creationId xmlns:a16="http://schemas.microsoft.com/office/drawing/2014/main" id="{F5F3D172-DB9A-E6C2-5C88-CAF5BC96A14D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Box Header - Large Picture Footer">
            <a:extLst>
              <a:ext uri="{FF2B5EF4-FFF2-40B4-BE49-F238E27FC236}">
                <a16:creationId xmlns:a16="http://schemas.microsoft.com/office/drawing/2014/main" id="{33A78B4F-4F00-B5E0-10F7-C340C2971292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563427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5969DE-7EF3-652A-53FB-EA9BD0ECC10F}"/>
              </a:ext>
            </a:extLst>
          </p:cNvPr>
          <p:cNvSpPr txBox="1"/>
          <p:nvPr userDrawn="1"/>
        </p:nvSpPr>
        <p:spPr>
          <a:xfrm>
            <a:off x="395285" y="3048954"/>
            <a:ext cx="11401431" cy="7600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8000" b="0" dirty="0">
                <a:latin typeface="Aptos" panose="020B0004020202020204" pitchFamily="34" charset="0"/>
              </a:rPr>
              <a:t>Blue Layouts</a:t>
            </a:r>
          </a:p>
        </p:txBody>
      </p:sp>
      <p:sp>
        <p:nvSpPr>
          <p:cNvPr id="2" name="Guides">
            <a:extLst>
              <a:ext uri="{FF2B5EF4-FFF2-40B4-BE49-F238E27FC236}">
                <a16:creationId xmlns:a16="http://schemas.microsoft.com/office/drawing/2014/main" id="{B732181B-BD1D-7125-854D-9D9F0E3EE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3" name="hcSlideMaster.Blue LayoutsHeader">
            <a:extLst>
              <a:ext uri="{FF2B5EF4-FFF2-40B4-BE49-F238E27FC236}">
                <a16:creationId xmlns:a16="http://schemas.microsoft.com/office/drawing/2014/main" id="{15A881B6-31D0-AADC-ED7D-9CAEF34D3763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Blue LayoutsFooter">
            <a:extLst>
              <a:ext uri="{FF2B5EF4-FFF2-40B4-BE49-F238E27FC236}">
                <a16:creationId xmlns:a16="http://schemas.microsoft.com/office/drawing/2014/main" id="{3D72C119-F7C0-2723-E1B3-212CA6D909D5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948317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1988125B-E56F-AAAB-071B-B448909BF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20A5DE"/>
              </a:gs>
              <a:gs pos="100000">
                <a:srgbClr val="2E2D7D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3F28EA0-50C3-41C4-8BA5-B5CA28E6F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428F21-D19F-4753-B8DE-F5385E934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0953246-894E-4AFF-8DBA-055A88ABC5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40000" y="1440000"/>
            <a:ext cx="11401200" cy="3638960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0C1D73B-DA24-4465-8AD7-902AD881A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000" y="5194801"/>
            <a:ext cx="11401200" cy="612775"/>
          </a:xfrm>
          <a:solidFill>
            <a:srgbClr val="EAE4E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251988" indent="0">
              <a:buNone/>
              <a:defRPr>
                <a:solidFill>
                  <a:schemeClr val="bg1"/>
                </a:solidFill>
              </a:defRPr>
            </a:lvl4pPr>
            <a:lvl5pPr marL="50397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 or remove box if not needed</a:t>
            </a:r>
          </a:p>
        </p:txBody>
      </p:sp>
      <p:sp>
        <p:nvSpPr>
          <p:cNvPr id="4" name="hcSlideMaster.One ContentHeader">
            <a:extLst>
              <a:ext uri="{FF2B5EF4-FFF2-40B4-BE49-F238E27FC236}">
                <a16:creationId xmlns:a16="http://schemas.microsoft.com/office/drawing/2014/main" id="{BCA94866-84AF-9004-3004-B42AA7F9F6E5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One ContentFooter">
            <a:extLst>
              <a:ext uri="{FF2B5EF4-FFF2-40B4-BE49-F238E27FC236}">
                <a16:creationId xmlns:a16="http://schemas.microsoft.com/office/drawing/2014/main" id="{69868AD2-8DB5-931C-AE07-6335EF1D8AC7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25175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62F87DE-B9DC-6539-A257-166CE6025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20A5DE"/>
              </a:gs>
              <a:gs pos="100000">
                <a:srgbClr val="2E2D7D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B82F792-4C85-44AE-8D3E-218A3F1D0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D1316E-A663-4C4A-9403-C7E85C32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04411D71-2260-47AF-A67B-EFA74D9D6B1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40000" y="1440000"/>
            <a:ext cx="5448600" cy="3638960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7095559-5A5B-499E-AC2F-1976600FAEC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491999" y="1440000"/>
            <a:ext cx="5448600" cy="3638960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6F883360-7F23-4C19-A522-86C528840A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0001" y="5194801"/>
            <a:ext cx="11401431" cy="612775"/>
          </a:xfrm>
          <a:solidFill>
            <a:srgbClr val="EAE4E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251988" indent="0">
              <a:buNone/>
              <a:defRPr>
                <a:solidFill>
                  <a:schemeClr val="bg1"/>
                </a:solidFill>
              </a:defRPr>
            </a:lvl4pPr>
            <a:lvl5pPr marL="50397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 or remove box if not needed</a:t>
            </a:r>
          </a:p>
        </p:txBody>
      </p:sp>
      <p:sp>
        <p:nvSpPr>
          <p:cNvPr id="4" name="hcSlideMaster.Two ContentHeader">
            <a:extLst>
              <a:ext uri="{FF2B5EF4-FFF2-40B4-BE49-F238E27FC236}">
                <a16:creationId xmlns:a16="http://schemas.microsoft.com/office/drawing/2014/main" id="{2BE75A49-0F94-A2CB-E52E-3D4EEFD49D07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Two ContentFooter">
            <a:extLst>
              <a:ext uri="{FF2B5EF4-FFF2-40B4-BE49-F238E27FC236}">
                <a16:creationId xmlns:a16="http://schemas.microsoft.com/office/drawing/2014/main" id="{442B5E12-A15F-73F2-DDFA-0A1CAE06A6B0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549429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7544">
          <p15:clr>
            <a:srgbClr val="FF96FF"/>
          </p15:clr>
        </p15:guide>
        <p15:guide id="7" pos="8133">
          <p15:clr>
            <a:srgbClr val="FF96FF"/>
          </p15:clr>
        </p15:guide>
        <p15:guide id="8" pos="15041">
          <p15:clr>
            <a:srgbClr val="FF96FF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FFAB743-17D7-490F-8011-022CB6FA0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4748D3-2478-466C-B368-88FF3905C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B5F38A2C-ECFC-485E-ACEA-B8B1F65D2E9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40000" y="1440000"/>
            <a:ext cx="3632000" cy="3638960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Content Placeholder 111">
            <a:extLst>
              <a:ext uri="{FF2B5EF4-FFF2-40B4-BE49-F238E27FC236}">
                <a16:creationId xmlns:a16="http://schemas.microsoft.com/office/drawing/2014/main" id="{F3684ECE-F808-4BAD-A909-53842AA0E7B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424001" y="1440000"/>
            <a:ext cx="3632000" cy="3638960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Content Placeholder 112">
            <a:extLst>
              <a:ext uri="{FF2B5EF4-FFF2-40B4-BE49-F238E27FC236}">
                <a16:creationId xmlns:a16="http://schemas.microsoft.com/office/drawing/2014/main" id="{BC8CB614-BEA6-48BE-BAD1-B6D04F961AF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308001" y="1440000"/>
            <a:ext cx="3632000" cy="3638960"/>
          </a:xfrm>
        </p:spPr>
        <p:txBody>
          <a:bodyPr tIns="0"/>
          <a:lstStyle/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642C8CA-3B6D-4A4D-9D11-579350D99B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0001" y="5194801"/>
            <a:ext cx="11401431" cy="612775"/>
          </a:xfrm>
          <a:solidFill>
            <a:srgbClr val="EAE4E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251988" indent="0">
              <a:buNone/>
              <a:defRPr>
                <a:solidFill>
                  <a:schemeClr val="bg1"/>
                </a:solidFill>
              </a:defRPr>
            </a:lvl4pPr>
            <a:lvl5pPr marL="50397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 or remove box if not needed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22A66C82-D6CE-46A5-9CB4-59582899F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20A5DE"/>
              </a:gs>
              <a:gs pos="100000">
                <a:srgbClr val="2E2D7D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4" name="hcSlideMaster.Three ContentHeader">
            <a:extLst>
              <a:ext uri="{FF2B5EF4-FFF2-40B4-BE49-F238E27FC236}">
                <a16:creationId xmlns:a16="http://schemas.microsoft.com/office/drawing/2014/main" id="{948B9E57-BAD8-EB2C-BBA3-6189082181A6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Three ContentFooter">
            <a:extLst>
              <a:ext uri="{FF2B5EF4-FFF2-40B4-BE49-F238E27FC236}">
                <a16:creationId xmlns:a16="http://schemas.microsoft.com/office/drawing/2014/main" id="{B0F16A33-679A-8C66-11E4-F5C23D3891CA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813649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5276">
          <p15:clr>
            <a:srgbClr val="FF96FF"/>
          </p15:clr>
        </p15:guide>
        <p15:guide id="7" pos="5548">
          <p15:clr>
            <a:srgbClr val="FF96FF"/>
          </p15:clr>
        </p15:guide>
        <p15:guide id="8" pos="10173">
          <p15:clr>
            <a:srgbClr val="FF96FF"/>
          </p15:clr>
        </p15:guide>
        <p15:guide id="9" pos="10445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463A8B7-56D7-F034-B1A6-CF69B5F5E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20A5DE"/>
              </a:gs>
              <a:gs pos="100000">
                <a:srgbClr val="2E2D7D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3D0E27-12CD-4AD0-B9EF-40EEA660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hcSlideMaster.Title OnlyHeader">
            <a:extLst>
              <a:ext uri="{FF2B5EF4-FFF2-40B4-BE49-F238E27FC236}">
                <a16:creationId xmlns:a16="http://schemas.microsoft.com/office/drawing/2014/main" id="{66F088AA-619B-FFCB-5CFF-B0B127F00A8B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Title OnlyFooter">
            <a:extLst>
              <a:ext uri="{FF2B5EF4-FFF2-40B4-BE49-F238E27FC236}">
                <a16:creationId xmlns:a16="http://schemas.microsoft.com/office/drawing/2014/main" id="{73A99BCD-5982-2DD1-78A1-21635CC75839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507717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314">
          <p15:clr>
            <a:srgbClr val="FF96FF"/>
          </p15:clr>
        </p15:guide>
        <p15:guide id="3" pos="680">
          <p15:clr>
            <a:srgbClr val="FF96FF"/>
          </p15:clr>
        </p15:guide>
        <p15:guide id="4" pos="7542">
          <p15:clr>
            <a:srgbClr val="FF96FF"/>
          </p15:clr>
        </p15:guide>
        <p15:guide id="5" pos="8177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D084C21-DE25-126D-F05A-58C08D918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20A5DE"/>
              </a:gs>
              <a:gs pos="100000">
                <a:srgbClr val="2E2D7D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D55A49-B3B7-47B2-8064-5C87EE5EA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57" y="440059"/>
            <a:ext cx="6382800" cy="76009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195085D3-E81E-41B3-B9A0-0A2D95E9DDE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40000" y="1440001"/>
            <a:ext cx="6380957" cy="3643139"/>
          </a:xfrm>
        </p:spPr>
        <p:txBody>
          <a:bodyPr tIns="0"/>
          <a:lstStyle/>
          <a:p>
            <a:pPr marL="0" marR="0" lvl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D6B6456-0CE0-4417-9E3B-E17C5DDAC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5194801"/>
            <a:ext cx="6380956" cy="612775"/>
          </a:xfrm>
          <a:solidFill>
            <a:srgbClr val="EAE4E1"/>
          </a:solidFill>
        </p:spPr>
        <p:txBody>
          <a:bodyPr lIns="108000" rIns="108000" anchor="ctr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 or remove box if not needed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01BC94E-8AD5-4CF2-A4B5-B04C2B7873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08000" y="720000"/>
            <a:ext cx="4618800" cy="52236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hcSlideMaster.Content and PictureHeader">
            <a:extLst>
              <a:ext uri="{FF2B5EF4-FFF2-40B4-BE49-F238E27FC236}">
                <a16:creationId xmlns:a16="http://schemas.microsoft.com/office/drawing/2014/main" id="{9049ADA9-88D4-66F6-DD12-5968C75B0B2B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Content and PictureFooter">
            <a:extLst>
              <a:ext uri="{FF2B5EF4-FFF2-40B4-BE49-F238E27FC236}">
                <a16:creationId xmlns:a16="http://schemas.microsoft.com/office/drawing/2014/main" id="{5E2A1B5E-F532-6EBC-87A5-E0FB313A899D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229672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80">
          <p15:clr>
            <a:srgbClr val="FF96FF"/>
          </p15:clr>
        </p15:guide>
        <p15:guide id="4" orient="horz" pos="7314">
          <p15:clr>
            <a:srgbClr val="FF96FF"/>
          </p15:clr>
        </p15:guide>
        <p15:guide id="5" pos="650">
          <p15:clr>
            <a:srgbClr val="FF96FF"/>
          </p15:clr>
        </p15:guide>
        <p15:guide id="6" pos="8723">
          <p15:clr>
            <a:srgbClr val="FF96FF"/>
          </p15:clr>
        </p15:guide>
        <p15:guide id="7" pos="9175">
          <p15:clr>
            <a:srgbClr val="FF96FF"/>
          </p15:clr>
        </p15:guide>
        <p15:guide id="8" pos="15041">
          <p15:clr>
            <a:srgbClr val="FF96FF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E491784F-1FD8-0AE0-A690-37D3F74F4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7319943" y="720001"/>
            <a:ext cx="4619645" cy="5223599"/>
          </a:xfrm>
          <a:prstGeom prst="rect">
            <a:avLst/>
          </a:prstGeom>
          <a:gradFill flip="none" rotWithShape="1">
            <a:gsLst>
              <a:gs pos="0">
                <a:srgbClr val="2E2D7D"/>
              </a:gs>
              <a:gs pos="100000">
                <a:srgbClr val="20A5DE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A871CC2-91F0-D76A-6F95-3928021B4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57" y="440059"/>
            <a:ext cx="6382800" cy="76009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F82A98BA-F432-417A-A11F-027E2AD47B8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40000" y="1440000"/>
            <a:ext cx="6382800" cy="3643200"/>
          </a:xfrm>
        </p:spPr>
        <p:txBody>
          <a:bodyPr tIns="0"/>
          <a:lstStyle/>
          <a:p>
            <a:pPr marL="0" marR="0" lvl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3DCA292-0D58-A44C-E873-6B80AB289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20A5DE"/>
              </a:gs>
              <a:gs pos="100000">
                <a:srgbClr val="2E2D7D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01BC94E-8AD5-4CF2-A4B5-B04C2B7873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9945" y="720000"/>
            <a:ext cx="4619293" cy="2584368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7" name="Picture Placeholder 81">
            <a:extLst>
              <a:ext uri="{FF2B5EF4-FFF2-40B4-BE49-F238E27FC236}">
                <a16:creationId xmlns:a16="http://schemas.microsoft.com/office/drawing/2014/main" id="{ACAA190F-BCAE-4717-ADF1-61A727B8FF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9945" y="3358369"/>
            <a:ext cx="4619293" cy="258523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065A478-BDE5-443C-9696-A8ECCEEFE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5194801"/>
            <a:ext cx="6380956" cy="612775"/>
          </a:xfrm>
          <a:solidFill>
            <a:srgbClr val="EAE4E1"/>
          </a:solidFill>
        </p:spPr>
        <p:txBody>
          <a:bodyPr lIns="108000" rIns="108000" anchor="ctr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GB" dirty="0"/>
              <a:t>  Click to add text or remove box if not needed</a:t>
            </a:r>
          </a:p>
        </p:txBody>
      </p:sp>
      <p:sp>
        <p:nvSpPr>
          <p:cNvPr id="2" name="hcSlideMaster.Content and Two PicturesHeader">
            <a:extLst>
              <a:ext uri="{FF2B5EF4-FFF2-40B4-BE49-F238E27FC236}">
                <a16:creationId xmlns:a16="http://schemas.microsoft.com/office/drawing/2014/main" id="{29988305-3FEA-4C91-97B6-59EC96289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4" name="fcSlideMaster.Content and Two PicturesFooter">
            <a:extLst>
              <a:ext uri="{FF2B5EF4-FFF2-40B4-BE49-F238E27FC236}">
                <a16:creationId xmlns:a16="http://schemas.microsoft.com/office/drawing/2014/main" id="{3BD3ABD3-0753-70A7-51B5-34F1E4B1B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881137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826">
          <p15:clr>
            <a:srgbClr val="FF96FF"/>
          </p15:clr>
        </p15:guide>
        <p15:guide id="6" orient="horz" pos="7314">
          <p15:clr>
            <a:srgbClr val="FF96FF"/>
          </p15:clr>
        </p15:guide>
        <p15:guide id="7" pos="650">
          <p15:clr>
            <a:srgbClr val="FF96FF"/>
          </p15:clr>
        </p15:guide>
        <p15:guide id="8" pos="8723">
          <p15:clr>
            <a:srgbClr val="FF96FF"/>
          </p15:clr>
        </p15:guide>
        <p15:guide id="9" pos="9221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FF0203B3-E41C-2B1F-528A-1CC83E462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4E95551-E9D5-3CAE-580E-2946C25D6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096000" y="716835"/>
            <a:ext cx="5843589" cy="5227571"/>
          </a:xfrm>
          <a:prstGeom prst="rect">
            <a:avLst/>
          </a:prstGeom>
          <a:gradFill flip="none" rotWithShape="1">
            <a:gsLst>
              <a:gs pos="0">
                <a:srgbClr val="2E2D7D"/>
              </a:gs>
              <a:gs pos="100000">
                <a:srgbClr val="20A5DE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3BF920-59FA-A349-193F-FCE77CCE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9200"/>
            <a:ext cx="5292000" cy="759600"/>
          </a:xfrm>
          <a:noFill/>
        </p:spPr>
        <p:txBody>
          <a:bodyPr wrap="square" lIns="0" tIns="0" rIns="180000" b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08A6A54-631D-46CD-A50B-36674304582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0000" y="1439863"/>
            <a:ext cx="5292000" cy="3650400"/>
          </a:xfrm>
        </p:spPr>
        <p:txBody>
          <a:bodyPr tIns="0" rIns="180000"/>
          <a:lstStyle>
            <a:lvl1pPr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EACE34B-B7A2-BF1A-0BB1-911F386F665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001" y="5194801"/>
            <a:ext cx="5291748" cy="612775"/>
          </a:xfrm>
          <a:solidFill>
            <a:srgbClr val="EAE4E1"/>
          </a:solidFill>
        </p:spPr>
        <p:txBody>
          <a:bodyPr lIns="108000" rIns="108000" anchor="ctr"/>
          <a:lstStyle>
            <a:lvl1pPr marL="0" marR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303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 Click to add text or remove box if not needed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A84FF49-EBAD-E55D-FFC4-0FD79EA2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20A5DE"/>
              </a:gs>
              <a:gs pos="100000">
                <a:srgbClr val="2E2D7D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E8553614-A425-4A95-AD44-0B0428BC61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317" y="719267"/>
            <a:ext cx="2887200" cy="2581569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6533F2DF-9B2C-863B-B113-6CCE6BB337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47174" y="719266"/>
            <a:ext cx="2887200" cy="2581200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1EDAA6B2-B0A6-D259-8A69-E4CC5285E8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07842" y="3357619"/>
            <a:ext cx="5831746" cy="2582024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hcSlideMaster.Multi PictureHeader">
            <a:extLst>
              <a:ext uri="{FF2B5EF4-FFF2-40B4-BE49-F238E27FC236}">
                <a16:creationId xmlns:a16="http://schemas.microsoft.com/office/drawing/2014/main" id="{E530DBE0-C8B1-4C86-EB4A-ED8A29D0A0DD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Multi PictureFooter">
            <a:extLst>
              <a:ext uri="{FF2B5EF4-FFF2-40B4-BE49-F238E27FC236}">
                <a16:creationId xmlns:a16="http://schemas.microsoft.com/office/drawing/2014/main" id="{BC9C71DF-2429-B7BA-1BF0-0E4CBED02992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938790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314">
          <p15:clr>
            <a:srgbClr val="FF96FF"/>
          </p15:clr>
        </p15:guide>
        <p15:guide id="3" pos="680">
          <p15:clr>
            <a:srgbClr val="FF96FF"/>
          </p15:clr>
        </p15:guide>
        <p15:guide id="4" pos="7362">
          <p15:clr>
            <a:srgbClr val="FF96FF"/>
          </p15:clr>
        </p15:guide>
        <p15:guide id="5" pos="7680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ox Header - 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E8553614-A425-4A95-AD44-0B0428BC61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" y="727202"/>
            <a:ext cx="5986462" cy="5216398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3BF920-59FA-A349-193F-FCE77CCE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39" y="4438472"/>
            <a:ext cx="4680000" cy="1505129"/>
          </a:xfrm>
          <a:gradFill>
            <a:gsLst>
              <a:gs pos="0">
                <a:srgbClr val="2E2D7D">
                  <a:alpha val="90000"/>
                </a:srgbClr>
              </a:gs>
              <a:gs pos="100000">
                <a:srgbClr val="20A5DE">
                  <a:alpha val="95000"/>
                </a:srgbClr>
              </a:gs>
            </a:gsLst>
            <a:lin ang="0" scaled="0"/>
          </a:gradFill>
        </p:spPr>
        <p:txBody>
          <a:bodyPr lIns="288000" tIns="360000" rIns="252000" bIns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26108E1-3639-4FD5-6305-B0CB9C67C0CE}"/>
              </a:ext>
            </a:extLst>
          </p:cNvPr>
          <p:cNvSpPr>
            <a:spLocks noGrp="1"/>
          </p:cNvSpPr>
          <p:nvPr>
            <p:ph type="subTitle" sz="quarter" idx="21"/>
            <p:custDataLst>
              <p:tags r:id="rId1"/>
            </p:custDataLst>
          </p:nvPr>
        </p:nvSpPr>
        <p:spPr>
          <a:xfrm>
            <a:off x="6491288" y="727203"/>
            <a:ext cx="5448300" cy="71266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800"/>
            </a:lvl1pPr>
            <a:lvl2pPr marL="457177" indent="0" algn="ctr">
              <a:buNone/>
            </a:lvl2pPr>
            <a:lvl3pPr marL="914355" indent="0" algn="ctr">
              <a:buNone/>
            </a:lvl3pPr>
            <a:lvl4pPr marL="1371532" indent="0" algn="ctr">
              <a:buNone/>
            </a:lvl4pPr>
            <a:lvl5pPr marL="1828709" indent="0" algn="ctr">
              <a:buNone/>
            </a:lvl5pPr>
            <a:lvl6pPr marL="2285886" indent="0" algn="ctr">
              <a:buNone/>
            </a:lvl6pPr>
            <a:lvl7pPr marL="2743063" indent="0" algn="ctr">
              <a:buNone/>
            </a:lvl7pPr>
            <a:lvl8pPr marL="3200240" indent="0" algn="ctr">
              <a:buNone/>
            </a:lvl8pPr>
            <a:lvl9pPr marL="3657417" indent="0" algn="ctr">
              <a:buNone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08A6A54-631D-46CD-A50B-36674304582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91588" y="1439999"/>
            <a:ext cx="5448000" cy="4255915"/>
          </a:xfrm>
        </p:spPr>
        <p:txBody>
          <a:bodyPr tIns="0"/>
          <a:lstStyle>
            <a:lvl1pPr>
              <a:defRPr/>
            </a:lvl1pPr>
          </a:lstStyle>
          <a:p>
            <a:pPr lvl="0"/>
            <a:r>
              <a:rPr lang="en-GB" dirty="0"/>
              <a:t>Click to add text or click on icon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A84FF49-EBAD-E55D-FFC4-0FD79EA2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20A5DE"/>
              </a:gs>
              <a:gs pos="100000">
                <a:srgbClr val="2E2D7D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2" name="hcSlideMaster.Blue Box Header - Content and Picture 2Header">
            <a:extLst>
              <a:ext uri="{FF2B5EF4-FFF2-40B4-BE49-F238E27FC236}">
                <a16:creationId xmlns:a16="http://schemas.microsoft.com/office/drawing/2014/main" id="{28BB4D87-7ED2-6AAD-9D6E-4E3A035085E6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4" name="fcSlideMaster.Blue Box Header - Content and Picture 2Footer">
            <a:extLst>
              <a:ext uri="{FF2B5EF4-FFF2-40B4-BE49-F238E27FC236}">
                <a16:creationId xmlns:a16="http://schemas.microsoft.com/office/drawing/2014/main" id="{41F7CA57-4C6A-9B65-4B60-26BCDE29749C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4113437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178">
          <p15:clr>
            <a:srgbClr val="FF96FF"/>
          </p15:clr>
        </p15:guide>
        <p15:guide id="3" pos="680">
          <p15:clr>
            <a:srgbClr val="FF96FF"/>
          </p15:clr>
        </p15:guide>
        <p15:guide id="4" pos="7542">
          <p15:clr>
            <a:srgbClr val="FF96FF"/>
          </p15:clr>
        </p15:guide>
        <p15:guide id="5" pos="8177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10EC3627-4E51-34C9-3F1B-0FB8CE808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20A5DE"/>
              </a:gs>
              <a:gs pos="100000">
                <a:srgbClr val="2E2D7D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98FB7C0-AB81-400B-93D2-786E05B9E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719139"/>
            <a:ext cx="12192000" cy="5224462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hcSlideMaster.Image OnlyHeader">
            <a:extLst>
              <a:ext uri="{FF2B5EF4-FFF2-40B4-BE49-F238E27FC236}">
                <a16:creationId xmlns:a16="http://schemas.microsoft.com/office/drawing/2014/main" id="{14B276D4-E354-4A8B-3C2E-C1446CD08562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5" name="fcSlideMaster.Image OnlyFooter">
            <a:extLst>
              <a:ext uri="{FF2B5EF4-FFF2-40B4-BE49-F238E27FC236}">
                <a16:creationId xmlns:a16="http://schemas.microsoft.com/office/drawing/2014/main" id="{ED187BCF-6399-9032-8369-835217DDB14A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201794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6">
          <p15:clr>
            <a:srgbClr val="717275"/>
          </p15:clr>
        </p15:guide>
        <p15:guide id="3" orient="horz" pos="2040">
          <p15:clr>
            <a:srgbClr val="FF96FF"/>
          </p15:clr>
        </p15:guide>
        <p15:guide id="4" orient="horz" pos="7496">
          <p15:clr>
            <a:srgbClr val="FF96FF"/>
          </p15:clr>
        </p15:guide>
        <p15:guide id="5" pos="952">
          <p15:clr>
            <a:srgbClr val="FF96FF"/>
          </p15:clr>
        </p15:guide>
        <p15:guide id="6" pos="15041">
          <p15:clr>
            <a:srgbClr val="FF96FF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0">
            <a:extLst>
              <a:ext uri="{FF2B5EF4-FFF2-40B4-BE49-F238E27FC236}">
                <a16:creationId xmlns:a16="http://schemas.microsoft.com/office/drawing/2014/main" id="{43A534F3-DABD-BE13-FE3D-7825D4FEB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32A2EB-F839-4585-88D6-E2058797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A41F14-C51C-4A38-90D8-E015902E90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1" y="1439863"/>
            <a:ext cx="3716400" cy="504000"/>
          </a:xfrm>
          <a:solidFill>
            <a:schemeClr val="accent4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255092A-49F0-4CDD-9FA7-25636468C08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52062"/>
            <a:ext cx="3716400" cy="18154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1A2C9B-9638-48F7-9503-F16973D813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0" y="3993958"/>
            <a:ext cx="37164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1614A04-5625-43DD-8604-D1D979363F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402" y="1439863"/>
            <a:ext cx="3716400" cy="504000"/>
          </a:xfrm>
          <a:solidFill>
            <a:schemeClr val="accent4"/>
          </a:solidFill>
        </p:spPr>
        <p:txBody>
          <a:bodyPr lIns="72000" rIns="7200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B0F2FDB-FC44-4EED-B70F-AB3177432C8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82401" y="2052062"/>
            <a:ext cx="3716400" cy="18154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75AD695-A403-49BB-90DA-B34336871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2401" y="3993958"/>
            <a:ext cx="37164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3569F73-A856-4F57-BEB7-4E7FFF18C8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24803" y="1439863"/>
            <a:ext cx="3716400" cy="504000"/>
          </a:xfrm>
          <a:solidFill>
            <a:schemeClr val="accent4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968814DB-EE45-473E-ADD3-9756091F03B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224803" y="2052062"/>
            <a:ext cx="3716400" cy="18154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699D712-AC27-4B39-9FC7-E79E726A5C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4803" y="3993958"/>
            <a:ext cx="37164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B299C18-BA81-101B-ED53-191133549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1" cy="247686"/>
          </a:xfrm>
          <a:prstGeom prst="rect">
            <a:avLst/>
          </a:prstGeom>
          <a:gradFill flip="none" rotWithShape="1">
            <a:gsLst>
              <a:gs pos="0">
                <a:srgbClr val="2E2D7D"/>
              </a:gs>
              <a:gs pos="100000">
                <a:srgbClr val="20A5DE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2" name="hcSlideMaster.3 Boxed title and ContentHeader">
            <a:extLst>
              <a:ext uri="{FF2B5EF4-FFF2-40B4-BE49-F238E27FC236}">
                <a16:creationId xmlns:a16="http://schemas.microsoft.com/office/drawing/2014/main" id="{C31F0907-7888-2DD4-E4BD-F1E491EDCFC2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9" name="fcSlideMaster.3 Boxed title and ContentFooter">
            <a:extLst>
              <a:ext uri="{FF2B5EF4-FFF2-40B4-BE49-F238E27FC236}">
                <a16:creationId xmlns:a16="http://schemas.microsoft.com/office/drawing/2014/main" id="{103D74D5-4F47-6E72-D8F4-B44F01392393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701354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5360">
          <p15:clr>
            <a:srgbClr val="FF96FF"/>
          </p15:clr>
        </p15:guide>
        <p15:guide id="5" pos="5520">
          <p15:clr>
            <a:srgbClr val="FF96FF"/>
          </p15:clr>
        </p15:guide>
        <p15:guide id="6" pos="10201">
          <p15:clr>
            <a:srgbClr val="FF96FF"/>
          </p15:clr>
        </p15:guide>
        <p15:guide id="7" pos="10359">
          <p15:clr>
            <a:srgbClr val="FF96FF"/>
          </p15:clr>
        </p15:guide>
        <p15:guide id="8" pos="15041">
          <p15:clr>
            <a:srgbClr val="FF96FF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0">
            <a:extLst>
              <a:ext uri="{FF2B5EF4-FFF2-40B4-BE49-F238E27FC236}">
                <a16:creationId xmlns:a16="http://schemas.microsoft.com/office/drawing/2014/main" id="{003A1731-B8E3-962C-44F5-3D46CB01A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32A2EB-F839-4585-88D6-E2058797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A41F14-C51C-4A38-90D8-E015902E90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1" y="1439863"/>
            <a:ext cx="2755800" cy="504000"/>
          </a:xfrm>
          <a:solidFill>
            <a:schemeClr val="accent4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255092A-49F0-4CDD-9FA7-25636468C08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52062"/>
            <a:ext cx="2755800" cy="18154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1A2C9B-9638-48F7-9503-F16973D813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0" y="3993958"/>
            <a:ext cx="27558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1614A04-5625-43DD-8604-D1D979363F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1802" y="1439863"/>
            <a:ext cx="2755800" cy="504000"/>
          </a:xfrm>
          <a:solidFill>
            <a:schemeClr val="accent4"/>
          </a:solidFill>
        </p:spPr>
        <p:txBody>
          <a:bodyPr lIns="72000" rIns="7200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B0F2FDB-FC44-4EED-B70F-AB3177432C8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1801" y="2052062"/>
            <a:ext cx="2755800" cy="18154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75AD695-A403-49BB-90DA-B34336871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21801" y="3993958"/>
            <a:ext cx="27558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3569F73-A856-4F57-BEB7-4E7FFF18C8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602" y="1439863"/>
            <a:ext cx="2755800" cy="504000"/>
          </a:xfrm>
          <a:solidFill>
            <a:schemeClr val="accent4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968814DB-EE45-473E-ADD3-9756091F03B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03601" y="2052062"/>
            <a:ext cx="2755800" cy="18154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699D712-AC27-4B39-9FC7-E79E726A5C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03601" y="3993958"/>
            <a:ext cx="27558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E4FD0932-5165-3F95-9A3B-EBE68EDDFE5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5402" y="1439863"/>
            <a:ext cx="2755800" cy="504000"/>
          </a:xfrm>
          <a:solidFill>
            <a:schemeClr val="accent4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Content Placeholder 36">
            <a:extLst>
              <a:ext uri="{FF2B5EF4-FFF2-40B4-BE49-F238E27FC236}">
                <a16:creationId xmlns:a16="http://schemas.microsoft.com/office/drawing/2014/main" id="{3CA8A2DC-97CA-1FDA-4A3B-5462293D8B49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185402" y="2052062"/>
            <a:ext cx="2755800" cy="18154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38">
            <a:extLst>
              <a:ext uri="{FF2B5EF4-FFF2-40B4-BE49-F238E27FC236}">
                <a16:creationId xmlns:a16="http://schemas.microsoft.com/office/drawing/2014/main" id="{D62E48BE-DE62-A9C0-8A18-46D99A3EC8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84501" y="3993958"/>
            <a:ext cx="2755800" cy="1949643"/>
          </a:xfrm>
          <a:solidFill>
            <a:schemeClr val="bg2"/>
          </a:solidFill>
        </p:spPr>
        <p:txBody>
          <a:bodyPr tIns="72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D0515D9-2842-90D9-4989-38250DDD7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1" cy="247686"/>
          </a:xfrm>
          <a:prstGeom prst="rect">
            <a:avLst/>
          </a:prstGeom>
          <a:gradFill flip="none" rotWithShape="1">
            <a:gsLst>
              <a:gs pos="0">
                <a:srgbClr val="2E2D7D"/>
              </a:gs>
              <a:gs pos="100000">
                <a:srgbClr val="20A5DE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2" name="hcSlideMaster.4 Boxed title and ContentHeader">
            <a:extLst>
              <a:ext uri="{FF2B5EF4-FFF2-40B4-BE49-F238E27FC236}">
                <a16:creationId xmlns:a16="http://schemas.microsoft.com/office/drawing/2014/main" id="{3AF59BBA-158F-8409-5EA9-0873C900A5F3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3" name="fcSlideMaster.4 Boxed title and ContentFooter">
            <a:extLst>
              <a:ext uri="{FF2B5EF4-FFF2-40B4-BE49-F238E27FC236}">
                <a16:creationId xmlns:a16="http://schemas.microsoft.com/office/drawing/2014/main" id="{BE9073EA-2634-728A-8D36-4620B40AB9CE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707919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4150">
          <p15:clr>
            <a:srgbClr val="FF96FF"/>
          </p15:clr>
        </p15:guide>
        <p15:guide id="5" pos="4310">
          <p15:clr>
            <a:srgbClr val="FF96FF"/>
          </p15:clr>
        </p15:guide>
        <p15:guide id="6" pos="7781">
          <p15:clr>
            <a:srgbClr val="FF96FF"/>
          </p15:clr>
        </p15:guide>
        <p15:guide id="7" pos="7939">
          <p15:clr>
            <a:srgbClr val="FF96FF"/>
          </p15:clr>
        </p15:guide>
        <p15:guide id="8" pos="11411">
          <p15:clr>
            <a:srgbClr val="FF96FF"/>
          </p15:clr>
        </p15:guide>
        <p15:guide id="9" pos="11569">
          <p15:clr>
            <a:srgbClr val="FF96FF"/>
          </p15:clr>
        </p15:guide>
        <p15:guide id="10" pos="15041">
          <p15:clr>
            <a:srgbClr val="FF96FF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ox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994BCB93-2767-43FF-C17B-24238BEC9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360000" cy="3600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251988" indent="0">
              <a:buNone/>
              <a:defRPr/>
            </a:lvl4pPr>
            <a:lvl5pPr marL="503975" indent="0">
              <a:buNone/>
              <a:defRPr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32A2EB-F839-4585-88D6-E2058797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A41F14-C51C-4A38-90D8-E015902E90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1" y="1440000"/>
            <a:ext cx="2179200" cy="504000"/>
          </a:xfrm>
          <a:solidFill>
            <a:schemeClr val="accent4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255092A-49F0-4CDD-9FA7-25636468C08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52198"/>
            <a:ext cx="217920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1A2C9B-9638-48F7-9503-F16973D813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0" y="3992537"/>
            <a:ext cx="2179200" cy="1951200"/>
          </a:xfrm>
          <a:solidFill>
            <a:schemeClr val="bg2"/>
          </a:solidFill>
        </p:spPr>
        <p:txBody>
          <a:bodyPr tIns="3600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1614A04-5625-43DD-8604-D1D979363F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5201" y="1440000"/>
            <a:ext cx="2179200" cy="504000"/>
          </a:xfrm>
          <a:solidFill>
            <a:schemeClr val="accent4"/>
          </a:solidFill>
        </p:spPr>
        <p:txBody>
          <a:bodyPr lIns="72000" rIns="7200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B0F2FDB-FC44-4EED-B70F-AB3177432C8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845200" y="2052198"/>
            <a:ext cx="217920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75AD695-A403-49BB-90DA-B34336871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45200" y="3992537"/>
            <a:ext cx="2179200" cy="1951200"/>
          </a:xfrm>
          <a:solidFill>
            <a:schemeClr val="bg2"/>
          </a:solidFill>
        </p:spPr>
        <p:txBody>
          <a:bodyPr tIns="3600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3569F73-A856-4F57-BEB7-4E7FFF18C8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0402" y="1440000"/>
            <a:ext cx="2179200" cy="504000"/>
          </a:xfrm>
          <a:solidFill>
            <a:schemeClr val="accent4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968814DB-EE45-473E-ADD3-9756091F03B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150401" y="2052198"/>
            <a:ext cx="217920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699D712-AC27-4B39-9FC7-E79E726A5C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50401" y="3992537"/>
            <a:ext cx="2179200" cy="1951200"/>
          </a:xfrm>
          <a:solidFill>
            <a:schemeClr val="bg2"/>
          </a:solidFill>
        </p:spPr>
        <p:txBody>
          <a:bodyPr tIns="3600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5" name="Text Placeholder 34">
            <a:extLst>
              <a:ext uri="{FF2B5EF4-FFF2-40B4-BE49-F238E27FC236}">
                <a16:creationId xmlns:a16="http://schemas.microsoft.com/office/drawing/2014/main" id="{BDF5F3B2-B169-424D-8E1F-E57141DFFE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55602" y="1440000"/>
            <a:ext cx="2179200" cy="504000"/>
          </a:xfrm>
          <a:solidFill>
            <a:schemeClr val="accent4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D535B42-E5BC-4AD7-ACF0-8E7736B52D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455601" y="2052198"/>
            <a:ext cx="217920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0CBFB2-E9B0-4E3F-A865-B4CE5F4AB4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55601" y="3992537"/>
            <a:ext cx="2179200" cy="1951200"/>
          </a:xfrm>
          <a:solidFill>
            <a:schemeClr val="bg2"/>
          </a:solidFill>
        </p:spPr>
        <p:txBody>
          <a:bodyPr tIns="3600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Text Placeholder 34">
            <a:extLst>
              <a:ext uri="{FF2B5EF4-FFF2-40B4-BE49-F238E27FC236}">
                <a16:creationId xmlns:a16="http://schemas.microsoft.com/office/drawing/2014/main" id="{DABF480B-5EE1-47B6-BCD6-1BA7FF0159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0801" y="1440000"/>
            <a:ext cx="2179200" cy="504000"/>
          </a:xfrm>
          <a:solidFill>
            <a:schemeClr val="accent4"/>
          </a:solidFill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ED5789C-8005-4F83-9824-18B6F8F0ADFB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760801" y="2052199"/>
            <a:ext cx="2179200" cy="181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F4F7BF8-816A-4762-BD96-85C36C4C58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760801" y="3992537"/>
            <a:ext cx="2179200" cy="1951200"/>
          </a:xfrm>
          <a:solidFill>
            <a:schemeClr val="bg2"/>
          </a:solidFill>
        </p:spPr>
        <p:txBody>
          <a:bodyPr tIns="36000"/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5E1FF74-3FA6-D16C-1B00-7EFED53F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38158" y="5943600"/>
            <a:ext cx="9792861" cy="247686"/>
          </a:xfrm>
          <a:prstGeom prst="rect">
            <a:avLst/>
          </a:prstGeom>
          <a:gradFill flip="none" rotWithShape="1">
            <a:gsLst>
              <a:gs pos="0">
                <a:srgbClr val="2E2D7D"/>
              </a:gs>
              <a:gs pos="100000">
                <a:srgbClr val="20A5DE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2" name="hcSlideMaster.5 Boxed title and ContentHeader">
            <a:extLst>
              <a:ext uri="{FF2B5EF4-FFF2-40B4-BE49-F238E27FC236}">
                <a16:creationId xmlns:a16="http://schemas.microsoft.com/office/drawing/2014/main" id="{590ED44C-F1FC-17B3-E13B-CFFD2DDC9C9E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2" name="fcSlideMaster.5 Boxed title and ContentFooter">
            <a:extLst>
              <a:ext uri="{FF2B5EF4-FFF2-40B4-BE49-F238E27FC236}">
                <a16:creationId xmlns:a16="http://schemas.microsoft.com/office/drawing/2014/main" id="{09320A60-64D0-6A77-524D-116033AC5C2B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40306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3424">
          <p15:clr>
            <a:srgbClr val="FF96FF"/>
          </p15:clr>
        </p15:guide>
        <p15:guide id="5" pos="3584">
          <p15:clr>
            <a:srgbClr val="FF96FF"/>
          </p15:clr>
        </p15:guide>
        <p15:guide id="6" pos="6328">
          <p15:clr>
            <a:srgbClr val="FF96FF"/>
          </p15:clr>
        </p15:guide>
        <p15:guide id="7" pos="6488">
          <p15:clr>
            <a:srgbClr val="FF96FF"/>
          </p15:clr>
        </p15:guide>
        <p15:guide id="8" pos="9233">
          <p15:clr>
            <a:srgbClr val="FF96FF"/>
          </p15:clr>
        </p15:guide>
        <p15:guide id="9" pos="9391">
          <p15:clr>
            <a:srgbClr val="FF96FF"/>
          </p15:clr>
        </p15:guide>
        <p15:guide id="10" pos="12137">
          <p15:clr>
            <a:srgbClr val="FF96FF"/>
          </p15:clr>
        </p15:guide>
        <p15:guide id="11" pos="12295">
          <p15:clr>
            <a:srgbClr val="FF96FF"/>
          </p15:clr>
        </p15:guide>
        <p15:guide id="12" pos="15041">
          <p15:clr>
            <a:srgbClr val="FF96FF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290227-C413-B83D-08AC-BFA137CC8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659" y="5943600"/>
            <a:ext cx="10333679" cy="247686"/>
          </a:xfrm>
          <a:prstGeom prst="rect">
            <a:avLst/>
          </a:prstGeom>
          <a:gradFill flip="none" rotWithShape="1">
            <a:gsLst>
              <a:gs pos="0">
                <a:srgbClr val="20A5DE"/>
              </a:gs>
              <a:gs pos="100000">
                <a:srgbClr val="2E2D7D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None/>
              <a:defRPr lang="en-GB" sz="1800" b="0" kern="1200" smtClean="0">
                <a:noFill/>
                <a:latin typeface="+mn-lt"/>
                <a:ea typeface="+mn-ea"/>
                <a:cs typeface="+mn-cs"/>
              </a:defRPr>
            </a:lvl1pPr>
            <a:lvl2pPr marL="504000" indent="-252000" algn="l" defTabSz="914348" rtl="0" eaLnBrk="1" latinLnBrk="0" hangingPunct="1">
              <a:lnSpc>
                <a:spcPct val="98000"/>
              </a:lnSpc>
              <a:spcBef>
                <a:spcPts val="10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lang="en-GB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512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764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016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268000" indent="-252000" algn="l" defTabSz="914348" rtl="0" eaLnBrk="1" latinLnBrk="0" hangingPunct="1">
              <a:lnSpc>
                <a:spcPct val="98000"/>
              </a:lnSpc>
              <a:spcBef>
                <a:spcPts val="600"/>
              </a:spcBef>
              <a:buClr>
                <a:srgbClr val="FC4C0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5"/>
            <a:r>
              <a:rPr lang="en-GB" sz="1800">
                <a:gradFill>
                  <a:gsLst>
                    <a:gs pos="0">
                      <a:srgbClr val="50BCBD"/>
                    </a:gs>
                    <a:gs pos="100000">
                      <a:srgbClr val="007383">
                        <a:alpha val="80000"/>
                      </a:srgbClr>
                    </a:gs>
                  </a:gsLst>
                  <a:lin ang="10800000" scaled="1"/>
                </a:gradFill>
              </a:rPr>
              <a:t> </a:t>
            </a:r>
            <a:endParaRPr lang="en-GB" sz="1800" dirty="0">
              <a:gradFill>
                <a:gsLst>
                  <a:gs pos="0">
                    <a:srgbClr val="50BCBD"/>
                  </a:gs>
                  <a:gs pos="100000">
                    <a:srgbClr val="007383">
                      <a:alpha val="80000"/>
                    </a:srgbClr>
                  </a:gs>
                </a:gsLst>
                <a:lin ang="10800000" scaled="1"/>
              </a:gra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B27-03EA-489A-B1C5-CB3D5B3F7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6985" y="250629"/>
            <a:ext cx="364217" cy="126000"/>
          </a:xfrm>
          <a:prstGeom prst="rect">
            <a:avLst/>
          </a:prstGeom>
        </p:spPr>
        <p:txBody>
          <a:bodyPr/>
          <a:lstStyle/>
          <a:p>
            <a:fld id="{9091399C-B5EF-49C7-B81A-539AE2F27B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98FB7C0-AB81-400B-93D2-786E05B9E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719139"/>
            <a:ext cx="12192000" cy="5224462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58EDF3-C4C2-CE90-5640-592530609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438799"/>
            <a:ext cx="4939200" cy="1504800"/>
          </a:xfrm>
          <a:gradFill>
            <a:gsLst>
              <a:gs pos="0">
                <a:srgbClr val="2E2D7D">
                  <a:alpha val="90000"/>
                </a:srgbClr>
              </a:gs>
              <a:gs pos="100000">
                <a:srgbClr val="20A5DE">
                  <a:alpha val="95000"/>
                </a:srgbClr>
              </a:gs>
            </a:gsLst>
            <a:lin ang="0" scaled="0"/>
          </a:gradFill>
        </p:spPr>
        <p:txBody>
          <a:bodyPr lIns="288000" tIns="360000" rIns="288000" anchor="t" anchorCtr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hcSlideMaster.Large PictureHeader">
            <a:extLst>
              <a:ext uri="{FF2B5EF4-FFF2-40B4-BE49-F238E27FC236}">
                <a16:creationId xmlns:a16="http://schemas.microsoft.com/office/drawing/2014/main" id="{27398318-05C8-BAAD-FDF4-FE477EA48BD9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6" name="fcSlideMaster.Large PictureFooter">
            <a:extLst>
              <a:ext uri="{FF2B5EF4-FFF2-40B4-BE49-F238E27FC236}">
                <a16:creationId xmlns:a16="http://schemas.microsoft.com/office/drawing/2014/main" id="{B9525ECE-E979-8B9D-9CFF-87A688AE7E21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1729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F96FF"/>
          </p15:clr>
        </p15:guide>
        <p15:guide id="2" orient="horz" pos="7488">
          <p15:clr>
            <a:srgbClr val="FF96FF"/>
          </p15:clr>
        </p15:guide>
        <p15:guide id="3" pos="680">
          <p15:clr>
            <a:srgbClr val="FF96FF"/>
          </p15:clr>
        </p15:guide>
        <p15:guide id="4" pos="15041">
          <p15:clr>
            <a:srgbClr val="FF96FF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434366-380A-2A48-B1D4-F40071F0B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1277191"/>
            <a:ext cx="252000" cy="1260000"/>
          </a:xfrm>
          <a:prstGeom prst="rect">
            <a:avLst/>
          </a:prstGeom>
          <a:solidFill>
            <a:srgbClr val="FC4C02"/>
          </a:solidFill>
        </p:spPr>
        <p:txBody>
          <a:bodyPr/>
          <a:lstStyle>
            <a:lvl1pPr marL="0" indent="0">
              <a:buNone/>
              <a:defRPr b="0" i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  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4657011-A9DB-1F48-B4DA-F65ED8B7A2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2000" y="1025429"/>
            <a:ext cx="5400000" cy="1512000"/>
          </a:xfrm>
          <a:prstGeom prst="rect">
            <a:avLst/>
          </a:prstGeom>
          <a:solidFill>
            <a:srgbClr val="F18700">
              <a:alpha val="89804"/>
            </a:srgbClr>
          </a:solidFill>
        </p:spPr>
        <p:txBody>
          <a:bodyPr/>
          <a:lstStyle>
            <a:lvl1pPr marL="0" indent="0">
              <a:buNone/>
              <a:defRPr b="0" i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   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038A66B-CC73-AB4E-8AB2-FEDAA89684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2413" y="1277191"/>
            <a:ext cx="4860000" cy="2038598"/>
          </a:xfrm>
          <a:prstGeom prst="rect">
            <a:avLst/>
          </a:prstGeom>
          <a:solidFill>
            <a:srgbClr val="E74011">
              <a:alpha val="89804"/>
            </a:srgbClr>
          </a:solidFill>
        </p:spPr>
        <p:txBody>
          <a:bodyPr lIns="252000" bIns="12600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text if needed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FBCB569-1538-6E47-A5C0-D67AB908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1277191"/>
            <a:ext cx="4860000" cy="1260000"/>
          </a:xfrm>
          <a:prstGeom prst="rect">
            <a:avLst/>
          </a:prstGeom>
          <a:solidFill>
            <a:srgbClr val="E40521">
              <a:alpha val="89804"/>
            </a:srgbClr>
          </a:solidFill>
        </p:spPr>
        <p:txBody>
          <a:bodyPr lIns="252000" anchor="ctr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1" name="Picture Placeholder 24">
            <a:extLst>
              <a:ext uri="{FF2B5EF4-FFF2-40B4-BE49-F238E27FC236}">
                <a16:creationId xmlns:a16="http://schemas.microsoft.com/office/drawing/2014/main" id="{B6B328AA-F8F9-C04A-A431-F4C6CC59238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65719" y="988664"/>
            <a:ext cx="4285151" cy="4675071"/>
          </a:xfrm>
          <a:custGeom>
            <a:avLst/>
            <a:gdLst>
              <a:gd name="connsiteX0" fmla="*/ 0 w 4285151"/>
              <a:gd name="connsiteY0" fmla="*/ 0 h 4675071"/>
              <a:gd name="connsiteX1" fmla="*/ 1947862 w 4285151"/>
              <a:gd name="connsiteY1" fmla="*/ 0 h 4675071"/>
              <a:gd name="connsiteX2" fmla="*/ 4285151 w 4285151"/>
              <a:gd name="connsiteY2" fmla="*/ 2337597 h 4675071"/>
              <a:gd name="connsiteX3" fmla="*/ 1947862 w 4285151"/>
              <a:gd name="connsiteY3" fmla="*/ 4675071 h 4675071"/>
              <a:gd name="connsiteX4" fmla="*/ 0 w 4285151"/>
              <a:gd name="connsiteY4" fmla="*/ 4675071 h 4675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5151" h="4675071">
                <a:moveTo>
                  <a:pt x="0" y="0"/>
                </a:moveTo>
                <a:lnTo>
                  <a:pt x="1947862" y="0"/>
                </a:lnTo>
                <a:cubicBezTo>
                  <a:pt x="3238744" y="0"/>
                  <a:pt x="4285151" y="1046612"/>
                  <a:pt x="4285151" y="2337597"/>
                </a:cubicBezTo>
                <a:cubicBezTo>
                  <a:pt x="4285151" y="3628581"/>
                  <a:pt x="3238744" y="4675071"/>
                  <a:pt x="1947862" y="4675071"/>
                </a:cubicBezTo>
                <a:lnTo>
                  <a:pt x="0" y="467507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33F79F-5F94-0940-8521-1A898BF00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405" y="5777896"/>
            <a:ext cx="1901907" cy="975234"/>
          </a:xfrm>
          <a:prstGeom prst="rect">
            <a:avLst/>
          </a:prstGeom>
        </p:spPr>
      </p:pic>
      <p:sp>
        <p:nvSpPr>
          <p:cNvPr id="2" name="hcSlideMaster4.Title SlideHeader"/>
          <p:cNvSpPr txBox="1"/>
          <p:nvPr userDrawn="1"/>
        </p:nvSpPr>
        <p:spPr>
          <a:xfrm>
            <a:off x="0" y="1"/>
            <a:ext cx="1219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GB" sz="3600"/>
          </a:p>
        </p:txBody>
      </p:sp>
      <p:sp>
        <p:nvSpPr>
          <p:cNvPr id="3" name="fcSlideMaster4.Title SlideFooter" descr="BAE SYSTEMS PROPRIETARY"/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800" b="1" i="0" u="none" baseline="0" dirty="0">
                <a:solidFill>
                  <a:srgbClr val="000000"/>
                </a:solidFill>
                <a:latin typeface="Calibri" panose="020F0502020204030204" pitchFamily="34" charset="0"/>
              </a:rPr>
              <a:t>BAE SYSTEMS PROPRIETARY</a:t>
            </a:r>
          </a:p>
        </p:txBody>
      </p:sp>
      <p:sp>
        <p:nvSpPr>
          <p:cNvPr id="4" name="hcSlideMaster132.Title SlideHeader"/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endParaRPr lang="en-GB" sz="800" b="1" i="0" u="none" baseline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fcSlideMaster132.Title SlideFooter" descr="BAE SYSTEMS PROPRIETARY"/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800" b="1" i="0" u="none" baseline="0">
                <a:solidFill>
                  <a:srgbClr val="000000"/>
                </a:solidFill>
                <a:latin typeface="tahoma" panose="020B0604030504040204" pitchFamily="34" charset="0"/>
              </a:rPr>
              <a:t>BAE SYSTEMS PROPRIETARY</a:t>
            </a:r>
          </a:p>
        </p:txBody>
      </p:sp>
      <p:sp>
        <p:nvSpPr>
          <p:cNvPr id="6" name="hcSlideMaster51.Title SlideHeader"/>
          <p:cNvSpPr txBox="1"/>
          <p:nvPr userDrawn="1"/>
        </p:nvSpPr>
        <p:spPr>
          <a:xfrm>
            <a:off x="0" y="1"/>
            <a:ext cx="1219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GB" sz="3600"/>
          </a:p>
        </p:txBody>
      </p:sp>
      <p:sp>
        <p:nvSpPr>
          <p:cNvPr id="12" name="fcSlideMaster51.Title SlideFooter" descr="BAE SYSTEMS SENSITIVE"/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800" b="1" i="0" u="none" baseline="0">
                <a:solidFill>
                  <a:srgbClr val="000000"/>
                </a:solidFill>
                <a:latin typeface="tahoma" panose="020B0604030504040204" pitchFamily="34" charset="0"/>
              </a:rPr>
              <a:t>BAE SYSTEMS SENSITIVE</a:t>
            </a:r>
          </a:p>
        </p:txBody>
      </p:sp>
      <p:sp>
        <p:nvSpPr>
          <p:cNvPr id="14" name="hcSlideMaster77.Title SlideHeader"/>
          <p:cNvSpPr txBox="1"/>
          <p:nvPr userDrawn="1"/>
        </p:nvSpPr>
        <p:spPr>
          <a:xfrm>
            <a:off x="0" y="0"/>
            <a:ext cx="12192000" cy="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/>
            <a:endParaRPr lang="en-GB" sz="3600" b="1" dirty="0">
              <a:latin typeface="+mj-lt"/>
            </a:endParaRPr>
          </a:p>
        </p:txBody>
      </p:sp>
      <p:sp>
        <p:nvSpPr>
          <p:cNvPr id="15" name="fcSlideMaster77.Title SlideFooter" descr="BAE SYSTEMS PROPRIETARY"/>
          <p:cNvSpPr txBox="1"/>
          <p:nvPr userDrawn="1"/>
        </p:nvSpPr>
        <p:spPr>
          <a:xfrm>
            <a:off x="0" y="6545580"/>
            <a:ext cx="12192000" cy="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 b="1" i="0" u="none" baseline="0">
                <a:solidFill>
                  <a:srgbClr val="000000"/>
                </a:solidFill>
                <a:latin typeface="tahoma" panose="020B0604030504040204" pitchFamily="34" charset="0"/>
              </a:rPr>
              <a:t>BAE SYSTEMS PROPRIETARY</a:t>
            </a:r>
            <a:endParaRPr lang="en-GB" sz="800" b="1" i="0" u="non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6" name="hcSlideMaster.Title SlideHeader" descr="UK OFFICIAL"/>
          <p:cNvSpPr txBox="1"/>
          <p:nvPr userDrawn="1"/>
        </p:nvSpPr>
        <p:spPr>
          <a:xfrm>
            <a:off x="0" y="1"/>
            <a:ext cx="1219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 i="0" u="none" baseline="0">
                <a:solidFill>
                  <a:srgbClr val="000000"/>
                </a:solidFill>
                <a:latin typeface="tahoma" panose="020B0604030504040204" pitchFamily="34" charset="0"/>
              </a:rPr>
              <a:t>UK OFFICIAL</a:t>
            </a:r>
            <a:endParaRPr lang="en-GB" sz="800" b="1" i="0" u="none" baseline="0" dirty="0" err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fcSlideMaster.Title SlideFooter" descr="BAE SYSTEMS PROPRIETARY&#10;UK OFFICIAL"/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 i="0" u="none" baseline="0">
                <a:solidFill>
                  <a:srgbClr val="000000"/>
                </a:solidFill>
                <a:latin typeface="tahoma" panose="020B0604030504040204" pitchFamily="34" charset="0"/>
              </a:rPr>
              <a:t>BAE SYSTEMS PROPRIETARY</a:t>
            </a:r>
          </a:p>
          <a:p>
            <a:pPr algn="ctr"/>
            <a:r>
              <a:rPr lang="en-GB" sz="800" b="1" i="0" u="none" baseline="0">
                <a:solidFill>
                  <a:srgbClr val="000000"/>
                </a:solidFill>
                <a:latin typeface="tahoma" panose="020B0604030504040204" pitchFamily="34" charset="0"/>
              </a:rPr>
              <a:t>UK OFFICIAL</a:t>
            </a:r>
            <a:endParaRPr lang="en-GB" sz="800" b="1" i="0" u="none" baseline="0" dirty="0" err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8" name="hcSlideMaster62.1_Title SlideHeader">
            <a:extLst>
              <a:ext uri="{FF2B5EF4-FFF2-40B4-BE49-F238E27FC236}">
                <a16:creationId xmlns:a16="http://schemas.microsoft.com/office/drawing/2014/main" id="{376107DF-434E-46A9-3FA0-1C0E7536869A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19" name="fcSlideMaster62.1_Title SlideFooter" descr="BAE SYSTEMS PROPRIETARY">
            <a:extLst>
              <a:ext uri="{FF2B5EF4-FFF2-40B4-BE49-F238E27FC236}">
                <a16:creationId xmlns:a16="http://schemas.microsoft.com/office/drawing/2014/main" id="{80CA827F-8575-CC13-AD50-7350772D4FC0}"/>
              </a:ext>
            </a:extLst>
          </p:cNvPr>
          <p:cNvSpPr txBox="1"/>
          <p:nvPr userDrawn="1"/>
        </p:nvSpPr>
        <p:spPr>
          <a:xfrm>
            <a:off x="0" y="6545581"/>
            <a:ext cx="1219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 i="0" u="none" baseline="0">
                <a:solidFill>
                  <a:srgbClr val="000000"/>
                </a:solidFill>
                <a:latin typeface="tahoma" panose="020B0604030504040204" pitchFamily="34" charset="0"/>
              </a:rPr>
              <a:t>BAE SYSTEMS PROPRIETARY</a:t>
            </a:r>
            <a:endParaRPr lang="en-GB" sz="800" b="1" i="0" u="none" baseline="0" dirty="0" err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" name="hcSlideMaster.1_Title SlideHeader">
            <a:extLst>
              <a:ext uri="{FF2B5EF4-FFF2-40B4-BE49-F238E27FC236}">
                <a16:creationId xmlns:a16="http://schemas.microsoft.com/office/drawing/2014/main" id="{E14CFB15-411C-B21A-6FC0-284D27338DDA}"/>
              </a:ext>
            </a:extLst>
          </p:cNvPr>
          <p:cNvSpPr txBox="1"/>
          <p:nvPr userDrawn="1"/>
        </p:nvSpPr>
        <p:spPr>
          <a:xfrm>
            <a:off x="0" y="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3" name="fcSlideMaster.1_Title SlideFooter">
            <a:extLst>
              <a:ext uri="{FF2B5EF4-FFF2-40B4-BE49-F238E27FC236}">
                <a16:creationId xmlns:a16="http://schemas.microsoft.com/office/drawing/2014/main" id="{2C96C0A5-0AC7-04E9-5334-684EC4B6644E}"/>
              </a:ext>
            </a:extLst>
          </p:cNvPr>
          <p:cNvSpPr txBox="1"/>
          <p:nvPr userDrawn="1"/>
        </p:nvSpPr>
        <p:spPr>
          <a:xfrm>
            <a:off x="0" y="6423661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endParaRPr lang="en-GB" sz="1600" dirty="0" err="1"/>
          </a:p>
        </p:txBody>
      </p:sp>
      <p:sp>
        <p:nvSpPr>
          <p:cNvPr id="20" name="hcSlideMaster122.1_Title SlideHeader">
            <a:extLst>
              <a:ext uri="{FF2B5EF4-FFF2-40B4-BE49-F238E27FC236}">
                <a16:creationId xmlns:a16="http://schemas.microsoft.com/office/drawing/2014/main" id="{00C04561-761B-7BDB-6A98-C44E7EFC029D}"/>
              </a:ext>
            </a:extLst>
          </p:cNvPr>
          <p:cNvSpPr txBox="1"/>
          <p:nvPr userDrawn="1"/>
        </p:nvSpPr>
        <p:spPr>
          <a:xfrm>
            <a:off x="0" y="1"/>
            <a:ext cx="1219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endParaRPr lang="en-GB" sz="800" b="1" i="0" u="none" strike="noStrike" baseline="0" dirty="0" err="1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fcSlideMaster122.1_Title SlideFooter" descr="BAE SYSTEMS PROPRIETARY">
            <a:extLst>
              <a:ext uri="{FF2B5EF4-FFF2-40B4-BE49-F238E27FC236}">
                <a16:creationId xmlns:a16="http://schemas.microsoft.com/office/drawing/2014/main" id="{B20B8F5F-EB4E-DE3F-E300-D376A5883DA3}"/>
              </a:ext>
            </a:extLst>
          </p:cNvPr>
          <p:cNvSpPr txBox="1"/>
          <p:nvPr userDrawn="1"/>
        </p:nvSpPr>
        <p:spPr>
          <a:xfrm>
            <a:off x="0" y="6545581"/>
            <a:ext cx="1219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 i="0" u="none" strike="noStrike" baseline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BAE SYSTEMS PROPRIETARY</a:t>
            </a:r>
            <a:endParaRPr lang="en-GB" sz="800" b="1" i="0" u="none" strike="noStrike" baseline="0" dirty="0" err="1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96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28.xml"/><Relationship Id="rId42" Type="http://schemas.openxmlformats.org/officeDocument/2006/relationships/slideLayout" Target="../slideLayouts/slideLayout49.xml"/><Relationship Id="rId47" Type="http://schemas.openxmlformats.org/officeDocument/2006/relationships/slideLayout" Target="../slideLayouts/slideLayout54.xml"/><Relationship Id="rId63" Type="http://schemas.openxmlformats.org/officeDocument/2006/relationships/slideLayout" Target="../slideLayouts/slideLayout70.xml"/><Relationship Id="rId68" Type="http://schemas.openxmlformats.org/officeDocument/2006/relationships/slideLayout" Target="../slideLayouts/slideLayout75.xml"/><Relationship Id="rId84" Type="http://schemas.openxmlformats.org/officeDocument/2006/relationships/slideLayout" Target="../slideLayouts/slideLayout91.xml"/><Relationship Id="rId89" Type="http://schemas.openxmlformats.org/officeDocument/2006/relationships/slideLayout" Target="../slideLayouts/slideLayout96.xml"/><Relationship Id="rId16" Type="http://schemas.openxmlformats.org/officeDocument/2006/relationships/slideLayout" Target="../slideLayouts/slideLayout23.xml"/><Relationship Id="rId107" Type="http://schemas.openxmlformats.org/officeDocument/2006/relationships/tags" Target="../tags/tag3.xml"/><Relationship Id="rId11" Type="http://schemas.openxmlformats.org/officeDocument/2006/relationships/slideLayout" Target="../slideLayouts/slideLayout18.xml"/><Relationship Id="rId32" Type="http://schemas.openxmlformats.org/officeDocument/2006/relationships/slideLayout" Target="../slideLayouts/slideLayout39.xml"/><Relationship Id="rId37" Type="http://schemas.openxmlformats.org/officeDocument/2006/relationships/slideLayout" Target="../slideLayouts/slideLayout44.xml"/><Relationship Id="rId53" Type="http://schemas.openxmlformats.org/officeDocument/2006/relationships/slideLayout" Target="../slideLayouts/slideLayout60.xml"/><Relationship Id="rId58" Type="http://schemas.openxmlformats.org/officeDocument/2006/relationships/slideLayout" Target="../slideLayouts/slideLayout65.xml"/><Relationship Id="rId74" Type="http://schemas.openxmlformats.org/officeDocument/2006/relationships/slideLayout" Target="../slideLayouts/slideLayout81.xml"/><Relationship Id="rId79" Type="http://schemas.openxmlformats.org/officeDocument/2006/relationships/slideLayout" Target="../slideLayouts/slideLayout86.xml"/><Relationship Id="rId102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2.xml"/><Relationship Id="rId90" Type="http://schemas.openxmlformats.org/officeDocument/2006/relationships/slideLayout" Target="../slideLayouts/slideLayout97.xml"/><Relationship Id="rId95" Type="http://schemas.openxmlformats.org/officeDocument/2006/relationships/slideLayout" Target="../slideLayouts/slideLayout102.xml"/><Relationship Id="rId22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4.xml"/><Relationship Id="rId43" Type="http://schemas.openxmlformats.org/officeDocument/2006/relationships/slideLayout" Target="../slideLayouts/slideLayout50.xml"/><Relationship Id="rId48" Type="http://schemas.openxmlformats.org/officeDocument/2006/relationships/slideLayout" Target="../slideLayouts/slideLayout55.xml"/><Relationship Id="rId64" Type="http://schemas.openxmlformats.org/officeDocument/2006/relationships/slideLayout" Target="../slideLayouts/slideLayout71.xml"/><Relationship Id="rId69" Type="http://schemas.openxmlformats.org/officeDocument/2006/relationships/slideLayout" Target="../slideLayouts/slideLayout76.xml"/><Relationship Id="rId80" Type="http://schemas.openxmlformats.org/officeDocument/2006/relationships/slideLayout" Target="../slideLayouts/slideLayout87.xml"/><Relationship Id="rId85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33" Type="http://schemas.openxmlformats.org/officeDocument/2006/relationships/slideLayout" Target="../slideLayouts/slideLayout40.xml"/><Relationship Id="rId38" Type="http://schemas.openxmlformats.org/officeDocument/2006/relationships/slideLayout" Target="../slideLayouts/slideLayout45.xml"/><Relationship Id="rId59" Type="http://schemas.openxmlformats.org/officeDocument/2006/relationships/slideLayout" Target="../slideLayouts/slideLayout66.xml"/><Relationship Id="rId103" Type="http://schemas.openxmlformats.org/officeDocument/2006/relationships/slideLayout" Target="../slideLayouts/slideLayout110.xml"/><Relationship Id="rId108" Type="http://schemas.openxmlformats.org/officeDocument/2006/relationships/tags" Target="../tags/tag4.xml"/><Relationship Id="rId54" Type="http://schemas.openxmlformats.org/officeDocument/2006/relationships/slideLayout" Target="../slideLayouts/slideLayout61.xml"/><Relationship Id="rId70" Type="http://schemas.openxmlformats.org/officeDocument/2006/relationships/slideLayout" Target="../slideLayouts/slideLayout77.xml"/><Relationship Id="rId75" Type="http://schemas.openxmlformats.org/officeDocument/2006/relationships/slideLayout" Target="../slideLayouts/slideLayout82.xml"/><Relationship Id="rId91" Type="http://schemas.openxmlformats.org/officeDocument/2006/relationships/slideLayout" Target="../slideLayouts/slideLayout98.xml"/><Relationship Id="rId96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43.xml"/><Relationship Id="rId49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64.xml"/><Relationship Id="rId106" Type="http://schemas.openxmlformats.org/officeDocument/2006/relationships/tags" Target="../tags/tag2.xml"/><Relationship Id="rId10" Type="http://schemas.openxmlformats.org/officeDocument/2006/relationships/slideLayout" Target="../slideLayouts/slideLayout17.xml"/><Relationship Id="rId31" Type="http://schemas.openxmlformats.org/officeDocument/2006/relationships/slideLayout" Target="../slideLayouts/slideLayout38.xml"/><Relationship Id="rId44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7.xml"/><Relationship Id="rId65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80.xml"/><Relationship Id="rId78" Type="http://schemas.openxmlformats.org/officeDocument/2006/relationships/slideLayout" Target="../slideLayouts/slideLayout85.xml"/><Relationship Id="rId81" Type="http://schemas.openxmlformats.org/officeDocument/2006/relationships/slideLayout" Target="../slideLayouts/slideLayout88.xml"/><Relationship Id="rId86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101.xml"/><Relationship Id="rId99" Type="http://schemas.openxmlformats.org/officeDocument/2006/relationships/slideLayout" Target="../slideLayouts/slideLayout106.xml"/><Relationship Id="rId101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9" Type="http://schemas.openxmlformats.org/officeDocument/2006/relationships/slideLayout" Target="../slideLayouts/slideLayout46.xml"/><Relationship Id="rId109" Type="http://schemas.openxmlformats.org/officeDocument/2006/relationships/image" Target="../media/image2.emf"/><Relationship Id="rId34" Type="http://schemas.openxmlformats.org/officeDocument/2006/relationships/slideLayout" Target="../slideLayouts/slideLayout41.xml"/><Relationship Id="rId50" Type="http://schemas.openxmlformats.org/officeDocument/2006/relationships/slideLayout" Target="../slideLayouts/slideLayout57.xml"/><Relationship Id="rId55" Type="http://schemas.openxmlformats.org/officeDocument/2006/relationships/slideLayout" Target="../slideLayouts/slideLayout62.xml"/><Relationship Id="rId76" Type="http://schemas.openxmlformats.org/officeDocument/2006/relationships/slideLayout" Target="../slideLayouts/slideLayout83.xml"/><Relationship Id="rId97" Type="http://schemas.openxmlformats.org/officeDocument/2006/relationships/slideLayout" Target="../slideLayouts/slideLayout104.xml"/><Relationship Id="rId104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4.xml"/><Relationship Id="rId71" Type="http://schemas.openxmlformats.org/officeDocument/2006/relationships/slideLayout" Target="../slideLayouts/slideLayout78.xml"/><Relationship Id="rId9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.xml"/><Relationship Id="rId29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1.xml"/><Relationship Id="rId40" Type="http://schemas.openxmlformats.org/officeDocument/2006/relationships/slideLayout" Target="../slideLayouts/slideLayout47.xml"/><Relationship Id="rId45" Type="http://schemas.openxmlformats.org/officeDocument/2006/relationships/slideLayout" Target="../slideLayouts/slideLayout52.xml"/><Relationship Id="rId66" Type="http://schemas.openxmlformats.org/officeDocument/2006/relationships/slideLayout" Target="../slideLayouts/slideLayout73.xml"/><Relationship Id="rId87" Type="http://schemas.openxmlformats.org/officeDocument/2006/relationships/slideLayout" Target="../slideLayouts/slideLayout94.xml"/><Relationship Id="rId61" Type="http://schemas.openxmlformats.org/officeDocument/2006/relationships/slideLayout" Target="../slideLayouts/slideLayout68.xml"/><Relationship Id="rId82" Type="http://schemas.openxmlformats.org/officeDocument/2006/relationships/slideLayout" Target="../slideLayouts/slideLayout89.xml"/><Relationship Id="rId1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1.xml"/><Relationship Id="rId30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42.xml"/><Relationship Id="rId56" Type="http://schemas.openxmlformats.org/officeDocument/2006/relationships/slideLayout" Target="../slideLayouts/slideLayout63.xml"/><Relationship Id="rId77" Type="http://schemas.openxmlformats.org/officeDocument/2006/relationships/slideLayout" Target="../slideLayouts/slideLayout84.xml"/><Relationship Id="rId100" Type="http://schemas.openxmlformats.org/officeDocument/2006/relationships/slideLayout" Target="../slideLayouts/slideLayout107.xml"/><Relationship Id="rId105" Type="http://schemas.openxmlformats.org/officeDocument/2006/relationships/theme" Target="../theme/theme2.xml"/><Relationship Id="rId8" Type="http://schemas.openxmlformats.org/officeDocument/2006/relationships/slideLayout" Target="../slideLayouts/slideLayout15.xml"/><Relationship Id="rId51" Type="http://schemas.openxmlformats.org/officeDocument/2006/relationships/slideLayout" Target="../slideLayouts/slideLayout58.xml"/><Relationship Id="rId72" Type="http://schemas.openxmlformats.org/officeDocument/2006/relationships/slideLayout" Target="../slideLayouts/slideLayout79.xml"/><Relationship Id="rId93" Type="http://schemas.openxmlformats.org/officeDocument/2006/relationships/slideLayout" Target="../slideLayouts/slideLayout100.xml"/><Relationship Id="rId98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.xml"/><Relationship Id="rId25" Type="http://schemas.openxmlformats.org/officeDocument/2006/relationships/slideLayout" Target="../slideLayouts/slideLayout32.xml"/><Relationship Id="rId46" Type="http://schemas.openxmlformats.org/officeDocument/2006/relationships/slideLayout" Target="../slideLayouts/slideLayout53.xml"/><Relationship Id="rId67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27.xml"/><Relationship Id="rId41" Type="http://schemas.openxmlformats.org/officeDocument/2006/relationships/slideLayout" Target="../slideLayouts/slideLayout48.xml"/><Relationship Id="rId62" Type="http://schemas.openxmlformats.org/officeDocument/2006/relationships/slideLayout" Target="../slideLayouts/slideLayout69.xml"/><Relationship Id="rId83" Type="http://schemas.openxmlformats.org/officeDocument/2006/relationships/slideLayout" Target="../slideLayouts/slideLayout90.xml"/><Relationship Id="rId88" Type="http://schemas.openxmlformats.org/officeDocument/2006/relationships/slideLayout" Target="../slideLayouts/slideLayout9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886571B-74C7-137D-11D7-5FA04E31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56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7094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760" r:id="rId3"/>
    <p:sldLayoutId id="2147483761" r:id="rId4"/>
    <p:sldLayoutId id="2147483762" r:id="rId5"/>
    <p:sldLayoutId id="2147483763" r:id="rId6"/>
    <p:sldLayoutId id="214748376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72126F2A-66DE-4F4C-BEA1-92E09399A0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  <p:custDataLst>
              <p:tags r:id="rId106"/>
            </p:custDataLst>
          </p:nvPr>
        </p:nvSpPr>
        <p:spPr>
          <a:xfrm>
            <a:off x="538158" y="440059"/>
            <a:ext cx="11401431" cy="76009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33DEE-4640-4FAB-964F-91FD6C20D7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  <p:custDataLst>
              <p:tags r:id="rId107"/>
            </p:custDataLst>
          </p:nvPr>
        </p:nvSpPr>
        <p:spPr>
          <a:xfrm>
            <a:off x="540001" y="1439864"/>
            <a:ext cx="11401200" cy="450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763DBB-2D5C-462E-8FA3-DD827D3FA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905" y="6482376"/>
            <a:ext cx="2683740" cy="2898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tabLst>
                <a:tab pos="269862" algn="l"/>
              </a:tabLst>
            </a:pPr>
            <a:r>
              <a:rPr lang="en-GB" sz="600" dirty="0">
                <a:solidFill>
                  <a:schemeClr val="tx1"/>
                </a:solidFill>
              </a:rPr>
              <a:t>© </a:t>
            </a:r>
            <a:fld id="{CDB19C54-48A0-491D-8FDF-89F14D39A45C}" type="datetimeyyyy">
              <a:rPr lang="en-GB" sz="600" smtClean="0">
                <a:solidFill>
                  <a:schemeClr val="tx1"/>
                </a:solidFill>
              </a:rPr>
              <a:pPr>
                <a:spcAft>
                  <a:spcPts val="0"/>
                </a:spcAft>
                <a:tabLst>
                  <a:tab pos="269862" algn="l"/>
                </a:tabLst>
              </a:pPr>
              <a:t>2026</a:t>
            </a:fld>
            <a:r>
              <a:rPr lang="en-GB" sz="600" dirty="0">
                <a:solidFill>
                  <a:schemeClr val="tx1"/>
                </a:solidFill>
              </a:rPr>
              <a:t> BAE Systems. All Rights Reserved BAE SYSTEMS is a registered trademark.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50E091-72C0-4B36-A58D-8B63F36AF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018" y="6191286"/>
            <a:ext cx="1610182" cy="252000"/>
          </a:xfrm>
          <a:prstGeom prst="rect">
            <a:avLst/>
          </a:prstGeom>
        </p:spPr>
      </p:pic>
      <p:sp>
        <p:nvSpPr>
          <p:cNvPr id="17" name="Guides" hidden="1">
            <a:extLst>
              <a:ext uri="{FF2B5EF4-FFF2-40B4-BE49-F238E27FC236}">
                <a16:creationId xmlns:a16="http://schemas.microsoft.com/office/drawing/2014/main" id="{04B495CD-34AB-5DA9-810A-DBBEB9C0AEFF}"/>
              </a:ext>
            </a:extLst>
          </p:cNvPr>
          <p:cNvSpPr/>
          <p:nvPr userDrawn="1">
            <p:custDataLst>
              <p:tags r:id="rId108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51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  <p:sldLayoutId id="2147483687" r:id="rId33"/>
    <p:sldLayoutId id="2147483688" r:id="rId34"/>
    <p:sldLayoutId id="2147483689" r:id="rId35"/>
    <p:sldLayoutId id="2147483690" r:id="rId36"/>
    <p:sldLayoutId id="2147483691" r:id="rId37"/>
    <p:sldLayoutId id="2147483692" r:id="rId38"/>
    <p:sldLayoutId id="2147483693" r:id="rId39"/>
    <p:sldLayoutId id="2147483694" r:id="rId40"/>
    <p:sldLayoutId id="2147483695" r:id="rId41"/>
    <p:sldLayoutId id="2147483696" r:id="rId42"/>
    <p:sldLayoutId id="2147483697" r:id="rId43"/>
    <p:sldLayoutId id="2147483698" r:id="rId44"/>
    <p:sldLayoutId id="2147483699" r:id="rId45"/>
    <p:sldLayoutId id="2147483700" r:id="rId46"/>
    <p:sldLayoutId id="2147483701" r:id="rId47"/>
    <p:sldLayoutId id="2147483702" r:id="rId48"/>
    <p:sldLayoutId id="2147483703" r:id="rId49"/>
    <p:sldLayoutId id="2147483704" r:id="rId50"/>
    <p:sldLayoutId id="2147483705" r:id="rId51"/>
    <p:sldLayoutId id="2147483706" r:id="rId52"/>
    <p:sldLayoutId id="2147483707" r:id="rId53"/>
    <p:sldLayoutId id="2147483708" r:id="rId54"/>
    <p:sldLayoutId id="2147483709" r:id="rId55"/>
    <p:sldLayoutId id="2147483710" r:id="rId56"/>
    <p:sldLayoutId id="2147483711" r:id="rId57"/>
    <p:sldLayoutId id="2147483712" r:id="rId58"/>
    <p:sldLayoutId id="2147483713" r:id="rId59"/>
    <p:sldLayoutId id="2147483714" r:id="rId60"/>
    <p:sldLayoutId id="2147483715" r:id="rId61"/>
    <p:sldLayoutId id="2147483716" r:id="rId62"/>
    <p:sldLayoutId id="2147483717" r:id="rId63"/>
    <p:sldLayoutId id="2147483718" r:id="rId64"/>
    <p:sldLayoutId id="2147483719" r:id="rId65"/>
    <p:sldLayoutId id="2147483720" r:id="rId66"/>
    <p:sldLayoutId id="2147483721" r:id="rId67"/>
    <p:sldLayoutId id="2147483722" r:id="rId68"/>
    <p:sldLayoutId id="2147483723" r:id="rId69"/>
    <p:sldLayoutId id="2147483724" r:id="rId70"/>
    <p:sldLayoutId id="2147483725" r:id="rId71"/>
    <p:sldLayoutId id="2147483726" r:id="rId72"/>
    <p:sldLayoutId id="2147483727" r:id="rId73"/>
    <p:sldLayoutId id="2147483728" r:id="rId74"/>
    <p:sldLayoutId id="2147483729" r:id="rId75"/>
    <p:sldLayoutId id="2147483730" r:id="rId76"/>
    <p:sldLayoutId id="2147483731" r:id="rId77"/>
    <p:sldLayoutId id="2147483732" r:id="rId78"/>
    <p:sldLayoutId id="2147483733" r:id="rId79"/>
    <p:sldLayoutId id="2147483734" r:id="rId80"/>
    <p:sldLayoutId id="2147483735" r:id="rId81"/>
    <p:sldLayoutId id="2147483736" r:id="rId82"/>
    <p:sldLayoutId id="2147483737" r:id="rId83"/>
    <p:sldLayoutId id="2147483738" r:id="rId84"/>
    <p:sldLayoutId id="2147483739" r:id="rId85"/>
    <p:sldLayoutId id="2147483740" r:id="rId86"/>
    <p:sldLayoutId id="2147483741" r:id="rId87"/>
    <p:sldLayoutId id="2147483742" r:id="rId88"/>
    <p:sldLayoutId id="2147483743" r:id="rId89"/>
    <p:sldLayoutId id="2147483744" r:id="rId90"/>
    <p:sldLayoutId id="2147483745" r:id="rId91"/>
    <p:sldLayoutId id="2147483746" r:id="rId92"/>
    <p:sldLayoutId id="2147483747" r:id="rId93"/>
    <p:sldLayoutId id="2147483748" r:id="rId94"/>
    <p:sldLayoutId id="2147483749" r:id="rId95"/>
    <p:sldLayoutId id="2147483750" r:id="rId96"/>
    <p:sldLayoutId id="2147483751" r:id="rId97"/>
    <p:sldLayoutId id="2147483752" r:id="rId98"/>
    <p:sldLayoutId id="2147483753" r:id="rId99"/>
    <p:sldLayoutId id="2147483754" r:id="rId100"/>
    <p:sldLayoutId id="2147483755" r:id="rId101"/>
    <p:sldLayoutId id="2147483756" r:id="rId102"/>
    <p:sldLayoutId id="2147483757" r:id="rId103"/>
    <p:sldLayoutId id="2147483758" r:id="rId104"/>
  </p:sldLayoutIdLst>
  <p:hf hdr="0" ftr="0" dt="0"/>
  <p:txStyles>
    <p:titleStyle>
      <a:lvl1pPr algn="l" defTabSz="914303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91" indent="-179991" algn="l" defTabSz="914303" rtl="0" eaLnBrk="1" latinLnBrk="0" hangingPunct="1">
        <a:lnSpc>
          <a:spcPct val="98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59982" indent="-179991" algn="l" defTabSz="914303" rtl="0" eaLnBrk="1" latinLnBrk="0" hangingPunct="1">
        <a:lnSpc>
          <a:spcPct val="98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9973" indent="-179991" algn="l" defTabSz="914303" rtl="0" eaLnBrk="1" latinLnBrk="0" hangingPunct="1">
        <a:lnSpc>
          <a:spcPct val="98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19964" indent="-179991" algn="l" defTabSz="914303" rtl="0" eaLnBrk="1" latinLnBrk="0" hangingPunct="1">
        <a:lnSpc>
          <a:spcPct val="98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99955" indent="-179991" algn="l" defTabSz="914303" rtl="0" eaLnBrk="1" latinLnBrk="0" hangingPunct="1">
        <a:lnSpc>
          <a:spcPct val="98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46" indent="-179991" algn="l" defTabSz="914303" rtl="0" eaLnBrk="1" latinLnBrk="0" hangingPunct="1">
        <a:lnSpc>
          <a:spcPct val="98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259937" indent="-179991" algn="l" defTabSz="914303" rtl="0" eaLnBrk="1" latinLnBrk="0" hangingPunct="1">
        <a:lnSpc>
          <a:spcPct val="98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439928" indent="-179991" algn="l" defTabSz="914303" rtl="0" eaLnBrk="1" latinLnBrk="0" hangingPunct="1">
        <a:lnSpc>
          <a:spcPct val="98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1619919" indent="-179991" algn="l" defTabSz="914303" rtl="0" eaLnBrk="1" latinLnBrk="0" hangingPunct="1">
        <a:lnSpc>
          <a:spcPct val="98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1" algn="l" defTabSz="9143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3" algn="l" defTabSz="9143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3" algn="l" defTabSz="9143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04" algn="l" defTabSz="9143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55" algn="l" defTabSz="9143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06" algn="l" defTabSz="9143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57" algn="l" defTabSz="9143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07" algn="l" defTabSz="9143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8.xml"/><Relationship Id="rId7" Type="http://schemas.openxmlformats.org/officeDocument/2006/relationships/slide" Target="slide10.xml"/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5" Type="http://schemas.openxmlformats.org/officeDocument/2006/relationships/slide" Target="slide5.xml"/><Relationship Id="rId4" Type="http://schemas.openxmlformats.org/officeDocument/2006/relationships/slide" Target="slide6.xml"/><Relationship Id="rId9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Layout" Target="../slideLayouts/slideLayout1.xml"/><Relationship Id="rId7" Type="http://schemas.openxmlformats.org/officeDocument/2006/relationships/slide" Target="slide6.xml"/><Relationship Id="rId12" Type="http://schemas.openxmlformats.org/officeDocument/2006/relationships/slide" Target="slide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slide" Target="slide8.xml"/><Relationship Id="rId11" Type="http://schemas.openxmlformats.org/officeDocument/2006/relationships/slide" Target="slide4.xml"/><Relationship Id="rId5" Type="http://schemas.openxmlformats.org/officeDocument/2006/relationships/slide" Target="slide7.xml"/><Relationship Id="rId10" Type="http://schemas.openxmlformats.org/officeDocument/2006/relationships/slide" Target="slide10.xml"/><Relationship Id="rId4" Type="http://schemas.openxmlformats.org/officeDocument/2006/relationships/image" Target="../media/image8.png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7.xml"/><Relationship Id="rId7" Type="http://schemas.openxmlformats.org/officeDocument/2006/relationships/slide" Target="slide9.xml"/><Relationship Id="rId12" Type="http://schemas.openxmlformats.org/officeDocument/2006/relationships/slide" Target="slide1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image" Target="../media/image10.svg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8.xml"/><Relationship Id="rId9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7.xml"/><Relationship Id="rId7" Type="http://schemas.openxmlformats.org/officeDocument/2006/relationships/slide" Target="slide9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image" Target="../media/image10.svg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8.xml"/><Relationship Id="rId9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7.xml"/><Relationship Id="rId7" Type="http://schemas.openxmlformats.org/officeDocument/2006/relationships/slide" Target="slide9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image" Target="../media/image10.svg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8.xml"/><Relationship Id="rId9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7.xml"/><Relationship Id="rId7" Type="http://schemas.openxmlformats.org/officeDocument/2006/relationships/slide" Target="slide9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image" Target="../media/image10.svg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8.xml"/><Relationship Id="rId9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7.xml"/><Relationship Id="rId7" Type="http://schemas.openxmlformats.org/officeDocument/2006/relationships/slide" Target="slide9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image" Target="../media/image10.svg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8.xml"/><Relationship Id="rId9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7.xml"/><Relationship Id="rId7" Type="http://schemas.openxmlformats.org/officeDocument/2006/relationships/slide" Target="slide9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image" Target="../media/image10.svg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8.xml"/><Relationship Id="rId9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17.jpg"/><Relationship Id="rId7" Type="http://schemas.openxmlformats.org/officeDocument/2006/relationships/slide" Target="slide5.xml"/><Relationship Id="rId12" Type="http://schemas.openxmlformats.org/officeDocument/2006/relationships/image" Target="../media/image10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3.xml"/><Relationship Id="rId5" Type="http://schemas.openxmlformats.org/officeDocument/2006/relationships/slide" Target="slide8.xml"/><Relationship Id="rId10" Type="http://schemas.openxmlformats.org/officeDocument/2006/relationships/slide" Target="slide4.xml"/><Relationship Id="rId4" Type="http://schemas.openxmlformats.org/officeDocument/2006/relationships/slide" Target="slide7.xml"/><Relationship Id="rId9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7.xml"/><Relationship Id="rId7" Type="http://schemas.openxmlformats.org/officeDocument/2006/relationships/slide" Target="slide9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image" Target="../media/image10.svg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8.xml"/><Relationship Id="rId9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slide" Target="slide1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slide" Target="slide12.xml"/><Relationship Id="rId4" Type="http://schemas.openxmlformats.org/officeDocument/2006/relationships/image" Target="../media/image20.sv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gif"/><Relationship Id="rId3" Type="http://schemas.openxmlformats.org/officeDocument/2006/relationships/image" Target="../media/image25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slide" Target="slide12.xml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29C500C-1E15-1AF7-57CB-A1650B29D4E5}"/>
              </a:ext>
            </a:extLst>
          </p:cNvPr>
          <p:cNvSpPr/>
          <p:nvPr/>
        </p:nvSpPr>
        <p:spPr>
          <a:xfrm>
            <a:off x="-3080826" y="3118503"/>
            <a:ext cx="2679893" cy="62099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Animation skip slide</a:t>
            </a:r>
          </a:p>
        </p:txBody>
      </p:sp>
      <p:sp>
        <p:nvSpPr>
          <p:cNvPr id="2" name="Free-form: Shape 1">
            <a:hlinkClick r:id="rId2" action="ppaction://hlinksldjump"/>
            <a:extLst>
              <a:ext uri="{FF2B5EF4-FFF2-40B4-BE49-F238E27FC236}">
                <a16:creationId xmlns:a16="http://schemas.microsoft.com/office/drawing/2014/main" id="{1C1A5D26-96C5-6916-4F08-4D8A4BBB043C}"/>
              </a:ext>
            </a:extLst>
          </p:cNvPr>
          <p:cNvSpPr/>
          <p:nvPr/>
        </p:nvSpPr>
        <p:spPr>
          <a:xfrm>
            <a:off x="4910219" y="4751868"/>
            <a:ext cx="2369542" cy="1888974"/>
          </a:xfrm>
          <a:custGeom>
            <a:avLst/>
            <a:gdLst>
              <a:gd name="csX0" fmla="*/ 689027 w 2369542"/>
              <a:gd name="csY0" fmla="*/ 0 h 1888974"/>
              <a:gd name="csX1" fmla="*/ 1184782 w 2369542"/>
              <a:gd name="csY1" fmla="*/ 89411 h 1888974"/>
              <a:gd name="csX2" fmla="*/ 1680516 w 2369542"/>
              <a:gd name="csY2" fmla="*/ 7 h 1888974"/>
              <a:gd name="csX3" fmla="*/ 2369543 w 2369542"/>
              <a:gd name="csY3" fmla="*/ 1663455 h 1888974"/>
              <a:gd name="csX4" fmla="*/ 1184782 w 2369542"/>
              <a:gd name="csY4" fmla="*/ 1888975 h 1888974"/>
              <a:gd name="csX5" fmla="*/ 0 w 2369542"/>
              <a:gd name="csY5" fmla="*/ 1663455 h 1888974"/>
              <a:gd name="csX6" fmla="*/ 689027 w 2369542"/>
              <a:gd name="csY6" fmla="*/ 0 h 1888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74">
                <a:moveTo>
                  <a:pt x="689027" y="0"/>
                </a:moveTo>
                <a:cubicBezTo>
                  <a:pt x="843285" y="57795"/>
                  <a:pt x="1010344" y="89411"/>
                  <a:pt x="1184782" y="89411"/>
                </a:cubicBezTo>
                <a:cubicBezTo>
                  <a:pt x="1359213" y="89411"/>
                  <a:pt x="1526258" y="57802"/>
                  <a:pt x="1680516" y="7"/>
                </a:cubicBezTo>
                <a:lnTo>
                  <a:pt x="2369543" y="1663455"/>
                </a:lnTo>
                <a:cubicBezTo>
                  <a:pt x="2002940" y="1808968"/>
                  <a:pt x="1603200" y="1888975"/>
                  <a:pt x="1184782" y="1888975"/>
                </a:cubicBezTo>
                <a:cubicBezTo>
                  <a:pt x="766350" y="1888975"/>
                  <a:pt x="366610" y="1808975"/>
                  <a:pt x="0" y="1663455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-form: Shape 2">
            <a:hlinkClick r:id="rId3" action="ppaction://hlinksldjump"/>
            <a:extLst>
              <a:ext uri="{FF2B5EF4-FFF2-40B4-BE49-F238E27FC236}">
                <a16:creationId xmlns:a16="http://schemas.microsoft.com/office/drawing/2014/main" id="{EE214C7A-E9E8-B042-B07E-D128D0956612}"/>
              </a:ext>
            </a:extLst>
          </p:cNvPr>
          <p:cNvSpPr/>
          <p:nvPr/>
        </p:nvSpPr>
        <p:spPr>
          <a:xfrm>
            <a:off x="3144913" y="4013553"/>
            <a:ext cx="2364515" cy="2364521"/>
          </a:xfrm>
          <a:custGeom>
            <a:avLst/>
            <a:gdLst>
              <a:gd name="csX0" fmla="*/ 1663449 w 2364515"/>
              <a:gd name="csY0" fmla="*/ 0 h 2364521"/>
              <a:gd name="csX1" fmla="*/ 2364516 w 2364515"/>
              <a:gd name="csY1" fmla="*/ 701074 h 2364521"/>
              <a:gd name="csX2" fmla="*/ 1675489 w 2364515"/>
              <a:gd name="csY2" fmla="*/ 2364522 h 2364521"/>
              <a:gd name="csX3" fmla="*/ 0 w 2364515"/>
              <a:gd name="csY3" fmla="*/ 689027 h 2364521"/>
              <a:gd name="csX4" fmla="*/ 1663449 w 2364515"/>
              <a:gd name="csY4" fmla="*/ 0 h 2364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1">
                <a:moveTo>
                  <a:pt x="1663449" y="0"/>
                </a:moveTo>
                <a:cubicBezTo>
                  <a:pt x="1804708" y="309888"/>
                  <a:pt x="2054627" y="559807"/>
                  <a:pt x="2364516" y="701074"/>
                </a:cubicBezTo>
                <a:lnTo>
                  <a:pt x="1675489" y="2364522"/>
                </a:lnTo>
                <a:cubicBezTo>
                  <a:pt x="925908" y="2040222"/>
                  <a:pt x="324296" y="1438608"/>
                  <a:pt x="0" y="689027"/>
                </a:cubicBezTo>
                <a:lnTo>
                  <a:pt x="1663449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-form: Shape 3">
            <a:hlinkClick r:id="rId4" action="ppaction://hlinksldjump"/>
            <a:extLst>
              <a:ext uri="{FF2B5EF4-FFF2-40B4-BE49-F238E27FC236}">
                <a16:creationId xmlns:a16="http://schemas.microsoft.com/office/drawing/2014/main" id="{E5EFED6E-8119-DC9C-06A8-9702E6EC4350}"/>
              </a:ext>
            </a:extLst>
          </p:cNvPr>
          <p:cNvSpPr/>
          <p:nvPr/>
        </p:nvSpPr>
        <p:spPr>
          <a:xfrm>
            <a:off x="6680553" y="4013560"/>
            <a:ext cx="2364521" cy="2364514"/>
          </a:xfrm>
          <a:custGeom>
            <a:avLst/>
            <a:gdLst>
              <a:gd name="csX0" fmla="*/ 2364522 w 2364521"/>
              <a:gd name="csY0" fmla="*/ 689027 h 2364514"/>
              <a:gd name="csX1" fmla="*/ 689027 w 2364521"/>
              <a:gd name="csY1" fmla="*/ 2364515 h 2364514"/>
              <a:gd name="csX2" fmla="*/ 0 w 2364521"/>
              <a:gd name="csY2" fmla="*/ 701067 h 2364514"/>
              <a:gd name="csX3" fmla="*/ 701074 w 2364521"/>
              <a:gd name="csY3" fmla="*/ 0 h 2364514"/>
              <a:gd name="csX4" fmla="*/ 2364522 w 2364521"/>
              <a:gd name="csY4" fmla="*/ 689027 h 236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21" h="2364514">
                <a:moveTo>
                  <a:pt x="2364522" y="689027"/>
                </a:moveTo>
                <a:cubicBezTo>
                  <a:pt x="2040222" y="1438607"/>
                  <a:pt x="1438608" y="2040222"/>
                  <a:pt x="689027" y="2364515"/>
                </a:cubicBezTo>
                <a:lnTo>
                  <a:pt x="0" y="701067"/>
                </a:lnTo>
                <a:cubicBezTo>
                  <a:pt x="309888" y="559807"/>
                  <a:pt x="559814" y="309888"/>
                  <a:pt x="701074" y="0"/>
                </a:cubicBezTo>
                <a:lnTo>
                  <a:pt x="2364522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" name="Free-form: Shape 5">
            <a:hlinkClick r:id="rId5" action="ppaction://hlinksldjump"/>
            <a:extLst>
              <a:ext uri="{FF2B5EF4-FFF2-40B4-BE49-F238E27FC236}">
                <a16:creationId xmlns:a16="http://schemas.microsoft.com/office/drawing/2014/main" id="{B4AF54B0-4E52-F68E-4490-CD14A576C2AC}"/>
              </a:ext>
            </a:extLst>
          </p:cNvPr>
          <p:cNvSpPr/>
          <p:nvPr/>
        </p:nvSpPr>
        <p:spPr>
          <a:xfrm>
            <a:off x="7418868" y="2243226"/>
            <a:ext cx="1888974" cy="2369542"/>
          </a:xfrm>
          <a:custGeom>
            <a:avLst/>
            <a:gdLst>
              <a:gd name="csX0" fmla="*/ 1663455 w 1888974"/>
              <a:gd name="csY0" fmla="*/ 0 h 2369542"/>
              <a:gd name="csX1" fmla="*/ 1888975 w 1888974"/>
              <a:gd name="csY1" fmla="*/ 1184775 h 2369542"/>
              <a:gd name="csX2" fmla="*/ 1663455 w 1888974"/>
              <a:gd name="csY2" fmla="*/ 2369543 h 2369542"/>
              <a:gd name="csX3" fmla="*/ 0 w 1888974"/>
              <a:gd name="csY3" fmla="*/ 1680509 h 2369542"/>
              <a:gd name="csX4" fmla="*/ 89411 w 1888974"/>
              <a:gd name="csY4" fmla="*/ 1184775 h 2369542"/>
              <a:gd name="csX5" fmla="*/ 0 w 1888974"/>
              <a:gd name="csY5" fmla="*/ 689020 h 2369542"/>
              <a:gd name="csX6" fmla="*/ 1663455 w 1888974"/>
              <a:gd name="csY6" fmla="*/ 0 h 2369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74" h="2369542">
                <a:moveTo>
                  <a:pt x="1663455" y="0"/>
                </a:moveTo>
                <a:cubicBezTo>
                  <a:pt x="1808975" y="366610"/>
                  <a:pt x="1888975" y="766343"/>
                  <a:pt x="1888975" y="1184775"/>
                </a:cubicBezTo>
                <a:cubicBezTo>
                  <a:pt x="1888975" y="1603200"/>
                  <a:pt x="1808975" y="2002933"/>
                  <a:pt x="1663455" y="2369543"/>
                </a:cubicBezTo>
                <a:lnTo>
                  <a:pt x="0" y="1680509"/>
                </a:lnTo>
                <a:cubicBezTo>
                  <a:pt x="57795" y="1526251"/>
                  <a:pt x="89411" y="1359206"/>
                  <a:pt x="89411" y="1184775"/>
                </a:cubicBezTo>
                <a:cubicBezTo>
                  <a:pt x="89411" y="1010337"/>
                  <a:pt x="57795" y="843278"/>
                  <a:pt x="0" y="689020"/>
                </a:cubicBezTo>
                <a:lnTo>
                  <a:pt x="1663455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-form: Shape 6">
            <a:hlinkClick r:id="rId6" action="ppaction://hlinksldjump"/>
            <a:extLst>
              <a:ext uri="{FF2B5EF4-FFF2-40B4-BE49-F238E27FC236}">
                <a16:creationId xmlns:a16="http://schemas.microsoft.com/office/drawing/2014/main" id="{B405DF5F-57CE-E3AD-2A9B-9EDABE0AABFF}"/>
              </a:ext>
            </a:extLst>
          </p:cNvPr>
          <p:cNvSpPr/>
          <p:nvPr/>
        </p:nvSpPr>
        <p:spPr>
          <a:xfrm>
            <a:off x="2882153" y="2243226"/>
            <a:ext cx="1888967" cy="2369536"/>
          </a:xfrm>
          <a:custGeom>
            <a:avLst/>
            <a:gdLst>
              <a:gd name="csX0" fmla="*/ 1888968 w 1888967"/>
              <a:gd name="csY0" fmla="*/ 689027 h 2369536"/>
              <a:gd name="csX1" fmla="*/ 1799571 w 1888967"/>
              <a:gd name="csY1" fmla="*/ 1184775 h 2369536"/>
              <a:gd name="csX2" fmla="*/ 1888961 w 1888967"/>
              <a:gd name="csY2" fmla="*/ 1680502 h 2369536"/>
              <a:gd name="csX3" fmla="*/ 225516 w 1888967"/>
              <a:gd name="csY3" fmla="*/ 2369536 h 2369536"/>
              <a:gd name="csX4" fmla="*/ 0 w 1888967"/>
              <a:gd name="csY4" fmla="*/ 1184775 h 2369536"/>
              <a:gd name="csX5" fmla="*/ 225516 w 1888967"/>
              <a:gd name="csY5" fmla="*/ 0 h 2369536"/>
              <a:gd name="csX6" fmla="*/ 1888968 w 1888967"/>
              <a:gd name="csY6" fmla="*/ 689027 h 2369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67" h="2369536">
                <a:moveTo>
                  <a:pt x="1888968" y="689027"/>
                </a:moveTo>
                <a:cubicBezTo>
                  <a:pt x="1831173" y="843285"/>
                  <a:pt x="1799571" y="1010337"/>
                  <a:pt x="1799571" y="1184775"/>
                </a:cubicBezTo>
                <a:cubicBezTo>
                  <a:pt x="1799571" y="1359199"/>
                  <a:pt x="1831173" y="1526251"/>
                  <a:pt x="1888961" y="1680502"/>
                </a:cubicBezTo>
                <a:lnTo>
                  <a:pt x="225516" y="2369536"/>
                </a:lnTo>
                <a:cubicBezTo>
                  <a:pt x="79999" y="2002933"/>
                  <a:pt x="0" y="1603193"/>
                  <a:pt x="0" y="1184775"/>
                </a:cubicBezTo>
                <a:cubicBezTo>
                  <a:pt x="0" y="766350"/>
                  <a:pt x="79998" y="366610"/>
                  <a:pt x="225516" y="0"/>
                </a:cubicBezTo>
                <a:lnTo>
                  <a:pt x="1888968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-form: Shape 7">
            <a:hlinkClick r:id="rId7" action="ppaction://hlinksldjump"/>
            <a:extLst>
              <a:ext uri="{FF2B5EF4-FFF2-40B4-BE49-F238E27FC236}">
                <a16:creationId xmlns:a16="http://schemas.microsoft.com/office/drawing/2014/main" id="{0BD64344-74C4-2750-F061-AFFEE7A6ABE1}"/>
              </a:ext>
            </a:extLst>
          </p:cNvPr>
          <p:cNvSpPr/>
          <p:nvPr/>
        </p:nvSpPr>
        <p:spPr>
          <a:xfrm>
            <a:off x="3144913" y="477913"/>
            <a:ext cx="2364515" cy="2364522"/>
          </a:xfrm>
          <a:custGeom>
            <a:avLst/>
            <a:gdLst>
              <a:gd name="csX0" fmla="*/ 2364516 w 2364515"/>
              <a:gd name="csY0" fmla="*/ 1663449 h 2364522"/>
              <a:gd name="csX1" fmla="*/ 1663449 w 2364515"/>
              <a:gd name="csY1" fmla="*/ 2364522 h 2364522"/>
              <a:gd name="csX2" fmla="*/ 0 w 2364515"/>
              <a:gd name="csY2" fmla="*/ 1675495 h 2364522"/>
              <a:gd name="csX3" fmla="*/ 1675489 w 2364515"/>
              <a:gd name="csY3" fmla="*/ 0 h 2364522"/>
              <a:gd name="csX4" fmla="*/ 2364516 w 2364515"/>
              <a:gd name="csY4" fmla="*/ 1663449 h 23645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2">
                <a:moveTo>
                  <a:pt x="2364516" y="1663449"/>
                </a:moveTo>
                <a:cubicBezTo>
                  <a:pt x="2054627" y="1804708"/>
                  <a:pt x="1804708" y="2054634"/>
                  <a:pt x="1663449" y="2364522"/>
                </a:cubicBezTo>
                <a:lnTo>
                  <a:pt x="0" y="1675495"/>
                </a:lnTo>
                <a:cubicBezTo>
                  <a:pt x="324296" y="925915"/>
                  <a:pt x="925908" y="324298"/>
                  <a:pt x="1675489" y="0"/>
                </a:cubicBezTo>
                <a:lnTo>
                  <a:pt x="2364516" y="1663449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" name="Free-form: Shape 8">
            <a:hlinkClick r:id="rId8" action="ppaction://hlinksldjump"/>
            <a:extLst>
              <a:ext uri="{FF2B5EF4-FFF2-40B4-BE49-F238E27FC236}">
                <a16:creationId xmlns:a16="http://schemas.microsoft.com/office/drawing/2014/main" id="{24109AEF-B63F-3848-8312-57F2F95C9A1F}"/>
              </a:ext>
            </a:extLst>
          </p:cNvPr>
          <p:cNvSpPr/>
          <p:nvPr/>
        </p:nvSpPr>
        <p:spPr>
          <a:xfrm>
            <a:off x="6680560" y="477913"/>
            <a:ext cx="2364514" cy="2364515"/>
          </a:xfrm>
          <a:custGeom>
            <a:avLst/>
            <a:gdLst>
              <a:gd name="csX0" fmla="*/ 689027 w 2364514"/>
              <a:gd name="csY0" fmla="*/ 0 h 2364515"/>
              <a:gd name="csX1" fmla="*/ 2364515 w 2364514"/>
              <a:gd name="csY1" fmla="*/ 1675495 h 2364515"/>
              <a:gd name="csX2" fmla="*/ 701067 w 2364514"/>
              <a:gd name="csY2" fmla="*/ 2364516 h 2364515"/>
              <a:gd name="csX3" fmla="*/ 0 w 2364514"/>
              <a:gd name="csY3" fmla="*/ 1663449 h 2364515"/>
              <a:gd name="csX4" fmla="*/ 689027 w 2364514"/>
              <a:gd name="csY4" fmla="*/ 0 h 2364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4" h="2364515">
                <a:moveTo>
                  <a:pt x="689027" y="0"/>
                </a:moveTo>
                <a:cubicBezTo>
                  <a:pt x="1438607" y="324297"/>
                  <a:pt x="2040222" y="925915"/>
                  <a:pt x="2364515" y="1675495"/>
                </a:cubicBezTo>
                <a:lnTo>
                  <a:pt x="701067" y="2364516"/>
                </a:lnTo>
                <a:cubicBezTo>
                  <a:pt x="559807" y="2054627"/>
                  <a:pt x="309888" y="1804708"/>
                  <a:pt x="0" y="1663449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" name="Free-form: Shape 9">
            <a:hlinkClick r:id="rId9" action="ppaction://hlinksldjump"/>
            <a:extLst>
              <a:ext uri="{FF2B5EF4-FFF2-40B4-BE49-F238E27FC236}">
                <a16:creationId xmlns:a16="http://schemas.microsoft.com/office/drawing/2014/main" id="{AEE9AE9A-9809-3F00-0936-E32E5C531652}"/>
              </a:ext>
            </a:extLst>
          </p:cNvPr>
          <p:cNvSpPr/>
          <p:nvPr/>
        </p:nvSpPr>
        <p:spPr>
          <a:xfrm>
            <a:off x="4910219" y="215153"/>
            <a:ext cx="2369542" cy="1888967"/>
          </a:xfrm>
          <a:custGeom>
            <a:avLst/>
            <a:gdLst>
              <a:gd name="csX0" fmla="*/ 1184782 w 2369542"/>
              <a:gd name="csY0" fmla="*/ 0 h 1888967"/>
              <a:gd name="csX1" fmla="*/ 2369543 w 2369542"/>
              <a:gd name="csY1" fmla="*/ 225516 h 1888967"/>
              <a:gd name="csX2" fmla="*/ 1680516 w 2369542"/>
              <a:gd name="csY2" fmla="*/ 1888961 h 1888967"/>
              <a:gd name="csX3" fmla="*/ 1184782 w 2369542"/>
              <a:gd name="csY3" fmla="*/ 1799571 h 1888967"/>
              <a:gd name="csX4" fmla="*/ 689027 w 2369542"/>
              <a:gd name="csY4" fmla="*/ 1888968 h 1888967"/>
              <a:gd name="csX5" fmla="*/ 0 w 2369542"/>
              <a:gd name="csY5" fmla="*/ 225516 h 1888967"/>
              <a:gd name="csX6" fmla="*/ 1184782 w 2369542"/>
              <a:gd name="csY6" fmla="*/ 0 h 18889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67">
                <a:moveTo>
                  <a:pt x="1184782" y="0"/>
                </a:moveTo>
                <a:cubicBezTo>
                  <a:pt x="1603200" y="0"/>
                  <a:pt x="2002940" y="79999"/>
                  <a:pt x="2369543" y="225516"/>
                </a:cubicBezTo>
                <a:lnTo>
                  <a:pt x="1680516" y="1888961"/>
                </a:lnTo>
                <a:cubicBezTo>
                  <a:pt x="1526258" y="1831173"/>
                  <a:pt x="1359213" y="1799571"/>
                  <a:pt x="1184782" y="1799571"/>
                </a:cubicBezTo>
                <a:cubicBezTo>
                  <a:pt x="1010344" y="1799571"/>
                  <a:pt x="843285" y="1831173"/>
                  <a:pt x="689027" y="1888968"/>
                </a:cubicBezTo>
                <a:lnTo>
                  <a:pt x="0" y="225516"/>
                </a:lnTo>
                <a:cubicBezTo>
                  <a:pt x="366610" y="79996"/>
                  <a:pt x="766350" y="0"/>
                  <a:pt x="1184782" y="0"/>
                </a:cubicBez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D52DDC43-01CE-A8CC-4BBC-92523AE239B6}"/>
              </a:ext>
            </a:extLst>
          </p:cNvPr>
          <p:cNvSpPr/>
          <p:nvPr/>
        </p:nvSpPr>
        <p:spPr>
          <a:xfrm>
            <a:off x="5599246" y="4672011"/>
            <a:ext cx="991488" cy="169267"/>
          </a:xfrm>
          <a:custGeom>
            <a:avLst/>
            <a:gdLst>
              <a:gd name="csX0" fmla="*/ 33076 w 991488"/>
              <a:gd name="csY0" fmla="*/ 0 h 169267"/>
              <a:gd name="csX1" fmla="*/ 495754 w 991488"/>
              <a:gd name="csY1" fmla="*/ 82928 h 169267"/>
              <a:gd name="csX2" fmla="*/ 958413 w 991488"/>
              <a:gd name="csY2" fmla="*/ 7 h 169267"/>
              <a:gd name="csX3" fmla="*/ 991489 w 991488"/>
              <a:gd name="csY3" fmla="*/ 79864 h 169267"/>
              <a:gd name="csX4" fmla="*/ 495754 w 991488"/>
              <a:gd name="csY4" fmla="*/ 169267 h 169267"/>
              <a:gd name="csX5" fmla="*/ 0 w 991488"/>
              <a:gd name="csY5" fmla="*/ 79857 h 169267"/>
              <a:gd name="csX6" fmla="*/ 33076 w 991488"/>
              <a:gd name="csY6" fmla="*/ 0 h 169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8" h="169267">
                <a:moveTo>
                  <a:pt x="33076" y="0"/>
                </a:moveTo>
                <a:cubicBezTo>
                  <a:pt x="177135" y="53603"/>
                  <a:pt x="333017" y="82928"/>
                  <a:pt x="495754" y="82928"/>
                </a:cubicBezTo>
                <a:cubicBezTo>
                  <a:pt x="658478" y="82928"/>
                  <a:pt x="814353" y="53610"/>
                  <a:pt x="958413" y="7"/>
                </a:cubicBezTo>
                <a:lnTo>
                  <a:pt x="991489" y="79864"/>
                </a:lnTo>
                <a:cubicBezTo>
                  <a:pt x="837231" y="137659"/>
                  <a:pt x="670186" y="169267"/>
                  <a:pt x="495754" y="169267"/>
                </a:cubicBezTo>
                <a:cubicBezTo>
                  <a:pt x="321317" y="169267"/>
                  <a:pt x="154258" y="137652"/>
                  <a:pt x="0" y="79857"/>
                </a:cubicBezTo>
                <a:lnTo>
                  <a:pt x="33076" y="0"/>
                </a:lnTo>
                <a:close/>
              </a:path>
            </a:pathLst>
          </a:custGeom>
          <a:solidFill>
            <a:srgbClr val="E74011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2" name="Free-form: Shape 11">
            <a:extLst>
              <a:ext uri="{FF2B5EF4-FFF2-40B4-BE49-F238E27FC236}">
                <a16:creationId xmlns:a16="http://schemas.microsoft.com/office/drawing/2014/main" id="{1E1F1066-87D9-610B-66B8-5A2882BF327B}"/>
              </a:ext>
            </a:extLst>
          </p:cNvPr>
          <p:cNvSpPr/>
          <p:nvPr/>
        </p:nvSpPr>
        <p:spPr>
          <a:xfrm>
            <a:off x="5595856" y="2014723"/>
            <a:ext cx="991489" cy="169260"/>
          </a:xfrm>
          <a:custGeom>
            <a:avLst/>
            <a:gdLst>
              <a:gd name="csX0" fmla="*/ 958413 w 991489"/>
              <a:gd name="csY0" fmla="*/ 169260 h 169260"/>
              <a:gd name="csX1" fmla="*/ 495741 w 991489"/>
              <a:gd name="csY1" fmla="*/ 86339 h 169260"/>
              <a:gd name="csX2" fmla="*/ 33076 w 991489"/>
              <a:gd name="csY2" fmla="*/ 169254 h 169260"/>
              <a:gd name="csX3" fmla="*/ 0 w 991489"/>
              <a:gd name="csY3" fmla="*/ 89397 h 169260"/>
              <a:gd name="csX4" fmla="*/ 495741 w 991489"/>
              <a:gd name="csY4" fmla="*/ 0 h 169260"/>
              <a:gd name="csX5" fmla="*/ 991489 w 991489"/>
              <a:gd name="csY5" fmla="*/ 89403 h 169260"/>
              <a:gd name="csX6" fmla="*/ 958413 w 991489"/>
              <a:gd name="csY6" fmla="*/ 169260 h 169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9" h="169260">
                <a:moveTo>
                  <a:pt x="958413" y="169260"/>
                </a:moveTo>
                <a:cubicBezTo>
                  <a:pt x="814354" y="115658"/>
                  <a:pt x="658472" y="86339"/>
                  <a:pt x="495741" y="86339"/>
                </a:cubicBezTo>
                <a:cubicBezTo>
                  <a:pt x="333010" y="86339"/>
                  <a:pt x="177135" y="115651"/>
                  <a:pt x="33076" y="169254"/>
                </a:cubicBezTo>
                <a:lnTo>
                  <a:pt x="0" y="89397"/>
                </a:lnTo>
                <a:cubicBezTo>
                  <a:pt x="154258" y="31602"/>
                  <a:pt x="321303" y="0"/>
                  <a:pt x="495741" y="0"/>
                </a:cubicBezTo>
                <a:cubicBezTo>
                  <a:pt x="670179" y="0"/>
                  <a:pt x="837231" y="31609"/>
                  <a:pt x="991489" y="89403"/>
                </a:cubicBezTo>
                <a:lnTo>
                  <a:pt x="958413" y="169260"/>
                </a:lnTo>
                <a:close/>
              </a:path>
            </a:pathLst>
          </a:custGeom>
          <a:solidFill>
            <a:srgbClr val="E74011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F09406C-E687-6684-EFFF-DBDD82B98A11}"/>
              </a:ext>
            </a:extLst>
          </p:cNvPr>
          <p:cNvSpPr/>
          <p:nvPr/>
        </p:nvSpPr>
        <p:spPr>
          <a:xfrm>
            <a:off x="4808361" y="3980477"/>
            <a:ext cx="734143" cy="734150"/>
          </a:xfrm>
          <a:custGeom>
            <a:avLst/>
            <a:gdLst>
              <a:gd name="csX0" fmla="*/ 79857 w 734143"/>
              <a:gd name="csY0" fmla="*/ 0 h 734150"/>
              <a:gd name="csX1" fmla="*/ 734143 w 734143"/>
              <a:gd name="csY1" fmla="*/ 654293 h 734150"/>
              <a:gd name="csX2" fmla="*/ 701067 w 734143"/>
              <a:gd name="csY2" fmla="*/ 734150 h 734150"/>
              <a:gd name="csX3" fmla="*/ 0 w 734143"/>
              <a:gd name="csY3" fmla="*/ 33076 h 734150"/>
              <a:gd name="csX4" fmla="*/ 79857 w 734143"/>
              <a:gd name="csY4" fmla="*/ 0 h 734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43" h="734150">
                <a:moveTo>
                  <a:pt x="79857" y="0"/>
                </a:moveTo>
                <a:cubicBezTo>
                  <a:pt x="212290" y="288805"/>
                  <a:pt x="445339" y="521853"/>
                  <a:pt x="734143" y="654293"/>
                </a:cubicBezTo>
                <a:lnTo>
                  <a:pt x="701067" y="734150"/>
                </a:lnTo>
                <a:cubicBezTo>
                  <a:pt x="391179" y="592883"/>
                  <a:pt x="141260" y="342964"/>
                  <a:pt x="0" y="33076"/>
                </a:cubicBezTo>
                <a:lnTo>
                  <a:pt x="79857" y="0"/>
                </a:lnTo>
                <a:close/>
              </a:path>
            </a:pathLst>
          </a:custGeom>
          <a:solidFill>
            <a:srgbClr val="E74011">
              <a:alpha val="4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2C756DB3-5304-6476-02E9-4568BCECACC5}"/>
              </a:ext>
            </a:extLst>
          </p:cNvPr>
          <p:cNvSpPr/>
          <p:nvPr/>
        </p:nvSpPr>
        <p:spPr>
          <a:xfrm>
            <a:off x="6647477" y="3980483"/>
            <a:ext cx="734150" cy="734143"/>
          </a:xfrm>
          <a:custGeom>
            <a:avLst/>
            <a:gdLst>
              <a:gd name="csX0" fmla="*/ 734150 w 734150"/>
              <a:gd name="csY0" fmla="*/ 33076 h 734143"/>
              <a:gd name="csX1" fmla="*/ 33076 w 734150"/>
              <a:gd name="csY1" fmla="*/ 734143 h 734143"/>
              <a:gd name="csX2" fmla="*/ 0 w 734150"/>
              <a:gd name="csY2" fmla="*/ 654287 h 734143"/>
              <a:gd name="csX3" fmla="*/ 654293 w 734150"/>
              <a:gd name="csY3" fmla="*/ 0 h 734143"/>
              <a:gd name="csX4" fmla="*/ 734150 w 734150"/>
              <a:gd name="csY4" fmla="*/ 33076 h 734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50" h="734143">
                <a:moveTo>
                  <a:pt x="734150" y="33076"/>
                </a:moveTo>
                <a:cubicBezTo>
                  <a:pt x="592890" y="342964"/>
                  <a:pt x="342964" y="592883"/>
                  <a:pt x="33076" y="734143"/>
                </a:cubicBezTo>
                <a:lnTo>
                  <a:pt x="0" y="654287"/>
                </a:lnTo>
                <a:cubicBezTo>
                  <a:pt x="288805" y="521853"/>
                  <a:pt x="521853" y="288805"/>
                  <a:pt x="654293" y="0"/>
                </a:cubicBezTo>
                <a:lnTo>
                  <a:pt x="734150" y="33076"/>
                </a:lnTo>
                <a:close/>
              </a:path>
            </a:pathLst>
          </a:custGeom>
          <a:solidFill>
            <a:srgbClr val="E74011">
              <a:alpha val="4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BB0EF81A-D226-D090-DF02-455FC6F9FBD2}"/>
              </a:ext>
            </a:extLst>
          </p:cNvPr>
          <p:cNvSpPr/>
          <p:nvPr/>
        </p:nvSpPr>
        <p:spPr>
          <a:xfrm>
            <a:off x="7339011" y="2932253"/>
            <a:ext cx="169267" cy="991481"/>
          </a:xfrm>
          <a:custGeom>
            <a:avLst/>
            <a:gdLst>
              <a:gd name="csX0" fmla="*/ 79844 w 169267"/>
              <a:gd name="csY0" fmla="*/ 0 h 991481"/>
              <a:gd name="csX1" fmla="*/ 169267 w 169267"/>
              <a:gd name="csY1" fmla="*/ 495748 h 991481"/>
              <a:gd name="csX2" fmla="*/ 79857 w 169267"/>
              <a:gd name="csY2" fmla="*/ 991482 h 991481"/>
              <a:gd name="csX3" fmla="*/ 7 w 169267"/>
              <a:gd name="csY3" fmla="*/ 958406 h 991481"/>
              <a:gd name="csX4" fmla="*/ 82928 w 169267"/>
              <a:gd name="csY4" fmla="*/ 495748 h 991481"/>
              <a:gd name="csX5" fmla="*/ 0 w 169267"/>
              <a:gd name="csY5" fmla="*/ 33069 h 991481"/>
              <a:gd name="csX6" fmla="*/ 79844 w 169267"/>
              <a:gd name="csY6" fmla="*/ 0 h 991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67" h="991481">
                <a:moveTo>
                  <a:pt x="79844" y="0"/>
                </a:moveTo>
                <a:cubicBezTo>
                  <a:pt x="137638" y="154258"/>
                  <a:pt x="169267" y="321310"/>
                  <a:pt x="169267" y="495748"/>
                </a:cubicBezTo>
                <a:cubicBezTo>
                  <a:pt x="169267" y="670179"/>
                  <a:pt x="137652" y="837224"/>
                  <a:pt x="79857" y="991482"/>
                </a:cubicBezTo>
                <a:lnTo>
                  <a:pt x="7" y="958406"/>
                </a:lnTo>
                <a:cubicBezTo>
                  <a:pt x="53610" y="814347"/>
                  <a:pt x="82928" y="658472"/>
                  <a:pt x="82928" y="495748"/>
                </a:cubicBezTo>
                <a:cubicBezTo>
                  <a:pt x="82928" y="333010"/>
                  <a:pt x="53603" y="177129"/>
                  <a:pt x="0" y="33069"/>
                </a:cubicBezTo>
                <a:lnTo>
                  <a:pt x="79844" y="0"/>
                </a:lnTo>
                <a:close/>
              </a:path>
            </a:pathLst>
          </a:custGeom>
          <a:solidFill>
            <a:srgbClr val="E74011">
              <a:alpha val="4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5211A74-F180-3D01-B761-AB7371DE1CE1}"/>
              </a:ext>
            </a:extLst>
          </p:cNvPr>
          <p:cNvSpPr/>
          <p:nvPr/>
        </p:nvSpPr>
        <p:spPr>
          <a:xfrm>
            <a:off x="4681723" y="2932260"/>
            <a:ext cx="169246" cy="991468"/>
          </a:xfrm>
          <a:custGeom>
            <a:avLst/>
            <a:gdLst>
              <a:gd name="csX0" fmla="*/ 169247 w 169246"/>
              <a:gd name="csY0" fmla="*/ 33069 h 991468"/>
              <a:gd name="csX1" fmla="*/ 86339 w 169246"/>
              <a:gd name="csY1" fmla="*/ 495741 h 991468"/>
              <a:gd name="csX2" fmla="*/ 169247 w 169246"/>
              <a:gd name="csY2" fmla="*/ 958392 h 991468"/>
              <a:gd name="csX3" fmla="*/ 89390 w 169246"/>
              <a:gd name="csY3" fmla="*/ 991469 h 991468"/>
              <a:gd name="csX4" fmla="*/ 0 w 169246"/>
              <a:gd name="csY4" fmla="*/ 495741 h 991468"/>
              <a:gd name="csX5" fmla="*/ 89403 w 169246"/>
              <a:gd name="csY5" fmla="*/ 0 h 991468"/>
              <a:gd name="csX6" fmla="*/ 169247 w 169246"/>
              <a:gd name="csY6" fmla="*/ 33069 h 991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46" h="991468">
                <a:moveTo>
                  <a:pt x="169247" y="33069"/>
                </a:moveTo>
                <a:cubicBezTo>
                  <a:pt x="115644" y="177129"/>
                  <a:pt x="86339" y="333010"/>
                  <a:pt x="86339" y="495741"/>
                </a:cubicBezTo>
                <a:cubicBezTo>
                  <a:pt x="86339" y="658465"/>
                  <a:pt x="115651" y="814340"/>
                  <a:pt x="169247" y="958392"/>
                </a:cubicBezTo>
                <a:lnTo>
                  <a:pt x="89390" y="991469"/>
                </a:lnTo>
                <a:cubicBezTo>
                  <a:pt x="31602" y="837217"/>
                  <a:pt x="0" y="670165"/>
                  <a:pt x="0" y="495741"/>
                </a:cubicBezTo>
                <a:cubicBezTo>
                  <a:pt x="0" y="321303"/>
                  <a:pt x="31609" y="154258"/>
                  <a:pt x="89403" y="0"/>
                </a:cubicBezTo>
                <a:lnTo>
                  <a:pt x="169247" y="33069"/>
                </a:lnTo>
                <a:close/>
              </a:path>
            </a:pathLst>
          </a:custGeom>
          <a:solidFill>
            <a:srgbClr val="E74011">
              <a:alpha val="4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A1D4F25C-B480-68F4-B462-D858169FE599}"/>
              </a:ext>
            </a:extLst>
          </p:cNvPr>
          <p:cNvSpPr/>
          <p:nvPr/>
        </p:nvSpPr>
        <p:spPr>
          <a:xfrm>
            <a:off x="4808368" y="2141381"/>
            <a:ext cx="734129" cy="734129"/>
          </a:xfrm>
          <a:custGeom>
            <a:avLst/>
            <a:gdLst>
              <a:gd name="csX0" fmla="*/ 734130 w 734129"/>
              <a:gd name="csY0" fmla="*/ 79837 h 734129"/>
              <a:gd name="csX1" fmla="*/ 79850 w 734129"/>
              <a:gd name="csY1" fmla="*/ 734130 h 734129"/>
              <a:gd name="csX2" fmla="*/ 0 w 734129"/>
              <a:gd name="csY2" fmla="*/ 701054 h 734129"/>
              <a:gd name="csX3" fmla="*/ 701067 w 734129"/>
              <a:gd name="csY3" fmla="*/ 0 h 734129"/>
              <a:gd name="csX4" fmla="*/ 734130 w 734129"/>
              <a:gd name="csY4" fmla="*/ 79837 h 7341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9">
                <a:moveTo>
                  <a:pt x="734130" y="79837"/>
                </a:moveTo>
                <a:cubicBezTo>
                  <a:pt x="445332" y="212277"/>
                  <a:pt x="212284" y="445325"/>
                  <a:pt x="79850" y="734130"/>
                </a:cubicBezTo>
                <a:lnTo>
                  <a:pt x="0" y="701054"/>
                </a:lnTo>
                <a:cubicBezTo>
                  <a:pt x="141260" y="391165"/>
                  <a:pt x="391179" y="141260"/>
                  <a:pt x="701067" y="0"/>
                </a:cubicBezTo>
                <a:lnTo>
                  <a:pt x="734130" y="79837"/>
                </a:lnTo>
                <a:close/>
              </a:path>
            </a:pathLst>
          </a:custGeom>
          <a:solidFill>
            <a:srgbClr val="E74011">
              <a:alpha val="4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3829570B-99CF-4A65-3808-BA37F92E38B1}"/>
              </a:ext>
            </a:extLst>
          </p:cNvPr>
          <p:cNvSpPr/>
          <p:nvPr/>
        </p:nvSpPr>
        <p:spPr>
          <a:xfrm>
            <a:off x="6647483" y="2141381"/>
            <a:ext cx="734129" cy="734122"/>
          </a:xfrm>
          <a:custGeom>
            <a:avLst/>
            <a:gdLst>
              <a:gd name="csX0" fmla="*/ 33069 w 734129"/>
              <a:gd name="csY0" fmla="*/ 0 h 734122"/>
              <a:gd name="csX1" fmla="*/ 734130 w 734129"/>
              <a:gd name="csY1" fmla="*/ 701054 h 734122"/>
              <a:gd name="csX2" fmla="*/ 654287 w 734129"/>
              <a:gd name="csY2" fmla="*/ 734123 h 734122"/>
              <a:gd name="csX3" fmla="*/ 0 w 734129"/>
              <a:gd name="csY3" fmla="*/ 79837 h 734122"/>
              <a:gd name="csX4" fmla="*/ 33069 w 734129"/>
              <a:gd name="csY4" fmla="*/ 0 h 734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2">
                <a:moveTo>
                  <a:pt x="33069" y="0"/>
                </a:moveTo>
                <a:cubicBezTo>
                  <a:pt x="342958" y="141260"/>
                  <a:pt x="592870" y="391172"/>
                  <a:pt x="734130" y="701054"/>
                </a:cubicBezTo>
                <a:lnTo>
                  <a:pt x="654287" y="734123"/>
                </a:lnTo>
                <a:cubicBezTo>
                  <a:pt x="521846" y="445318"/>
                  <a:pt x="288805" y="212270"/>
                  <a:pt x="0" y="79837"/>
                </a:cubicBezTo>
                <a:lnTo>
                  <a:pt x="33069" y="0"/>
                </a:lnTo>
                <a:close/>
              </a:path>
            </a:pathLst>
          </a:custGeom>
          <a:solidFill>
            <a:srgbClr val="E74011">
              <a:alpha val="4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Box 18">
            <a:hlinkClick r:id="rId9" action="ppaction://hlinksldjump"/>
            <a:extLst>
              <a:ext uri="{FF2B5EF4-FFF2-40B4-BE49-F238E27FC236}">
                <a16:creationId xmlns:a16="http://schemas.microsoft.com/office/drawing/2014/main" id="{A7807EEC-181F-7382-CDB7-65142820BED9}"/>
              </a:ext>
            </a:extLst>
          </p:cNvPr>
          <p:cNvSpPr txBox="1"/>
          <p:nvPr/>
        </p:nvSpPr>
        <p:spPr>
          <a:xfrm>
            <a:off x="5342864" y="852134"/>
            <a:ext cx="155412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Movement</a:t>
            </a:r>
          </a:p>
        </p:txBody>
      </p:sp>
      <p:sp>
        <p:nvSpPr>
          <p:cNvPr id="21" name="TextBox 20">
            <a:hlinkClick r:id="rId5" action="ppaction://hlinksldjump"/>
            <a:extLst>
              <a:ext uri="{FF2B5EF4-FFF2-40B4-BE49-F238E27FC236}">
                <a16:creationId xmlns:a16="http://schemas.microsoft.com/office/drawing/2014/main" id="{D2DDA928-1833-ACC7-6BCE-9ED33D116F91}"/>
              </a:ext>
            </a:extLst>
          </p:cNvPr>
          <p:cNvSpPr txBox="1"/>
          <p:nvPr/>
        </p:nvSpPr>
        <p:spPr>
          <a:xfrm>
            <a:off x="7565794" y="3169636"/>
            <a:ext cx="168453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and EM Spectrum</a:t>
            </a:r>
          </a:p>
        </p:txBody>
      </p:sp>
      <p:sp>
        <p:nvSpPr>
          <p:cNvPr id="23" name="TextBox 22">
            <a:hlinkClick r:id="rId2" action="ppaction://hlinksldjump"/>
            <a:extLst>
              <a:ext uri="{FF2B5EF4-FFF2-40B4-BE49-F238E27FC236}">
                <a16:creationId xmlns:a16="http://schemas.microsoft.com/office/drawing/2014/main" id="{1E12F84C-571F-C34E-B72E-C26C3101EFA6}"/>
              </a:ext>
            </a:extLst>
          </p:cNvPr>
          <p:cNvSpPr txBox="1"/>
          <p:nvPr/>
        </p:nvSpPr>
        <p:spPr>
          <a:xfrm>
            <a:off x="5356634" y="5562891"/>
            <a:ext cx="147873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Integration</a:t>
            </a:r>
          </a:p>
        </p:txBody>
      </p:sp>
      <p:sp>
        <p:nvSpPr>
          <p:cNvPr id="25" name="TextBox 24">
            <a:hlinkClick r:id="rId6" action="ppaction://hlinksldjump"/>
            <a:extLst>
              <a:ext uri="{FF2B5EF4-FFF2-40B4-BE49-F238E27FC236}">
                <a16:creationId xmlns:a16="http://schemas.microsoft.com/office/drawing/2014/main" id="{D34EA520-0B77-BD85-9A83-8AC770EB95CD}"/>
              </a:ext>
            </a:extLst>
          </p:cNvPr>
          <p:cNvSpPr txBox="1"/>
          <p:nvPr/>
        </p:nvSpPr>
        <p:spPr>
          <a:xfrm>
            <a:off x="2951042" y="3272932"/>
            <a:ext cx="16863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&amp; Simulation</a:t>
            </a:r>
          </a:p>
        </p:txBody>
      </p:sp>
      <p:sp>
        <p:nvSpPr>
          <p:cNvPr id="35" name="TextBox 34">
            <a:hlinkClick r:id="rId8" action="ppaction://hlinksldjump"/>
            <a:extLst>
              <a:ext uri="{FF2B5EF4-FFF2-40B4-BE49-F238E27FC236}">
                <a16:creationId xmlns:a16="http://schemas.microsoft.com/office/drawing/2014/main" id="{679EAE08-31BF-7599-A979-62EECDB3B287}"/>
              </a:ext>
            </a:extLst>
          </p:cNvPr>
          <p:cNvSpPr txBox="1"/>
          <p:nvPr/>
        </p:nvSpPr>
        <p:spPr>
          <a:xfrm>
            <a:off x="7064912" y="1635079"/>
            <a:ext cx="153402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Multi-Domain Fusion</a:t>
            </a:r>
          </a:p>
        </p:txBody>
      </p:sp>
      <p:sp>
        <p:nvSpPr>
          <p:cNvPr id="37" name="TextBox 36">
            <a:hlinkClick r:id="rId4" action="ppaction://hlinksldjump"/>
            <a:extLst>
              <a:ext uri="{FF2B5EF4-FFF2-40B4-BE49-F238E27FC236}">
                <a16:creationId xmlns:a16="http://schemas.microsoft.com/office/drawing/2014/main" id="{A2AEFEFB-92E1-E1E2-2AC4-69ABBA3D7D66}"/>
              </a:ext>
            </a:extLst>
          </p:cNvPr>
          <p:cNvSpPr txBox="1"/>
          <p:nvPr/>
        </p:nvSpPr>
        <p:spPr>
          <a:xfrm>
            <a:off x="7037751" y="4896464"/>
            <a:ext cx="158834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Decision Advantage</a:t>
            </a:r>
          </a:p>
        </p:txBody>
      </p:sp>
      <p:sp>
        <p:nvSpPr>
          <p:cNvPr id="39" name="TextBox 38">
            <a:hlinkClick r:id="rId3" action="ppaction://hlinksldjump"/>
            <a:extLst>
              <a:ext uri="{FF2B5EF4-FFF2-40B4-BE49-F238E27FC236}">
                <a16:creationId xmlns:a16="http://schemas.microsoft.com/office/drawing/2014/main" id="{8523CEA5-E599-3EAB-D4A0-5BA658358D4C}"/>
              </a:ext>
            </a:extLst>
          </p:cNvPr>
          <p:cNvSpPr txBox="1"/>
          <p:nvPr/>
        </p:nvSpPr>
        <p:spPr>
          <a:xfrm>
            <a:off x="3589806" y="4981102"/>
            <a:ext cx="151242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Tactical Edge</a:t>
            </a:r>
          </a:p>
        </p:txBody>
      </p:sp>
      <p:sp>
        <p:nvSpPr>
          <p:cNvPr id="41" name="TextBox 40">
            <a:hlinkClick r:id="rId7" action="ppaction://hlinksldjump"/>
            <a:extLst>
              <a:ext uri="{FF2B5EF4-FFF2-40B4-BE49-F238E27FC236}">
                <a16:creationId xmlns:a16="http://schemas.microsoft.com/office/drawing/2014/main" id="{80EA8B9B-7FB4-1B20-4D78-C4B7DE32045E}"/>
              </a:ext>
            </a:extLst>
          </p:cNvPr>
          <p:cNvSpPr txBox="1"/>
          <p:nvPr/>
        </p:nvSpPr>
        <p:spPr>
          <a:xfrm>
            <a:off x="3508822" y="1635079"/>
            <a:ext cx="167439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&amp; Sovereignty</a:t>
            </a:r>
          </a:p>
        </p:txBody>
      </p:sp>
    </p:spTree>
    <p:extLst>
      <p:ext uri="{BB962C8B-B14F-4D97-AF65-F5344CB8AC3E}">
        <p14:creationId xmlns:p14="http://schemas.microsoft.com/office/powerpoint/2010/main" val="335681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"/>
    </mc:Choice>
    <mc:Fallback xmlns="">
      <p:transition advClick="0" advTm="1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!!Background">
            <a:hlinkClick r:id="" action="ppaction://media"/>
            <a:extLst>
              <a:ext uri="{FF2B5EF4-FFF2-40B4-BE49-F238E27FC236}">
                <a16:creationId xmlns:a16="http://schemas.microsoft.com/office/drawing/2014/main" id="{BCD183BA-072E-F797-7094-A519F93E32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ABD03B19-9CAF-B389-F965-AD36872A9A88}"/>
              </a:ext>
            </a:extLst>
          </p:cNvPr>
          <p:cNvSpPr/>
          <p:nvPr/>
        </p:nvSpPr>
        <p:spPr>
          <a:xfrm>
            <a:off x="-155643" y="-95250"/>
            <a:ext cx="12483081" cy="7166006"/>
          </a:xfrm>
          <a:prstGeom prst="rect">
            <a:avLst/>
          </a:prstGeom>
          <a:solidFill>
            <a:schemeClr val="accent3">
              <a:lumMod val="40000"/>
              <a:lumOff val="60000"/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Free-form: Shape 62">
            <a:hlinkClick r:id="rId5" action="ppaction://hlinksldjump"/>
            <a:extLst>
              <a:ext uri="{FF2B5EF4-FFF2-40B4-BE49-F238E27FC236}">
                <a16:creationId xmlns:a16="http://schemas.microsoft.com/office/drawing/2014/main" id="{34A854D5-D202-ACC1-E175-ACF438E231E9}"/>
              </a:ext>
            </a:extLst>
          </p:cNvPr>
          <p:cNvSpPr/>
          <p:nvPr/>
        </p:nvSpPr>
        <p:spPr>
          <a:xfrm>
            <a:off x="4910219" y="4751868"/>
            <a:ext cx="2369542" cy="1888974"/>
          </a:xfrm>
          <a:custGeom>
            <a:avLst/>
            <a:gdLst>
              <a:gd name="csX0" fmla="*/ 689027 w 2369542"/>
              <a:gd name="csY0" fmla="*/ 0 h 1888974"/>
              <a:gd name="csX1" fmla="*/ 1184782 w 2369542"/>
              <a:gd name="csY1" fmla="*/ 89411 h 1888974"/>
              <a:gd name="csX2" fmla="*/ 1680516 w 2369542"/>
              <a:gd name="csY2" fmla="*/ 7 h 1888974"/>
              <a:gd name="csX3" fmla="*/ 2369543 w 2369542"/>
              <a:gd name="csY3" fmla="*/ 1663455 h 1888974"/>
              <a:gd name="csX4" fmla="*/ 1184782 w 2369542"/>
              <a:gd name="csY4" fmla="*/ 1888975 h 1888974"/>
              <a:gd name="csX5" fmla="*/ 0 w 2369542"/>
              <a:gd name="csY5" fmla="*/ 1663455 h 1888974"/>
              <a:gd name="csX6" fmla="*/ 689027 w 2369542"/>
              <a:gd name="csY6" fmla="*/ 0 h 1888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74">
                <a:moveTo>
                  <a:pt x="689027" y="0"/>
                </a:moveTo>
                <a:cubicBezTo>
                  <a:pt x="843285" y="57795"/>
                  <a:pt x="1010344" y="89411"/>
                  <a:pt x="1184782" y="89411"/>
                </a:cubicBezTo>
                <a:cubicBezTo>
                  <a:pt x="1359213" y="89411"/>
                  <a:pt x="1526258" y="57802"/>
                  <a:pt x="1680516" y="7"/>
                </a:cubicBezTo>
                <a:lnTo>
                  <a:pt x="2369543" y="1663455"/>
                </a:lnTo>
                <a:cubicBezTo>
                  <a:pt x="2002940" y="1808968"/>
                  <a:pt x="1603200" y="1888975"/>
                  <a:pt x="1184782" y="1888975"/>
                </a:cubicBezTo>
                <a:cubicBezTo>
                  <a:pt x="766350" y="1888975"/>
                  <a:pt x="366610" y="1808975"/>
                  <a:pt x="0" y="1663455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5" name="Free-form: Shape 64">
            <a:hlinkClick r:id="rId6" action="ppaction://hlinksldjump"/>
            <a:extLst>
              <a:ext uri="{FF2B5EF4-FFF2-40B4-BE49-F238E27FC236}">
                <a16:creationId xmlns:a16="http://schemas.microsoft.com/office/drawing/2014/main" id="{DA0624D1-08E4-DB54-B1A5-02A75015F76E}"/>
              </a:ext>
            </a:extLst>
          </p:cNvPr>
          <p:cNvSpPr/>
          <p:nvPr/>
        </p:nvSpPr>
        <p:spPr>
          <a:xfrm>
            <a:off x="3144913" y="4013553"/>
            <a:ext cx="2364515" cy="2364521"/>
          </a:xfrm>
          <a:custGeom>
            <a:avLst/>
            <a:gdLst>
              <a:gd name="csX0" fmla="*/ 1663449 w 2364515"/>
              <a:gd name="csY0" fmla="*/ 0 h 2364521"/>
              <a:gd name="csX1" fmla="*/ 2364516 w 2364515"/>
              <a:gd name="csY1" fmla="*/ 701074 h 2364521"/>
              <a:gd name="csX2" fmla="*/ 1675489 w 2364515"/>
              <a:gd name="csY2" fmla="*/ 2364522 h 2364521"/>
              <a:gd name="csX3" fmla="*/ 0 w 2364515"/>
              <a:gd name="csY3" fmla="*/ 689027 h 2364521"/>
              <a:gd name="csX4" fmla="*/ 1663449 w 2364515"/>
              <a:gd name="csY4" fmla="*/ 0 h 2364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1">
                <a:moveTo>
                  <a:pt x="1663449" y="0"/>
                </a:moveTo>
                <a:cubicBezTo>
                  <a:pt x="1804708" y="309888"/>
                  <a:pt x="2054627" y="559807"/>
                  <a:pt x="2364516" y="701074"/>
                </a:cubicBezTo>
                <a:lnTo>
                  <a:pt x="1675489" y="2364522"/>
                </a:lnTo>
                <a:cubicBezTo>
                  <a:pt x="925908" y="2040222"/>
                  <a:pt x="324296" y="1438608"/>
                  <a:pt x="0" y="689027"/>
                </a:cubicBezTo>
                <a:lnTo>
                  <a:pt x="1663449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7" name="Free-form: Shape 66">
            <a:hlinkClick r:id="rId7" action="ppaction://hlinksldjump"/>
            <a:extLst>
              <a:ext uri="{FF2B5EF4-FFF2-40B4-BE49-F238E27FC236}">
                <a16:creationId xmlns:a16="http://schemas.microsoft.com/office/drawing/2014/main" id="{7770F28B-CB70-E3E0-E693-AB08CD06EF82}"/>
              </a:ext>
            </a:extLst>
          </p:cNvPr>
          <p:cNvSpPr/>
          <p:nvPr/>
        </p:nvSpPr>
        <p:spPr>
          <a:xfrm>
            <a:off x="6680553" y="4013560"/>
            <a:ext cx="2364521" cy="2364514"/>
          </a:xfrm>
          <a:custGeom>
            <a:avLst/>
            <a:gdLst>
              <a:gd name="csX0" fmla="*/ 2364522 w 2364521"/>
              <a:gd name="csY0" fmla="*/ 689027 h 2364514"/>
              <a:gd name="csX1" fmla="*/ 689027 w 2364521"/>
              <a:gd name="csY1" fmla="*/ 2364515 h 2364514"/>
              <a:gd name="csX2" fmla="*/ 0 w 2364521"/>
              <a:gd name="csY2" fmla="*/ 701067 h 2364514"/>
              <a:gd name="csX3" fmla="*/ 701074 w 2364521"/>
              <a:gd name="csY3" fmla="*/ 0 h 2364514"/>
              <a:gd name="csX4" fmla="*/ 2364522 w 2364521"/>
              <a:gd name="csY4" fmla="*/ 689027 h 236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21" h="2364514">
                <a:moveTo>
                  <a:pt x="2364522" y="689027"/>
                </a:moveTo>
                <a:cubicBezTo>
                  <a:pt x="2040222" y="1438607"/>
                  <a:pt x="1438608" y="2040222"/>
                  <a:pt x="689027" y="2364515"/>
                </a:cubicBezTo>
                <a:lnTo>
                  <a:pt x="0" y="701067"/>
                </a:lnTo>
                <a:cubicBezTo>
                  <a:pt x="309888" y="559807"/>
                  <a:pt x="559814" y="309888"/>
                  <a:pt x="701074" y="0"/>
                </a:cubicBezTo>
                <a:lnTo>
                  <a:pt x="2364522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9" name="Free-form: Shape 68">
            <a:hlinkClick r:id="rId8" action="ppaction://hlinksldjump"/>
            <a:extLst>
              <a:ext uri="{FF2B5EF4-FFF2-40B4-BE49-F238E27FC236}">
                <a16:creationId xmlns:a16="http://schemas.microsoft.com/office/drawing/2014/main" id="{ABF7FC51-28ED-3147-81A8-A22AD5AE11DE}"/>
              </a:ext>
            </a:extLst>
          </p:cNvPr>
          <p:cNvSpPr/>
          <p:nvPr/>
        </p:nvSpPr>
        <p:spPr>
          <a:xfrm>
            <a:off x="7418868" y="2243226"/>
            <a:ext cx="1888974" cy="2369542"/>
          </a:xfrm>
          <a:custGeom>
            <a:avLst/>
            <a:gdLst>
              <a:gd name="csX0" fmla="*/ 1663455 w 1888974"/>
              <a:gd name="csY0" fmla="*/ 0 h 2369542"/>
              <a:gd name="csX1" fmla="*/ 1888975 w 1888974"/>
              <a:gd name="csY1" fmla="*/ 1184775 h 2369542"/>
              <a:gd name="csX2" fmla="*/ 1663455 w 1888974"/>
              <a:gd name="csY2" fmla="*/ 2369543 h 2369542"/>
              <a:gd name="csX3" fmla="*/ 0 w 1888974"/>
              <a:gd name="csY3" fmla="*/ 1680509 h 2369542"/>
              <a:gd name="csX4" fmla="*/ 89411 w 1888974"/>
              <a:gd name="csY4" fmla="*/ 1184775 h 2369542"/>
              <a:gd name="csX5" fmla="*/ 0 w 1888974"/>
              <a:gd name="csY5" fmla="*/ 689020 h 2369542"/>
              <a:gd name="csX6" fmla="*/ 1663455 w 1888974"/>
              <a:gd name="csY6" fmla="*/ 0 h 2369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74" h="2369542">
                <a:moveTo>
                  <a:pt x="1663455" y="0"/>
                </a:moveTo>
                <a:cubicBezTo>
                  <a:pt x="1808975" y="366610"/>
                  <a:pt x="1888975" y="766343"/>
                  <a:pt x="1888975" y="1184775"/>
                </a:cubicBezTo>
                <a:cubicBezTo>
                  <a:pt x="1888975" y="1603200"/>
                  <a:pt x="1808975" y="2002933"/>
                  <a:pt x="1663455" y="2369543"/>
                </a:cubicBezTo>
                <a:lnTo>
                  <a:pt x="0" y="1680509"/>
                </a:lnTo>
                <a:cubicBezTo>
                  <a:pt x="57795" y="1526251"/>
                  <a:pt x="89411" y="1359206"/>
                  <a:pt x="89411" y="1184775"/>
                </a:cubicBezTo>
                <a:cubicBezTo>
                  <a:pt x="89411" y="1010337"/>
                  <a:pt x="57795" y="843278"/>
                  <a:pt x="0" y="689020"/>
                </a:cubicBezTo>
                <a:lnTo>
                  <a:pt x="1663455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1" name="Free-form: Shape 70">
            <a:hlinkClick r:id="rId9" action="ppaction://hlinksldjump"/>
            <a:extLst>
              <a:ext uri="{FF2B5EF4-FFF2-40B4-BE49-F238E27FC236}">
                <a16:creationId xmlns:a16="http://schemas.microsoft.com/office/drawing/2014/main" id="{C4B9560A-4C47-CE0E-58A9-4B0AF5AC8E1C}"/>
              </a:ext>
            </a:extLst>
          </p:cNvPr>
          <p:cNvSpPr/>
          <p:nvPr/>
        </p:nvSpPr>
        <p:spPr>
          <a:xfrm>
            <a:off x="2882153" y="2243226"/>
            <a:ext cx="1888967" cy="2369536"/>
          </a:xfrm>
          <a:custGeom>
            <a:avLst/>
            <a:gdLst>
              <a:gd name="csX0" fmla="*/ 1888968 w 1888967"/>
              <a:gd name="csY0" fmla="*/ 689027 h 2369536"/>
              <a:gd name="csX1" fmla="*/ 1799571 w 1888967"/>
              <a:gd name="csY1" fmla="*/ 1184775 h 2369536"/>
              <a:gd name="csX2" fmla="*/ 1888961 w 1888967"/>
              <a:gd name="csY2" fmla="*/ 1680502 h 2369536"/>
              <a:gd name="csX3" fmla="*/ 225516 w 1888967"/>
              <a:gd name="csY3" fmla="*/ 2369536 h 2369536"/>
              <a:gd name="csX4" fmla="*/ 0 w 1888967"/>
              <a:gd name="csY4" fmla="*/ 1184775 h 2369536"/>
              <a:gd name="csX5" fmla="*/ 225516 w 1888967"/>
              <a:gd name="csY5" fmla="*/ 0 h 2369536"/>
              <a:gd name="csX6" fmla="*/ 1888968 w 1888967"/>
              <a:gd name="csY6" fmla="*/ 689027 h 2369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67" h="2369536">
                <a:moveTo>
                  <a:pt x="1888968" y="689027"/>
                </a:moveTo>
                <a:cubicBezTo>
                  <a:pt x="1831173" y="843285"/>
                  <a:pt x="1799571" y="1010337"/>
                  <a:pt x="1799571" y="1184775"/>
                </a:cubicBezTo>
                <a:cubicBezTo>
                  <a:pt x="1799571" y="1359199"/>
                  <a:pt x="1831173" y="1526251"/>
                  <a:pt x="1888961" y="1680502"/>
                </a:cubicBezTo>
                <a:lnTo>
                  <a:pt x="225516" y="2369536"/>
                </a:lnTo>
                <a:cubicBezTo>
                  <a:pt x="79999" y="2002933"/>
                  <a:pt x="0" y="1603193"/>
                  <a:pt x="0" y="1184775"/>
                </a:cubicBezTo>
                <a:cubicBezTo>
                  <a:pt x="0" y="766350"/>
                  <a:pt x="79998" y="366610"/>
                  <a:pt x="225516" y="0"/>
                </a:cubicBezTo>
                <a:lnTo>
                  <a:pt x="1888968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3" name="Free-form: Shape 72">
            <a:hlinkClick r:id="rId10" action="ppaction://hlinksldjump"/>
            <a:extLst>
              <a:ext uri="{FF2B5EF4-FFF2-40B4-BE49-F238E27FC236}">
                <a16:creationId xmlns:a16="http://schemas.microsoft.com/office/drawing/2014/main" id="{D47536F4-BA5C-1E98-AA2B-E6B9912C65B9}"/>
              </a:ext>
            </a:extLst>
          </p:cNvPr>
          <p:cNvSpPr/>
          <p:nvPr/>
        </p:nvSpPr>
        <p:spPr>
          <a:xfrm>
            <a:off x="3144913" y="477913"/>
            <a:ext cx="2364515" cy="2364522"/>
          </a:xfrm>
          <a:custGeom>
            <a:avLst/>
            <a:gdLst>
              <a:gd name="csX0" fmla="*/ 2364516 w 2364515"/>
              <a:gd name="csY0" fmla="*/ 1663449 h 2364522"/>
              <a:gd name="csX1" fmla="*/ 1663449 w 2364515"/>
              <a:gd name="csY1" fmla="*/ 2364522 h 2364522"/>
              <a:gd name="csX2" fmla="*/ 0 w 2364515"/>
              <a:gd name="csY2" fmla="*/ 1675495 h 2364522"/>
              <a:gd name="csX3" fmla="*/ 1675489 w 2364515"/>
              <a:gd name="csY3" fmla="*/ 0 h 2364522"/>
              <a:gd name="csX4" fmla="*/ 2364516 w 2364515"/>
              <a:gd name="csY4" fmla="*/ 1663449 h 23645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2">
                <a:moveTo>
                  <a:pt x="2364516" y="1663449"/>
                </a:moveTo>
                <a:cubicBezTo>
                  <a:pt x="2054627" y="1804708"/>
                  <a:pt x="1804708" y="2054634"/>
                  <a:pt x="1663449" y="2364522"/>
                </a:cubicBezTo>
                <a:lnTo>
                  <a:pt x="0" y="1675495"/>
                </a:lnTo>
                <a:cubicBezTo>
                  <a:pt x="324296" y="925915"/>
                  <a:pt x="925908" y="324298"/>
                  <a:pt x="1675489" y="0"/>
                </a:cubicBezTo>
                <a:lnTo>
                  <a:pt x="2364516" y="1663449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5" name="Free-form: Shape 74">
            <a:hlinkClick r:id="rId11" action="ppaction://hlinksldjump"/>
            <a:extLst>
              <a:ext uri="{FF2B5EF4-FFF2-40B4-BE49-F238E27FC236}">
                <a16:creationId xmlns:a16="http://schemas.microsoft.com/office/drawing/2014/main" id="{D372498E-8B7B-8D02-4150-92FE200BD4AF}"/>
              </a:ext>
            </a:extLst>
          </p:cNvPr>
          <p:cNvSpPr/>
          <p:nvPr/>
        </p:nvSpPr>
        <p:spPr>
          <a:xfrm>
            <a:off x="6680560" y="477913"/>
            <a:ext cx="2364514" cy="2364515"/>
          </a:xfrm>
          <a:custGeom>
            <a:avLst/>
            <a:gdLst>
              <a:gd name="csX0" fmla="*/ 689027 w 2364514"/>
              <a:gd name="csY0" fmla="*/ 0 h 2364515"/>
              <a:gd name="csX1" fmla="*/ 2364515 w 2364514"/>
              <a:gd name="csY1" fmla="*/ 1675495 h 2364515"/>
              <a:gd name="csX2" fmla="*/ 701067 w 2364514"/>
              <a:gd name="csY2" fmla="*/ 2364516 h 2364515"/>
              <a:gd name="csX3" fmla="*/ 0 w 2364514"/>
              <a:gd name="csY3" fmla="*/ 1663449 h 2364515"/>
              <a:gd name="csX4" fmla="*/ 689027 w 2364514"/>
              <a:gd name="csY4" fmla="*/ 0 h 2364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4" h="2364515">
                <a:moveTo>
                  <a:pt x="689027" y="0"/>
                </a:moveTo>
                <a:cubicBezTo>
                  <a:pt x="1438607" y="324297"/>
                  <a:pt x="2040222" y="925915"/>
                  <a:pt x="2364515" y="1675495"/>
                </a:cubicBezTo>
                <a:lnTo>
                  <a:pt x="701067" y="2364516"/>
                </a:lnTo>
                <a:cubicBezTo>
                  <a:pt x="559807" y="2054627"/>
                  <a:pt x="309888" y="1804708"/>
                  <a:pt x="0" y="1663449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7" name="Free-form: Shape 76">
            <a:hlinkClick r:id="rId12" action="ppaction://hlinksldjump"/>
            <a:extLst>
              <a:ext uri="{FF2B5EF4-FFF2-40B4-BE49-F238E27FC236}">
                <a16:creationId xmlns:a16="http://schemas.microsoft.com/office/drawing/2014/main" id="{A3EB1BC6-D071-A6BD-E8B4-201E01162B01}"/>
              </a:ext>
            </a:extLst>
          </p:cNvPr>
          <p:cNvSpPr/>
          <p:nvPr/>
        </p:nvSpPr>
        <p:spPr>
          <a:xfrm>
            <a:off x="4910219" y="215153"/>
            <a:ext cx="2369542" cy="1888967"/>
          </a:xfrm>
          <a:custGeom>
            <a:avLst/>
            <a:gdLst>
              <a:gd name="csX0" fmla="*/ 1184782 w 2369542"/>
              <a:gd name="csY0" fmla="*/ 0 h 1888967"/>
              <a:gd name="csX1" fmla="*/ 2369543 w 2369542"/>
              <a:gd name="csY1" fmla="*/ 225516 h 1888967"/>
              <a:gd name="csX2" fmla="*/ 1680516 w 2369542"/>
              <a:gd name="csY2" fmla="*/ 1888961 h 1888967"/>
              <a:gd name="csX3" fmla="*/ 1184782 w 2369542"/>
              <a:gd name="csY3" fmla="*/ 1799571 h 1888967"/>
              <a:gd name="csX4" fmla="*/ 689027 w 2369542"/>
              <a:gd name="csY4" fmla="*/ 1888968 h 1888967"/>
              <a:gd name="csX5" fmla="*/ 0 w 2369542"/>
              <a:gd name="csY5" fmla="*/ 225516 h 1888967"/>
              <a:gd name="csX6" fmla="*/ 1184782 w 2369542"/>
              <a:gd name="csY6" fmla="*/ 0 h 18889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67">
                <a:moveTo>
                  <a:pt x="1184782" y="0"/>
                </a:moveTo>
                <a:cubicBezTo>
                  <a:pt x="1603200" y="0"/>
                  <a:pt x="2002940" y="79999"/>
                  <a:pt x="2369543" y="225516"/>
                </a:cubicBezTo>
                <a:lnTo>
                  <a:pt x="1680516" y="1888961"/>
                </a:lnTo>
                <a:cubicBezTo>
                  <a:pt x="1526258" y="1831173"/>
                  <a:pt x="1359213" y="1799571"/>
                  <a:pt x="1184782" y="1799571"/>
                </a:cubicBezTo>
                <a:cubicBezTo>
                  <a:pt x="1010344" y="1799571"/>
                  <a:pt x="843285" y="1831173"/>
                  <a:pt x="689027" y="1888968"/>
                </a:cubicBezTo>
                <a:lnTo>
                  <a:pt x="0" y="225516"/>
                </a:lnTo>
                <a:cubicBezTo>
                  <a:pt x="366610" y="79996"/>
                  <a:pt x="766350" y="0"/>
                  <a:pt x="1184782" y="0"/>
                </a:cubicBez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9" name="Free-form: Shape 78">
            <a:extLst>
              <a:ext uri="{FF2B5EF4-FFF2-40B4-BE49-F238E27FC236}">
                <a16:creationId xmlns:a16="http://schemas.microsoft.com/office/drawing/2014/main" id="{E9DEFC8E-478D-0A35-3D3F-279D3F8566AC}"/>
              </a:ext>
            </a:extLst>
          </p:cNvPr>
          <p:cNvSpPr/>
          <p:nvPr/>
        </p:nvSpPr>
        <p:spPr>
          <a:xfrm>
            <a:off x="5599246" y="4672011"/>
            <a:ext cx="991488" cy="169267"/>
          </a:xfrm>
          <a:custGeom>
            <a:avLst/>
            <a:gdLst>
              <a:gd name="csX0" fmla="*/ 33076 w 991488"/>
              <a:gd name="csY0" fmla="*/ 0 h 169267"/>
              <a:gd name="csX1" fmla="*/ 495754 w 991488"/>
              <a:gd name="csY1" fmla="*/ 82928 h 169267"/>
              <a:gd name="csX2" fmla="*/ 958413 w 991488"/>
              <a:gd name="csY2" fmla="*/ 7 h 169267"/>
              <a:gd name="csX3" fmla="*/ 991489 w 991488"/>
              <a:gd name="csY3" fmla="*/ 79864 h 169267"/>
              <a:gd name="csX4" fmla="*/ 495754 w 991488"/>
              <a:gd name="csY4" fmla="*/ 169267 h 169267"/>
              <a:gd name="csX5" fmla="*/ 0 w 991488"/>
              <a:gd name="csY5" fmla="*/ 79857 h 169267"/>
              <a:gd name="csX6" fmla="*/ 33076 w 991488"/>
              <a:gd name="csY6" fmla="*/ 0 h 169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8" h="169267">
                <a:moveTo>
                  <a:pt x="33076" y="0"/>
                </a:moveTo>
                <a:cubicBezTo>
                  <a:pt x="177135" y="53603"/>
                  <a:pt x="333017" y="82928"/>
                  <a:pt x="495754" y="82928"/>
                </a:cubicBezTo>
                <a:cubicBezTo>
                  <a:pt x="658478" y="82928"/>
                  <a:pt x="814353" y="53610"/>
                  <a:pt x="958413" y="7"/>
                </a:cubicBezTo>
                <a:lnTo>
                  <a:pt x="991489" y="79864"/>
                </a:lnTo>
                <a:cubicBezTo>
                  <a:pt x="837231" y="137659"/>
                  <a:pt x="670186" y="169267"/>
                  <a:pt x="495754" y="169267"/>
                </a:cubicBezTo>
                <a:cubicBezTo>
                  <a:pt x="321317" y="169267"/>
                  <a:pt x="154258" y="137652"/>
                  <a:pt x="0" y="79857"/>
                </a:cubicBezTo>
                <a:lnTo>
                  <a:pt x="33076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1" name="Free-form: Shape 80">
            <a:extLst>
              <a:ext uri="{FF2B5EF4-FFF2-40B4-BE49-F238E27FC236}">
                <a16:creationId xmlns:a16="http://schemas.microsoft.com/office/drawing/2014/main" id="{18C9E2CE-1591-B1BF-B04F-DED0C738E02F}"/>
              </a:ext>
            </a:extLst>
          </p:cNvPr>
          <p:cNvSpPr/>
          <p:nvPr/>
        </p:nvSpPr>
        <p:spPr>
          <a:xfrm>
            <a:off x="5599245" y="2014717"/>
            <a:ext cx="991489" cy="169260"/>
          </a:xfrm>
          <a:custGeom>
            <a:avLst/>
            <a:gdLst>
              <a:gd name="csX0" fmla="*/ 958413 w 991489"/>
              <a:gd name="csY0" fmla="*/ 169260 h 169260"/>
              <a:gd name="csX1" fmla="*/ 495741 w 991489"/>
              <a:gd name="csY1" fmla="*/ 86339 h 169260"/>
              <a:gd name="csX2" fmla="*/ 33076 w 991489"/>
              <a:gd name="csY2" fmla="*/ 169254 h 169260"/>
              <a:gd name="csX3" fmla="*/ 0 w 991489"/>
              <a:gd name="csY3" fmla="*/ 89397 h 169260"/>
              <a:gd name="csX4" fmla="*/ 495741 w 991489"/>
              <a:gd name="csY4" fmla="*/ 0 h 169260"/>
              <a:gd name="csX5" fmla="*/ 991489 w 991489"/>
              <a:gd name="csY5" fmla="*/ 89403 h 169260"/>
              <a:gd name="csX6" fmla="*/ 958413 w 991489"/>
              <a:gd name="csY6" fmla="*/ 169260 h 169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9" h="169260">
                <a:moveTo>
                  <a:pt x="958413" y="169260"/>
                </a:moveTo>
                <a:cubicBezTo>
                  <a:pt x="814354" y="115658"/>
                  <a:pt x="658472" y="86339"/>
                  <a:pt x="495741" y="86339"/>
                </a:cubicBezTo>
                <a:cubicBezTo>
                  <a:pt x="333010" y="86339"/>
                  <a:pt x="177135" y="115651"/>
                  <a:pt x="33076" y="169254"/>
                </a:cubicBezTo>
                <a:lnTo>
                  <a:pt x="0" y="89397"/>
                </a:lnTo>
                <a:cubicBezTo>
                  <a:pt x="154258" y="31602"/>
                  <a:pt x="321303" y="0"/>
                  <a:pt x="495741" y="0"/>
                </a:cubicBezTo>
                <a:cubicBezTo>
                  <a:pt x="670179" y="0"/>
                  <a:pt x="837231" y="31609"/>
                  <a:pt x="991489" y="89403"/>
                </a:cubicBezTo>
                <a:lnTo>
                  <a:pt x="958413" y="16926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3" name="Free-form: Shape 82">
            <a:extLst>
              <a:ext uri="{FF2B5EF4-FFF2-40B4-BE49-F238E27FC236}">
                <a16:creationId xmlns:a16="http://schemas.microsoft.com/office/drawing/2014/main" id="{CF9C225E-CE8B-9A15-69BE-0A5C6AB0CF74}"/>
              </a:ext>
            </a:extLst>
          </p:cNvPr>
          <p:cNvSpPr/>
          <p:nvPr/>
        </p:nvSpPr>
        <p:spPr>
          <a:xfrm>
            <a:off x="4808361" y="3980477"/>
            <a:ext cx="734143" cy="734150"/>
          </a:xfrm>
          <a:custGeom>
            <a:avLst/>
            <a:gdLst>
              <a:gd name="csX0" fmla="*/ 79857 w 734143"/>
              <a:gd name="csY0" fmla="*/ 0 h 734150"/>
              <a:gd name="csX1" fmla="*/ 734143 w 734143"/>
              <a:gd name="csY1" fmla="*/ 654293 h 734150"/>
              <a:gd name="csX2" fmla="*/ 701067 w 734143"/>
              <a:gd name="csY2" fmla="*/ 734150 h 734150"/>
              <a:gd name="csX3" fmla="*/ 0 w 734143"/>
              <a:gd name="csY3" fmla="*/ 33076 h 734150"/>
              <a:gd name="csX4" fmla="*/ 79857 w 734143"/>
              <a:gd name="csY4" fmla="*/ 0 h 734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43" h="734150">
                <a:moveTo>
                  <a:pt x="79857" y="0"/>
                </a:moveTo>
                <a:cubicBezTo>
                  <a:pt x="212290" y="288805"/>
                  <a:pt x="445339" y="521853"/>
                  <a:pt x="734143" y="654293"/>
                </a:cubicBezTo>
                <a:lnTo>
                  <a:pt x="701067" y="734150"/>
                </a:lnTo>
                <a:cubicBezTo>
                  <a:pt x="391179" y="592883"/>
                  <a:pt x="141260" y="342964"/>
                  <a:pt x="0" y="33076"/>
                </a:cubicBezTo>
                <a:lnTo>
                  <a:pt x="79857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5" name="Free-form: Shape 84">
            <a:extLst>
              <a:ext uri="{FF2B5EF4-FFF2-40B4-BE49-F238E27FC236}">
                <a16:creationId xmlns:a16="http://schemas.microsoft.com/office/drawing/2014/main" id="{7575BBAC-C86C-CF4B-FFEC-609C9A39EC8B}"/>
              </a:ext>
            </a:extLst>
          </p:cNvPr>
          <p:cNvSpPr/>
          <p:nvPr/>
        </p:nvSpPr>
        <p:spPr>
          <a:xfrm>
            <a:off x="6647477" y="3980483"/>
            <a:ext cx="734150" cy="734143"/>
          </a:xfrm>
          <a:custGeom>
            <a:avLst/>
            <a:gdLst>
              <a:gd name="csX0" fmla="*/ 734150 w 734150"/>
              <a:gd name="csY0" fmla="*/ 33076 h 734143"/>
              <a:gd name="csX1" fmla="*/ 33076 w 734150"/>
              <a:gd name="csY1" fmla="*/ 734143 h 734143"/>
              <a:gd name="csX2" fmla="*/ 0 w 734150"/>
              <a:gd name="csY2" fmla="*/ 654287 h 734143"/>
              <a:gd name="csX3" fmla="*/ 654293 w 734150"/>
              <a:gd name="csY3" fmla="*/ 0 h 734143"/>
              <a:gd name="csX4" fmla="*/ 734150 w 734150"/>
              <a:gd name="csY4" fmla="*/ 33076 h 734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50" h="734143">
                <a:moveTo>
                  <a:pt x="734150" y="33076"/>
                </a:moveTo>
                <a:cubicBezTo>
                  <a:pt x="592890" y="342964"/>
                  <a:pt x="342964" y="592883"/>
                  <a:pt x="33076" y="734143"/>
                </a:cubicBezTo>
                <a:lnTo>
                  <a:pt x="0" y="654287"/>
                </a:lnTo>
                <a:cubicBezTo>
                  <a:pt x="288805" y="521853"/>
                  <a:pt x="521853" y="288805"/>
                  <a:pt x="654293" y="0"/>
                </a:cubicBezTo>
                <a:lnTo>
                  <a:pt x="734150" y="33076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7" name="Free-form: Shape 86">
            <a:extLst>
              <a:ext uri="{FF2B5EF4-FFF2-40B4-BE49-F238E27FC236}">
                <a16:creationId xmlns:a16="http://schemas.microsoft.com/office/drawing/2014/main" id="{95717725-F665-1048-B153-69A1BDCBBC78}"/>
              </a:ext>
            </a:extLst>
          </p:cNvPr>
          <p:cNvSpPr/>
          <p:nvPr/>
        </p:nvSpPr>
        <p:spPr>
          <a:xfrm>
            <a:off x="7339011" y="2932253"/>
            <a:ext cx="169267" cy="991481"/>
          </a:xfrm>
          <a:custGeom>
            <a:avLst/>
            <a:gdLst>
              <a:gd name="csX0" fmla="*/ 79844 w 169267"/>
              <a:gd name="csY0" fmla="*/ 0 h 991481"/>
              <a:gd name="csX1" fmla="*/ 169267 w 169267"/>
              <a:gd name="csY1" fmla="*/ 495748 h 991481"/>
              <a:gd name="csX2" fmla="*/ 79857 w 169267"/>
              <a:gd name="csY2" fmla="*/ 991482 h 991481"/>
              <a:gd name="csX3" fmla="*/ 7 w 169267"/>
              <a:gd name="csY3" fmla="*/ 958406 h 991481"/>
              <a:gd name="csX4" fmla="*/ 82928 w 169267"/>
              <a:gd name="csY4" fmla="*/ 495748 h 991481"/>
              <a:gd name="csX5" fmla="*/ 0 w 169267"/>
              <a:gd name="csY5" fmla="*/ 33069 h 991481"/>
              <a:gd name="csX6" fmla="*/ 79844 w 169267"/>
              <a:gd name="csY6" fmla="*/ 0 h 991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67" h="991481">
                <a:moveTo>
                  <a:pt x="79844" y="0"/>
                </a:moveTo>
                <a:cubicBezTo>
                  <a:pt x="137638" y="154258"/>
                  <a:pt x="169267" y="321310"/>
                  <a:pt x="169267" y="495748"/>
                </a:cubicBezTo>
                <a:cubicBezTo>
                  <a:pt x="169267" y="670179"/>
                  <a:pt x="137652" y="837224"/>
                  <a:pt x="79857" y="991482"/>
                </a:cubicBezTo>
                <a:lnTo>
                  <a:pt x="7" y="958406"/>
                </a:lnTo>
                <a:cubicBezTo>
                  <a:pt x="53610" y="814347"/>
                  <a:pt x="82928" y="658472"/>
                  <a:pt x="82928" y="495748"/>
                </a:cubicBezTo>
                <a:cubicBezTo>
                  <a:pt x="82928" y="333010"/>
                  <a:pt x="53603" y="177129"/>
                  <a:pt x="0" y="33069"/>
                </a:cubicBezTo>
                <a:lnTo>
                  <a:pt x="79844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9" name="Free-form: Shape 88">
            <a:extLst>
              <a:ext uri="{FF2B5EF4-FFF2-40B4-BE49-F238E27FC236}">
                <a16:creationId xmlns:a16="http://schemas.microsoft.com/office/drawing/2014/main" id="{F5289469-FFA0-44A0-484C-53E06E6EAE23}"/>
              </a:ext>
            </a:extLst>
          </p:cNvPr>
          <p:cNvSpPr/>
          <p:nvPr/>
        </p:nvSpPr>
        <p:spPr>
          <a:xfrm>
            <a:off x="4681723" y="2932260"/>
            <a:ext cx="169246" cy="991468"/>
          </a:xfrm>
          <a:custGeom>
            <a:avLst/>
            <a:gdLst>
              <a:gd name="csX0" fmla="*/ 169247 w 169246"/>
              <a:gd name="csY0" fmla="*/ 33069 h 991468"/>
              <a:gd name="csX1" fmla="*/ 86339 w 169246"/>
              <a:gd name="csY1" fmla="*/ 495741 h 991468"/>
              <a:gd name="csX2" fmla="*/ 169247 w 169246"/>
              <a:gd name="csY2" fmla="*/ 958392 h 991468"/>
              <a:gd name="csX3" fmla="*/ 89390 w 169246"/>
              <a:gd name="csY3" fmla="*/ 991469 h 991468"/>
              <a:gd name="csX4" fmla="*/ 0 w 169246"/>
              <a:gd name="csY4" fmla="*/ 495741 h 991468"/>
              <a:gd name="csX5" fmla="*/ 89403 w 169246"/>
              <a:gd name="csY5" fmla="*/ 0 h 991468"/>
              <a:gd name="csX6" fmla="*/ 169247 w 169246"/>
              <a:gd name="csY6" fmla="*/ 33069 h 991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46" h="991468">
                <a:moveTo>
                  <a:pt x="169247" y="33069"/>
                </a:moveTo>
                <a:cubicBezTo>
                  <a:pt x="115644" y="177129"/>
                  <a:pt x="86339" y="333010"/>
                  <a:pt x="86339" y="495741"/>
                </a:cubicBezTo>
                <a:cubicBezTo>
                  <a:pt x="86339" y="658465"/>
                  <a:pt x="115651" y="814340"/>
                  <a:pt x="169247" y="958392"/>
                </a:cubicBezTo>
                <a:lnTo>
                  <a:pt x="89390" y="991469"/>
                </a:lnTo>
                <a:cubicBezTo>
                  <a:pt x="31602" y="837217"/>
                  <a:pt x="0" y="670165"/>
                  <a:pt x="0" y="495741"/>
                </a:cubicBezTo>
                <a:cubicBezTo>
                  <a:pt x="0" y="321303"/>
                  <a:pt x="31609" y="154258"/>
                  <a:pt x="89403" y="0"/>
                </a:cubicBezTo>
                <a:lnTo>
                  <a:pt x="169247" y="33069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1" name="Free-form: Shape 90">
            <a:extLst>
              <a:ext uri="{FF2B5EF4-FFF2-40B4-BE49-F238E27FC236}">
                <a16:creationId xmlns:a16="http://schemas.microsoft.com/office/drawing/2014/main" id="{F1E14736-CE7E-C67F-4BF9-EE4C1F3DC87A}"/>
              </a:ext>
            </a:extLst>
          </p:cNvPr>
          <p:cNvSpPr/>
          <p:nvPr/>
        </p:nvSpPr>
        <p:spPr>
          <a:xfrm>
            <a:off x="4808368" y="2141381"/>
            <a:ext cx="734129" cy="734129"/>
          </a:xfrm>
          <a:custGeom>
            <a:avLst/>
            <a:gdLst>
              <a:gd name="csX0" fmla="*/ 734130 w 734129"/>
              <a:gd name="csY0" fmla="*/ 79837 h 734129"/>
              <a:gd name="csX1" fmla="*/ 79850 w 734129"/>
              <a:gd name="csY1" fmla="*/ 734130 h 734129"/>
              <a:gd name="csX2" fmla="*/ 0 w 734129"/>
              <a:gd name="csY2" fmla="*/ 701054 h 734129"/>
              <a:gd name="csX3" fmla="*/ 701067 w 734129"/>
              <a:gd name="csY3" fmla="*/ 0 h 734129"/>
              <a:gd name="csX4" fmla="*/ 734130 w 734129"/>
              <a:gd name="csY4" fmla="*/ 79837 h 7341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9">
                <a:moveTo>
                  <a:pt x="734130" y="79837"/>
                </a:moveTo>
                <a:cubicBezTo>
                  <a:pt x="445332" y="212277"/>
                  <a:pt x="212284" y="445325"/>
                  <a:pt x="79850" y="734130"/>
                </a:cubicBezTo>
                <a:lnTo>
                  <a:pt x="0" y="701054"/>
                </a:lnTo>
                <a:cubicBezTo>
                  <a:pt x="141260" y="391165"/>
                  <a:pt x="391179" y="141260"/>
                  <a:pt x="701067" y="0"/>
                </a:cubicBezTo>
                <a:lnTo>
                  <a:pt x="734130" y="79837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3" name="Free-form: Shape 92">
            <a:extLst>
              <a:ext uri="{FF2B5EF4-FFF2-40B4-BE49-F238E27FC236}">
                <a16:creationId xmlns:a16="http://schemas.microsoft.com/office/drawing/2014/main" id="{0BD791B1-C75D-351E-A777-946052302DD5}"/>
              </a:ext>
            </a:extLst>
          </p:cNvPr>
          <p:cNvSpPr/>
          <p:nvPr/>
        </p:nvSpPr>
        <p:spPr>
          <a:xfrm>
            <a:off x="6647483" y="2141381"/>
            <a:ext cx="734129" cy="734122"/>
          </a:xfrm>
          <a:custGeom>
            <a:avLst/>
            <a:gdLst>
              <a:gd name="csX0" fmla="*/ 33069 w 734129"/>
              <a:gd name="csY0" fmla="*/ 0 h 734122"/>
              <a:gd name="csX1" fmla="*/ 734130 w 734129"/>
              <a:gd name="csY1" fmla="*/ 701054 h 734122"/>
              <a:gd name="csX2" fmla="*/ 654287 w 734129"/>
              <a:gd name="csY2" fmla="*/ 734123 h 734122"/>
              <a:gd name="csX3" fmla="*/ 0 w 734129"/>
              <a:gd name="csY3" fmla="*/ 79837 h 734122"/>
              <a:gd name="csX4" fmla="*/ 33069 w 734129"/>
              <a:gd name="csY4" fmla="*/ 0 h 734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2">
                <a:moveTo>
                  <a:pt x="33069" y="0"/>
                </a:moveTo>
                <a:cubicBezTo>
                  <a:pt x="342958" y="141260"/>
                  <a:pt x="592870" y="391172"/>
                  <a:pt x="734130" y="701054"/>
                </a:cubicBezTo>
                <a:lnTo>
                  <a:pt x="654287" y="734123"/>
                </a:lnTo>
                <a:cubicBezTo>
                  <a:pt x="521846" y="445318"/>
                  <a:pt x="288805" y="212270"/>
                  <a:pt x="0" y="79837"/>
                </a:cubicBezTo>
                <a:lnTo>
                  <a:pt x="33069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5" name="TextBox 94">
            <a:hlinkClick r:id="rId12" action="ppaction://hlinksldjump"/>
            <a:extLst>
              <a:ext uri="{FF2B5EF4-FFF2-40B4-BE49-F238E27FC236}">
                <a16:creationId xmlns:a16="http://schemas.microsoft.com/office/drawing/2014/main" id="{C1B924E8-832E-C0B2-979C-43DE9B8833F6}"/>
              </a:ext>
            </a:extLst>
          </p:cNvPr>
          <p:cNvSpPr txBox="1"/>
          <p:nvPr/>
        </p:nvSpPr>
        <p:spPr>
          <a:xfrm>
            <a:off x="5342864" y="852134"/>
            <a:ext cx="155412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Movement</a:t>
            </a:r>
          </a:p>
        </p:txBody>
      </p:sp>
      <p:sp>
        <p:nvSpPr>
          <p:cNvPr id="97" name="TextBox 96">
            <a:hlinkClick r:id="rId8" action="ppaction://hlinksldjump"/>
            <a:extLst>
              <a:ext uri="{FF2B5EF4-FFF2-40B4-BE49-F238E27FC236}">
                <a16:creationId xmlns:a16="http://schemas.microsoft.com/office/drawing/2014/main" id="{3B5C9C81-80C8-FD05-8449-50665427A7F1}"/>
              </a:ext>
            </a:extLst>
          </p:cNvPr>
          <p:cNvSpPr txBox="1"/>
          <p:nvPr/>
        </p:nvSpPr>
        <p:spPr>
          <a:xfrm>
            <a:off x="7565794" y="3169636"/>
            <a:ext cx="168453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and EM Spectrum</a:t>
            </a:r>
          </a:p>
        </p:txBody>
      </p:sp>
      <p:sp>
        <p:nvSpPr>
          <p:cNvPr id="99" name="TextBox 98">
            <a:hlinkClick r:id="rId5" action="ppaction://hlinksldjump"/>
            <a:extLst>
              <a:ext uri="{FF2B5EF4-FFF2-40B4-BE49-F238E27FC236}">
                <a16:creationId xmlns:a16="http://schemas.microsoft.com/office/drawing/2014/main" id="{5357A9AF-DCD8-99BF-EF98-E22915313CC5}"/>
              </a:ext>
            </a:extLst>
          </p:cNvPr>
          <p:cNvSpPr txBox="1"/>
          <p:nvPr/>
        </p:nvSpPr>
        <p:spPr>
          <a:xfrm>
            <a:off x="5356634" y="5562891"/>
            <a:ext cx="147873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Integration</a:t>
            </a:r>
          </a:p>
        </p:txBody>
      </p:sp>
      <p:sp>
        <p:nvSpPr>
          <p:cNvPr id="101" name="TextBox 100">
            <a:hlinkClick r:id="rId9" action="ppaction://hlinksldjump"/>
            <a:extLst>
              <a:ext uri="{FF2B5EF4-FFF2-40B4-BE49-F238E27FC236}">
                <a16:creationId xmlns:a16="http://schemas.microsoft.com/office/drawing/2014/main" id="{2AEA7CD2-1155-D0B7-8913-F19C2A2CF636}"/>
              </a:ext>
            </a:extLst>
          </p:cNvPr>
          <p:cNvSpPr txBox="1"/>
          <p:nvPr/>
        </p:nvSpPr>
        <p:spPr>
          <a:xfrm>
            <a:off x="2951042" y="3272932"/>
            <a:ext cx="16863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&amp; Simulation</a:t>
            </a:r>
          </a:p>
        </p:txBody>
      </p:sp>
      <p:sp>
        <p:nvSpPr>
          <p:cNvPr id="103" name="TextBox 102">
            <a:hlinkClick r:id="rId11" action="ppaction://hlinksldjump"/>
            <a:extLst>
              <a:ext uri="{FF2B5EF4-FFF2-40B4-BE49-F238E27FC236}">
                <a16:creationId xmlns:a16="http://schemas.microsoft.com/office/drawing/2014/main" id="{82F544BE-94A4-0F96-2C97-A2504E038055}"/>
              </a:ext>
            </a:extLst>
          </p:cNvPr>
          <p:cNvSpPr txBox="1"/>
          <p:nvPr/>
        </p:nvSpPr>
        <p:spPr>
          <a:xfrm>
            <a:off x="7064912" y="1635079"/>
            <a:ext cx="153402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Multi-Domain Fusion</a:t>
            </a:r>
          </a:p>
        </p:txBody>
      </p:sp>
      <p:sp>
        <p:nvSpPr>
          <p:cNvPr id="105" name="TextBox 104">
            <a:hlinkClick r:id="rId7" action="ppaction://hlinksldjump"/>
            <a:extLst>
              <a:ext uri="{FF2B5EF4-FFF2-40B4-BE49-F238E27FC236}">
                <a16:creationId xmlns:a16="http://schemas.microsoft.com/office/drawing/2014/main" id="{101E4451-A69D-9F39-7B0C-6307FB7A4035}"/>
              </a:ext>
            </a:extLst>
          </p:cNvPr>
          <p:cNvSpPr txBox="1"/>
          <p:nvPr/>
        </p:nvSpPr>
        <p:spPr>
          <a:xfrm>
            <a:off x="7037751" y="4896464"/>
            <a:ext cx="158834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Decision Advantage</a:t>
            </a:r>
          </a:p>
        </p:txBody>
      </p:sp>
      <p:sp>
        <p:nvSpPr>
          <p:cNvPr id="107" name="TextBox 106">
            <a:hlinkClick r:id="rId6" action="ppaction://hlinksldjump"/>
            <a:extLst>
              <a:ext uri="{FF2B5EF4-FFF2-40B4-BE49-F238E27FC236}">
                <a16:creationId xmlns:a16="http://schemas.microsoft.com/office/drawing/2014/main" id="{653D2341-26C3-C789-4CEB-CBF38ED8C6E0}"/>
              </a:ext>
            </a:extLst>
          </p:cNvPr>
          <p:cNvSpPr txBox="1"/>
          <p:nvPr/>
        </p:nvSpPr>
        <p:spPr>
          <a:xfrm>
            <a:off x="3589806" y="4981102"/>
            <a:ext cx="151242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Tactical Edge</a:t>
            </a:r>
          </a:p>
        </p:txBody>
      </p:sp>
      <p:sp>
        <p:nvSpPr>
          <p:cNvPr id="109" name="TextBox 108">
            <a:hlinkClick r:id="rId10" action="ppaction://hlinksldjump"/>
            <a:extLst>
              <a:ext uri="{FF2B5EF4-FFF2-40B4-BE49-F238E27FC236}">
                <a16:creationId xmlns:a16="http://schemas.microsoft.com/office/drawing/2014/main" id="{A090DA19-AEBE-570A-8CA7-19FB4C0F2C42}"/>
              </a:ext>
            </a:extLst>
          </p:cNvPr>
          <p:cNvSpPr txBox="1"/>
          <p:nvPr/>
        </p:nvSpPr>
        <p:spPr>
          <a:xfrm>
            <a:off x="3508822" y="1635079"/>
            <a:ext cx="167439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&amp; Sovereignty</a:t>
            </a:r>
          </a:p>
        </p:txBody>
      </p:sp>
      <p:grpSp>
        <p:nvGrpSpPr>
          <p:cNvPr id="2" name="!!Circle">
            <a:extLst>
              <a:ext uri="{FF2B5EF4-FFF2-40B4-BE49-F238E27FC236}">
                <a16:creationId xmlns:a16="http://schemas.microsoft.com/office/drawing/2014/main" id="{C68783B0-6FA4-5278-BD1B-8CE389BDA954}"/>
              </a:ext>
            </a:extLst>
          </p:cNvPr>
          <p:cNvGrpSpPr/>
          <p:nvPr/>
        </p:nvGrpSpPr>
        <p:grpSpPr>
          <a:xfrm>
            <a:off x="4811806" y="2144806"/>
            <a:ext cx="2568388" cy="2568388"/>
            <a:chOff x="4473677" y="1806677"/>
            <a:chExt cx="3244646" cy="3244646"/>
          </a:xfrm>
        </p:grpSpPr>
        <p:sp>
          <p:nvSpPr>
            <p:cNvPr id="3" name="!!Content">
              <a:extLst>
                <a:ext uri="{FF2B5EF4-FFF2-40B4-BE49-F238E27FC236}">
                  <a16:creationId xmlns:a16="http://schemas.microsoft.com/office/drawing/2014/main" id="{84893C17-8F6D-39CD-9E44-BE11E4FF3E18}"/>
                </a:ext>
              </a:extLst>
            </p:cNvPr>
            <p:cNvSpPr/>
            <p:nvPr/>
          </p:nvSpPr>
          <p:spPr>
            <a:xfrm>
              <a:off x="4473677" y="1806677"/>
              <a:ext cx="3244646" cy="3244646"/>
            </a:xfrm>
            <a:prstGeom prst="ellipse">
              <a:avLst/>
            </a:prstGeom>
            <a:solidFill>
              <a:srgbClr val="2728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7E0DB55-B707-79AD-5799-F80ADEC4EC2C}"/>
                </a:ext>
              </a:extLst>
            </p:cNvPr>
            <p:cNvSpPr txBox="1"/>
            <p:nvPr/>
          </p:nvSpPr>
          <p:spPr>
            <a:xfrm>
              <a:off x="4807698" y="3257880"/>
              <a:ext cx="2576606" cy="34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 Challenge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403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30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CA31F-0970-E46C-D84A-89163C98F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!!Background">
            <a:extLst>
              <a:ext uri="{FF2B5EF4-FFF2-40B4-BE49-F238E27FC236}">
                <a16:creationId xmlns:a16="http://schemas.microsoft.com/office/drawing/2014/main" id="{B6B468FA-80C0-D97E-6370-ADEF4958C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9" t="5422" r="5739" b="542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67" name="Free-form: Shape 166">
            <a:hlinkClick r:id="rId3" action="ppaction://hlinksldjump"/>
            <a:extLst>
              <a:ext uri="{FF2B5EF4-FFF2-40B4-BE49-F238E27FC236}">
                <a16:creationId xmlns:a16="http://schemas.microsoft.com/office/drawing/2014/main" id="{3163D149-DC11-EB1B-1850-52BD0B014A8D}"/>
              </a:ext>
            </a:extLst>
          </p:cNvPr>
          <p:cNvSpPr/>
          <p:nvPr/>
        </p:nvSpPr>
        <p:spPr>
          <a:xfrm>
            <a:off x="4910219" y="4751868"/>
            <a:ext cx="2369542" cy="1888974"/>
          </a:xfrm>
          <a:custGeom>
            <a:avLst/>
            <a:gdLst>
              <a:gd name="csX0" fmla="*/ 689027 w 2369542"/>
              <a:gd name="csY0" fmla="*/ 0 h 1888974"/>
              <a:gd name="csX1" fmla="*/ 1184782 w 2369542"/>
              <a:gd name="csY1" fmla="*/ 89411 h 1888974"/>
              <a:gd name="csX2" fmla="*/ 1680516 w 2369542"/>
              <a:gd name="csY2" fmla="*/ 7 h 1888974"/>
              <a:gd name="csX3" fmla="*/ 2369543 w 2369542"/>
              <a:gd name="csY3" fmla="*/ 1663455 h 1888974"/>
              <a:gd name="csX4" fmla="*/ 1184782 w 2369542"/>
              <a:gd name="csY4" fmla="*/ 1888975 h 1888974"/>
              <a:gd name="csX5" fmla="*/ 0 w 2369542"/>
              <a:gd name="csY5" fmla="*/ 1663455 h 1888974"/>
              <a:gd name="csX6" fmla="*/ 689027 w 2369542"/>
              <a:gd name="csY6" fmla="*/ 0 h 1888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74">
                <a:moveTo>
                  <a:pt x="689027" y="0"/>
                </a:moveTo>
                <a:cubicBezTo>
                  <a:pt x="843285" y="57795"/>
                  <a:pt x="1010344" y="89411"/>
                  <a:pt x="1184782" y="89411"/>
                </a:cubicBezTo>
                <a:cubicBezTo>
                  <a:pt x="1359213" y="89411"/>
                  <a:pt x="1526258" y="57802"/>
                  <a:pt x="1680516" y="7"/>
                </a:cubicBezTo>
                <a:lnTo>
                  <a:pt x="2369543" y="1663455"/>
                </a:lnTo>
                <a:cubicBezTo>
                  <a:pt x="2002940" y="1808968"/>
                  <a:pt x="1603200" y="1888975"/>
                  <a:pt x="1184782" y="1888975"/>
                </a:cubicBezTo>
                <a:cubicBezTo>
                  <a:pt x="766350" y="1888975"/>
                  <a:pt x="366610" y="1808975"/>
                  <a:pt x="0" y="1663455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69" name="Free-form: Shape 168">
            <a:hlinkClick r:id="rId4" action="ppaction://hlinksldjump"/>
            <a:extLst>
              <a:ext uri="{FF2B5EF4-FFF2-40B4-BE49-F238E27FC236}">
                <a16:creationId xmlns:a16="http://schemas.microsoft.com/office/drawing/2014/main" id="{6525DDE1-BFDF-60AC-65F3-0E104F62202F}"/>
              </a:ext>
            </a:extLst>
          </p:cNvPr>
          <p:cNvSpPr/>
          <p:nvPr/>
        </p:nvSpPr>
        <p:spPr>
          <a:xfrm>
            <a:off x="3144913" y="4013553"/>
            <a:ext cx="2364515" cy="2364521"/>
          </a:xfrm>
          <a:custGeom>
            <a:avLst/>
            <a:gdLst>
              <a:gd name="csX0" fmla="*/ 1663449 w 2364515"/>
              <a:gd name="csY0" fmla="*/ 0 h 2364521"/>
              <a:gd name="csX1" fmla="*/ 2364516 w 2364515"/>
              <a:gd name="csY1" fmla="*/ 701074 h 2364521"/>
              <a:gd name="csX2" fmla="*/ 1675489 w 2364515"/>
              <a:gd name="csY2" fmla="*/ 2364522 h 2364521"/>
              <a:gd name="csX3" fmla="*/ 0 w 2364515"/>
              <a:gd name="csY3" fmla="*/ 689027 h 2364521"/>
              <a:gd name="csX4" fmla="*/ 1663449 w 2364515"/>
              <a:gd name="csY4" fmla="*/ 0 h 2364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1">
                <a:moveTo>
                  <a:pt x="1663449" y="0"/>
                </a:moveTo>
                <a:cubicBezTo>
                  <a:pt x="1804708" y="309888"/>
                  <a:pt x="2054627" y="559807"/>
                  <a:pt x="2364516" y="701074"/>
                </a:cubicBezTo>
                <a:lnTo>
                  <a:pt x="1675489" y="2364522"/>
                </a:lnTo>
                <a:cubicBezTo>
                  <a:pt x="925908" y="2040222"/>
                  <a:pt x="324296" y="1438608"/>
                  <a:pt x="0" y="689027"/>
                </a:cubicBezTo>
                <a:lnTo>
                  <a:pt x="1663449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1" name="Free-form: Shape 170">
            <a:hlinkClick r:id="rId5" action="ppaction://hlinksldjump"/>
            <a:extLst>
              <a:ext uri="{FF2B5EF4-FFF2-40B4-BE49-F238E27FC236}">
                <a16:creationId xmlns:a16="http://schemas.microsoft.com/office/drawing/2014/main" id="{1A07088D-E64D-4803-246F-4066B81EE808}"/>
              </a:ext>
            </a:extLst>
          </p:cNvPr>
          <p:cNvSpPr/>
          <p:nvPr/>
        </p:nvSpPr>
        <p:spPr>
          <a:xfrm>
            <a:off x="6680553" y="4013560"/>
            <a:ext cx="2364521" cy="2364514"/>
          </a:xfrm>
          <a:custGeom>
            <a:avLst/>
            <a:gdLst>
              <a:gd name="csX0" fmla="*/ 2364522 w 2364521"/>
              <a:gd name="csY0" fmla="*/ 689027 h 2364514"/>
              <a:gd name="csX1" fmla="*/ 689027 w 2364521"/>
              <a:gd name="csY1" fmla="*/ 2364515 h 2364514"/>
              <a:gd name="csX2" fmla="*/ 0 w 2364521"/>
              <a:gd name="csY2" fmla="*/ 701067 h 2364514"/>
              <a:gd name="csX3" fmla="*/ 701074 w 2364521"/>
              <a:gd name="csY3" fmla="*/ 0 h 2364514"/>
              <a:gd name="csX4" fmla="*/ 2364522 w 2364521"/>
              <a:gd name="csY4" fmla="*/ 689027 h 236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21" h="2364514">
                <a:moveTo>
                  <a:pt x="2364522" y="689027"/>
                </a:moveTo>
                <a:cubicBezTo>
                  <a:pt x="2040222" y="1438607"/>
                  <a:pt x="1438608" y="2040222"/>
                  <a:pt x="689027" y="2364515"/>
                </a:cubicBezTo>
                <a:lnTo>
                  <a:pt x="0" y="701067"/>
                </a:lnTo>
                <a:cubicBezTo>
                  <a:pt x="309888" y="559807"/>
                  <a:pt x="559814" y="309888"/>
                  <a:pt x="701074" y="0"/>
                </a:cubicBezTo>
                <a:lnTo>
                  <a:pt x="2364522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3" name="Free-form: Shape 172">
            <a:hlinkClick r:id="rId6" action="ppaction://hlinksldjump"/>
            <a:extLst>
              <a:ext uri="{FF2B5EF4-FFF2-40B4-BE49-F238E27FC236}">
                <a16:creationId xmlns:a16="http://schemas.microsoft.com/office/drawing/2014/main" id="{9F776438-5B13-77A1-FF0C-E0574047BD65}"/>
              </a:ext>
            </a:extLst>
          </p:cNvPr>
          <p:cNvSpPr/>
          <p:nvPr/>
        </p:nvSpPr>
        <p:spPr>
          <a:xfrm>
            <a:off x="7418868" y="2243226"/>
            <a:ext cx="1888974" cy="2369542"/>
          </a:xfrm>
          <a:custGeom>
            <a:avLst/>
            <a:gdLst>
              <a:gd name="csX0" fmla="*/ 1663455 w 1888974"/>
              <a:gd name="csY0" fmla="*/ 0 h 2369542"/>
              <a:gd name="csX1" fmla="*/ 1888975 w 1888974"/>
              <a:gd name="csY1" fmla="*/ 1184775 h 2369542"/>
              <a:gd name="csX2" fmla="*/ 1663455 w 1888974"/>
              <a:gd name="csY2" fmla="*/ 2369543 h 2369542"/>
              <a:gd name="csX3" fmla="*/ 0 w 1888974"/>
              <a:gd name="csY3" fmla="*/ 1680509 h 2369542"/>
              <a:gd name="csX4" fmla="*/ 89411 w 1888974"/>
              <a:gd name="csY4" fmla="*/ 1184775 h 2369542"/>
              <a:gd name="csX5" fmla="*/ 0 w 1888974"/>
              <a:gd name="csY5" fmla="*/ 689020 h 2369542"/>
              <a:gd name="csX6" fmla="*/ 1663455 w 1888974"/>
              <a:gd name="csY6" fmla="*/ 0 h 2369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74" h="2369542">
                <a:moveTo>
                  <a:pt x="1663455" y="0"/>
                </a:moveTo>
                <a:cubicBezTo>
                  <a:pt x="1808975" y="366610"/>
                  <a:pt x="1888975" y="766343"/>
                  <a:pt x="1888975" y="1184775"/>
                </a:cubicBezTo>
                <a:cubicBezTo>
                  <a:pt x="1888975" y="1603200"/>
                  <a:pt x="1808975" y="2002933"/>
                  <a:pt x="1663455" y="2369543"/>
                </a:cubicBezTo>
                <a:lnTo>
                  <a:pt x="0" y="1680509"/>
                </a:lnTo>
                <a:cubicBezTo>
                  <a:pt x="57795" y="1526251"/>
                  <a:pt x="89411" y="1359206"/>
                  <a:pt x="89411" y="1184775"/>
                </a:cubicBezTo>
                <a:cubicBezTo>
                  <a:pt x="89411" y="1010337"/>
                  <a:pt x="57795" y="843278"/>
                  <a:pt x="0" y="689020"/>
                </a:cubicBezTo>
                <a:lnTo>
                  <a:pt x="1663455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5" name="Free-form: Shape 174">
            <a:hlinkClick r:id="rId7" action="ppaction://hlinksldjump"/>
            <a:extLst>
              <a:ext uri="{FF2B5EF4-FFF2-40B4-BE49-F238E27FC236}">
                <a16:creationId xmlns:a16="http://schemas.microsoft.com/office/drawing/2014/main" id="{D89737E9-A0A3-A3D4-9923-2A65A585C8DB}"/>
              </a:ext>
            </a:extLst>
          </p:cNvPr>
          <p:cNvSpPr/>
          <p:nvPr/>
        </p:nvSpPr>
        <p:spPr>
          <a:xfrm>
            <a:off x="2882153" y="2243226"/>
            <a:ext cx="1888967" cy="2369536"/>
          </a:xfrm>
          <a:custGeom>
            <a:avLst/>
            <a:gdLst>
              <a:gd name="csX0" fmla="*/ 1888968 w 1888967"/>
              <a:gd name="csY0" fmla="*/ 689027 h 2369536"/>
              <a:gd name="csX1" fmla="*/ 1799571 w 1888967"/>
              <a:gd name="csY1" fmla="*/ 1184775 h 2369536"/>
              <a:gd name="csX2" fmla="*/ 1888961 w 1888967"/>
              <a:gd name="csY2" fmla="*/ 1680502 h 2369536"/>
              <a:gd name="csX3" fmla="*/ 225516 w 1888967"/>
              <a:gd name="csY3" fmla="*/ 2369536 h 2369536"/>
              <a:gd name="csX4" fmla="*/ 0 w 1888967"/>
              <a:gd name="csY4" fmla="*/ 1184775 h 2369536"/>
              <a:gd name="csX5" fmla="*/ 225516 w 1888967"/>
              <a:gd name="csY5" fmla="*/ 0 h 2369536"/>
              <a:gd name="csX6" fmla="*/ 1888968 w 1888967"/>
              <a:gd name="csY6" fmla="*/ 689027 h 2369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67" h="2369536">
                <a:moveTo>
                  <a:pt x="1888968" y="689027"/>
                </a:moveTo>
                <a:cubicBezTo>
                  <a:pt x="1831173" y="843285"/>
                  <a:pt x="1799571" y="1010337"/>
                  <a:pt x="1799571" y="1184775"/>
                </a:cubicBezTo>
                <a:cubicBezTo>
                  <a:pt x="1799571" y="1359199"/>
                  <a:pt x="1831173" y="1526251"/>
                  <a:pt x="1888961" y="1680502"/>
                </a:cubicBezTo>
                <a:lnTo>
                  <a:pt x="225516" y="2369536"/>
                </a:lnTo>
                <a:cubicBezTo>
                  <a:pt x="79999" y="2002933"/>
                  <a:pt x="0" y="1603193"/>
                  <a:pt x="0" y="1184775"/>
                </a:cubicBezTo>
                <a:cubicBezTo>
                  <a:pt x="0" y="766350"/>
                  <a:pt x="79998" y="366610"/>
                  <a:pt x="225516" y="0"/>
                </a:cubicBezTo>
                <a:lnTo>
                  <a:pt x="1888968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7" name="Free-form: Shape 176">
            <a:hlinkClick r:id="rId8" action="ppaction://hlinksldjump"/>
            <a:extLst>
              <a:ext uri="{FF2B5EF4-FFF2-40B4-BE49-F238E27FC236}">
                <a16:creationId xmlns:a16="http://schemas.microsoft.com/office/drawing/2014/main" id="{ABBBDA75-C732-1437-035B-290A9F828A3D}"/>
              </a:ext>
            </a:extLst>
          </p:cNvPr>
          <p:cNvSpPr/>
          <p:nvPr/>
        </p:nvSpPr>
        <p:spPr>
          <a:xfrm>
            <a:off x="3144913" y="477913"/>
            <a:ext cx="2364515" cy="2364522"/>
          </a:xfrm>
          <a:custGeom>
            <a:avLst/>
            <a:gdLst>
              <a:gd name="csX0" fmla="*/ 2364516 w 2364515"/>
              <a:gd name="csY0" fmla="*/ 1663449 h 2364522"/>
              <a:gd name="csX1" fmla="*/ 1663449 w 2364515"/>
              <a:gd name="csY1" fmla="*/ 2364522 h 2364522"/>
              <a:gd name="csX2" fmla="*/ 0 w 2364515"/>
              <a:gd name="csY2" fmla="*/ 1675495 h 2364522"/>
              <a:gd name="csX3" fmla="*/ 1675489 w 2364515"/>
              <a:gd name="csY3" fmla="*/ 0 h 2364522"/>
              <a:gd name="csX4" fmla="*/ 2364516 w 2364515"/>
              <a:gd name="csY4" fmla="*/ 1663449 h 23645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2">
                <a:moveTo>
                  <a:pt x="2364516" y="1663449"/>
                </a:moveTo>
                <a:cubicBezTo>
                  <a:pt x="2054627" y="1804708"/>
                  <a:pt x="1804708" y="2054634"/>
                  <a:pt x="1663449" y="2364522"/>
                </a:cubicBezTo>
                <a:lnTo>
                  <a:pt x="0" y="1675495"/>
                </a:lnTo>
                <a:cubicBezTo>
                  <a:pt x="324296" y="925915"/>
                  <a:pt x="925908" y="324298"/>
                  <a:pt x="1675489" y="0"/>
                </a:cubicBezTo>
                <a:lnTo>
                  <a:pt x="2364516" y="1663449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9" name="Free-form: Shape 178">
            <a:hlinkClick r:id="rId9" action="ppaction://hlinksldjump"/>
            <a:extLst>
              <a:ext uri="{FF2B5EF4-FFF2-40B4-BE49-F238E27FC236}">
                <a16:creationId xmlns:a16="http://schemas.microsoft.com/office/drawing/2014/main" id="{26EDB000-B574-750E-7CAF-24F6CAEF6D5E}"/>
              </a:ext>
            </a:extLst>
          </p:cNvPr>
          <p:cNvSpPr/>
          <p:nvPr/>
        </p:nvSpPr>
        <p:spPr>
          <a:xfrm>
            <a:off x="6680560" y="477913"/>
            <a:ext cx="2364514" cy="2364515"/>
          </a:xfrm>
          <a:custGeom>
            <a:avLst/>
            <a:gdLst>
              <a:gd name="csX0" fmla="*/ 689027 w 2364514"/>
              <a:gd name="csY0" fmla="*/ 0 h 2364515"/>
              <a:gd name="csX1" fmla="*/ 2364515 w 2364514"/>
              <a:gd name="csY1" fmla="*/ 1675495 h 2364515"/>
              <a:gd name="csX2" fmla="*/ 701067 w 2364514"/>
              <a:gd name="csY2" fmla="*/ 2364516 h 2364515"/>
              <a:gd name="csX3" fmla="*/ 0 w 2364514"/>
              <a:gd name="csY3" fmla="*/ 1663449 h 2364515"/>
              <a:gd name="csX4" fmla="*/ 689027 w 2364514"/>
              <a:gd name="csY4" fmla="*/ 0 h 2364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4" h="2364515">
                <a:moveTo>
                  <a:pt x="689027" y="0"/>
                </a:moveTo>
                <a:cubicBezTo>
                  <a:pt x="1438607" y="324297"/>
                  <a:pt x="2040222" y="925915"/>
                  <a:pt x="2364515" y="1675495"/>
                </a:cubicBezTo>
                <a:lnTo>
                  <a:pt x="701067" y="2364516"/>
                </a:lnTo>
                <a:cubicBezTo>
                  <a:pt x="559807" y="2054627"/>
                  <a:pt x="309888" y="1804708"/>
                  <a:pt x="0" y="1663449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1" name="Free-form: Shape 180">
            <a:hlinkClick r:id="rId10" action="ppaction://hlinksldjump"/>
            <a:extLst>
              <a:ext uri="{FF2B5EF4-FFF2-40B4-BE49-F238E27FC236}">
                <a16:creationId xmlns:a16="http://schemas.microsoft.com/office/drawing/2014/main" id="{2CCE885D-D747-3D45-DD66-43B9F7F2C802}"/>
              </a:ext>
            </a:extLst>
          </p:cNvPr>
          <p:cNvSpPr/>
          <p:nvPr/>
        </p:nvSpPr>
        <p:spPr>
          <a:xfrm>
            <a:off x="4910219" y="215153"/>
            <a:ext cx="2369542" cy="1888967"/>
          </a:xfrm>
          <a:custGeom>
            <a:avLst/>
            <a:gdLst>
              <a:gd name="csX0" fmla="*/ 1184782 w 2369542"/>
              <a:gd name="csY0" fmla="*/ 0 h 1888967"/>
              <a:gd name="csX1" fmla="*/ 2369543 w 2369542"/>
              <a:gd name="csY1" fmla="*/ 225516 h 1888967"/>
              <a:gd name="csX2" fmla="*/ 1680516 w 2369542"/>
              <a:gd name="csY2" fmla="*/ 1888961 h 1888967"/>
              <a:gd name="csX3" fmla="*/ 1184782 w 2369542"/>
              <a:gd name="csY3" fmla="*/ 1799571 h 1888967"/>
              <a:gd name="csX4" fmla="*/ 689027 w 2369542"/>
              <a:gd name="csY4" fmla="*/ 1888968 h 1888967"/>
              <a:gd name="csX5" fmla="*/ 0 w 2369542"/>
              <a:gd name="csY5" fmla="*/ 225516 h 1888967"/>
              <a:gd name="csX6" fmla="*/ 1184782 w 2369542"/>
              <a:gd name="csY6" fmla="*/ 0 h 18889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67">
                <a:moveTo>
                  <a:pt x="1184782" y="0"/>
                </a:moveTo>
                <a:cubicBezTo>
                  <a:pt x="1603200" y="0"/>
                  <a:pt x="2002940" y="79999"/>
                  <a:pt x="2369543" y="225516"/>
                </a:cubicBezTo>
                <a:lnTo>
                  <a:pt x="1680516" y="1888961"/>
                </a:lnTo>
                <a:cubicBezTo>
                  <a:pt x="1526258" y="1831173"/>
                  <a:pt x="1359213" y="1799571"/>
                  <a:pt x="1184782" y="1799571"/>
                </a:cubicBezTo>
                <a:cubicBezTo>
                  <a:pt x="1010344" y="1799571"/>
                  <a:pt x="843285" y="1831173"/>
                  <a:pt x="689027" y="1888968"/>
                </a:cubicBezTo>
                <a:lnTo>
                  <a:pt x="0" y="225516"/>
                </a:lnTo>
                <a:cubicBezTo>
                  <a:pt x="366610" y="79996"/>
                  <a:pt x="766350" y="0"/>
                  <a:pt x="1184782" y="0"/>
                </a:cubicBezTo>
                <a:close/>
              </a:path>
            </a:pathLst>
          </a:custGeom>
          <a:solidFill>
            <a:srgbClr val="3D4146">
              <a:alpha val="95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3" name="Free-form: Shape 182">
            <a:extLst>
              <a:ext uri="{FF2B5EF4-FFF2-40B4-BE49-F238E27FC236}">
                <a16:creationId xmlns:a16="http://schemas.microsoft.com/office/drawing/2014/main" id="{FE4164B4-A133-061D-542A-F4D62C9F64B5}"/>
              </a:ext>
            </a:extLst>
          </p:cNvPr>
          <p:cNvSpPr/>
          <p:nvPr/>
        </p:nvSpPr>
        <p:spPr>
          <a:xfrm>
            <a:off x="5599246" y="4672011"/>
            <a:ext cx="991488" cy="169267"/>
          </a:xfrm>
          <a:custGeom>
            <a:avLst/>
            <a:gdLst>
              <a:gd name="csX0" fmla="*/ 33076 w 991488"/>
              <a:gd name="csY0" fmla="*/ 0 h 169267"/>
              <a:gd name="csX1" fmla="*/ 495754 w 991488"/>
              <a:gd name="csY1" fmla="*/ 82928 h 169267"/>
              <a:gd name="csX2" fmla="*/ 958413 w 991488"/>
              <a:gd name="csY2" fmla="*/ 7 h 169267"/>
              <a:gd name="csX3" fmla="*/ 991489 w 991488"/>
              <a:gd name="csY3" fmla="*/ 79864 h 169267"/>
              <a:gd name="csX4" fmla="*/ 495754 w 991488"/>
              <a:gd name="csY4" fmla="*/ 169267 h 169267"/>
              <a:gd name="csX5" fmla="*/ 0 w 991488"/>
              <a:gd name="csY5" fmla="*/ 79857 h 169267"/>
              <a:gd name="csX6" fmla="*/ 33076 w 991488"/>
              <a:gd name="csY6" fmla="*/ 0 h 169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8" h="169267">
                <a:moveTo>
                  <a:pt x="33076" y="0"/>
                </a:moveTo>
                <a:cubicBezTo>
                  <a:pt x="177135" y="53603"/>
                  <a:pt x="333017" y="82928"/>
                  <a:pt x="495754" y="82928"/>
                </a:cubicBezTo>
                <a:cubicBezTo>
                  <a:pt x="658478" y="82928"/>
                  <a:pt x="814353" y="53610"/>
                  <a:pt x="958413" y="7"/>
                </a:cubicBezTo>
                <a:lnTo>
                  <a:pt x="991489" y="79864"/>
                </a:lnTo>
                <a:cubicBezTo>
                  <a:pt x="837231" y="137659"/>
                  <a:pt x="670186" y="169267"/>
                  <a:pt x="495754" y="169267"/>
                </a:cubicBezTo>
                <a:cubicBezTo>
                  <a:pt x="321317" y="169267"/>
                  <a:pt x="154258" y="137652"/>
                  <a:pt x="0" y="79857"/>
                </a:cubicBezTo>
                <a:lnTo>
                  <a:pt x="33076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5" name="Free-form: Shape 184">
            <a:extLst>
              <a:ext uri="{FF2B5EF4-FFF2-40B4-BE49-F238E27FC236}">
                <a16:creationId xmlns:a16="http://schemas.microsoft.com/office/drawing/2014/main" id="{869546F5-DE6C-E50F-1925-35E9A3BD555D}"/>
              </a:ext>
            </a:extLst>
          </p:cNvPr>
          <p:cNvSpPr/>
          <p:nvPr/>
        </p:nvSpPr>
        <p:spPr>
          <a:xfrm>
            <a:off x="5599245" y="2014717"/>
            <a:ext cx="991489" cy="169260"/>
          </a:xfrm>
          <a:custGeom>
            <a:avLst/>
            <a:gdLst>
              <a:gd name="csX0" fmla="*/ 958413 w 991489"/>
              <a:gd name="csY0" fmla="*/ 169260 h 169260"/>
              <a:gd name="csX1" fmla="*/ 495741 w 991489"/>
              <a:gd name="csY1" fmla="*/ 86339 h 169260"/>
              <a:gd name="csX2" fmla="*/ 33076 w 991489"/>
              <a:gd name="csY2" fmla="*/ 169254 h 169260"/>
              <a:gd name="csX3" fmla="*/ 0 w 991489"/>
              <a:gd name="csY3" fmla="*/ 89397 h 169260"/>
              <a:gd name="csX4" fmla="*/ 495741 w 991489"/>
              <a:gd name="csY4" fmla="*/ 0 h 169260"/>
              <a:gd name="csX5" fmla="*/ 991489 w 991489"/>
              <a:gd name="csY5" fmla="*/ 89403 h 169260"/>
              <a:gd name="csX6" fmla="*/ 958413 w 991489"/>
              <a:gd name="csY6" fmla="*/ 169260 h 169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9" h="169260">
                <a:moveTo>
                  <a:pt x="958413" y="169260"/>
                </a:moveTo>
                <a:cubicBezTo>
                  <a:pt x="814354" y="115658"/>
                  <a:pt x="658472" y="86339"/>
                  <a:pt x="495741" y="86339"/>
                </a:cubicBezTo>
                <a:cubicBezTo>
                  <a:pt x="333010" y="86339"/>
                  <a:pt x="177135" y="115651"/>
                  <a:pt x="33076" y="169254"/>
                </a:cubicBezTo>
                <a:lnTo>
                  <a:pt x="0" y="89397"/>
                </a:lnTo>
                <a:cubicBezTo>
                  <a:pt x="154258" y="31602"/>
                  <a:pt x="321303" y="0"/>
                  <a:pt x="495741" y="0"/>
                </a:cubicBezTo>
                <a:cubicBezTo>
                  <a:pt x="670179" y="0"/>
                  <a:pt x="837231" y="31609"/>
                  <a:pt x="991489" y="89403"/>
                </a:cubicBezTo>
                <a:lnTo>
                  <a:pt x="958413" y="16926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7" name="Free-form: Shape 186">
            <a:extLst>
              <a:ext uri="{FF2B5EF4-FFF2-40B4-BE49-F238E27FC236}">
                <a16:creationId xmlns:a16="http://schemas.microsoft.com/office/drawing/2014/main" id="{4D6EED35-73C5-60A7-C009-B318BBE7BE1F}"/>
              </a:ext>
            </a:extLst>
          </p:cNvPr>
          <p:cNvSpPr/>
          <p:nvPr/>
        </p:nvSpPr>
        <p:spPr>
          <a:xfrm>
            <a:off x="4808361" y="3980477"/>
            <a:ext cx="734143" cy="734150"/>
          </a:xfrm>
          <a:custGeom>
            <a:avLst/>
            <a:gdLst>
              <a:gd name="csX0" fmla="*/ 79857 w 734143"/>
              <a:gd name="csY0" fmla="*/ 0 h 734150"/>
              <a:gd name="csX1" fmla="*/ 734143 w 734143"/>
              <a:gd name="csY1" fmla="*/ 654293 h 734150"/>
              <a:gd name="csX2" fmla="*/ 701067 w 734143"/>
              <a:gd name="csY2" fmla="*/ 734150 h 734150"/>
              <a:gd name="csX3" fmla="*/ 0 w 734143"/>
              <a:gd name="csY3" fmla="*/ 33076 h 734150"/>
              <a:gd name="csX4" fmla="*/ 79857 w 734143"/>
              <a:gd name="csY4" fmla="*/ 0 h 734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43" h="734150">
                <a:moveTo>
                  <a:pt x="79857" y="0"/>
                </a:moveTo>
                <a:cubicBezTo>
                  <a:pt x="212290" y="288805"/>
                  <a:pt x="445339" y="521853"/>
                  <a:pt x="734143" y="654293"/>
                </a:cubicBezTo>
                <a:lnTo>
                  <a:pt x="701067" y="734150"/>
                </a:lnTo>
                <a:cubicBezTo>
                  <a:pt x="391179" y="592883"/>
                  <a:pt x="141260" y="342964"/>
                  <a:pt x="0" y="33076"/>
                </a:cubicBezTo>
                <a:lnTo>
                  <a:pt x="79857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9" name="Free-form: Shape 188">
            <a:extLst>
              <a:ext uri="{FF2B5EF4-FFF2-40B4-BE49-F238E27FC236}">
                <a16:creationId xmlns:a16="http://schemas.microsoft.com/office/drawing/2014/main" id="{D7572E87-1FED-56FB-0A18-DDBE97167855}"/>
              </a:ext>
            </a:extLst>
          </p:cNvPr>
          <p:cNvSpPr/>
          <p:nvPr/>
        </p:nvSpPr>
        <p:spPr>
          <a:xfrm>
            <a:off x="6647477" y="3980483"/>
            <a:ext cx="734150" cy="734143"/>
          </a:xfrm>
          <a:custGeom>
            <a:avLst/>
            <a:gdLst>
              <a:gd name="csX0" fmla="*/ 734150 w 734150"/>
              <a:gd name="csY0" fmla="*/ 33076 h 734143"/>
              <a:gd name="csX1" fmla="*/ 33076 w 734150"/>
              <a:gd name="csY1" fmla="*/ 734143 h 734143"/>
              <a:gd name="csX2" fmla="*/ 0 w 734150"/>
              <a:gd name="csY2" fmla="*/ 654287 h 734143"/>
              <a:gd name="csX3" fmla="*/ 654293 w 734150"/>
              <a:gd name="csY3" fmla="*/ 0 h 734143"/>
              <a:gd name="csX4" fmla="*/ 734150 w 734150"/>
              <a:gd name="csY4" fmla="*/ 33076 h 734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50" h="734143">
                <a:moveTo>
                  <a:pt x="734150" y="33076"/>
                </a:moveTo>
                <a:cubicBezTo>
                  <a:pt x="592890" y="342964"/>
                  <a:pt x="342964" y="592883"/>
                  <a:pt x="33076" y="734143"/>
                </a:cubicBezTo>
                <a:lnTo>
                  <a:pt x="0" y="654287"/>
                </a:lnTo>
                <a:cubicBezTo>
                  <a:pt x="288805" y="521853"/>
                  <a:pt x="521853" y="288805"/>
                  <a:pt x="654293" y="0"/>
                </a:cubicBezTo>
                <a:lnTo>
                  <a:pt x="734150" y="33076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1" name="Free-form: Shape 190">
            <a:extLst>
              <a:ext uri="{FF2B5EF4-FFF2-40B4-BE49-F238E27FC236}">
                <a16:creationId xmlns:a16="http://schemas.microsoft.com/office/drawing/2014/main" id="{AA9F1326-8875-EE83-FD7A-4A7FEFFA54EF}"/>
              </a:ext>
            </a:extLst>
          </p:cNvPr>
          <p:cNvSpPr/>
          <p:nvPr/>
        </p:nvSpPr>
        <p:spPr>
          <a:xfrm>
            <a:off x="7339011" y="2932253"/>
            <a:ext cx="169267" cy="991481"/>
          </a:xfrm>
          <a:custGeom>
            <a:avLst/>
            <a:gdLst>
              <a:gd name="csX0" fmla="*/ 79844 w 169267"/>
              <a:gd name="csY0" fmla="*/ 0 h 991481"/>
              <a:gd name="csX1" fmla="*/ 169267 w 169267"/>
              <a:gd name="csY1" fmla="*/ 495748 h 991481"/>
              <a:gd name="csX2" fmla="*/ 79857 w 169267"/>
              <a:gd name="csY2" fmla="*/ 991482 h 991481"/>
              <a:gd name="csX3" fmla="*/ 7 w 169267"/>
              <a:gd name="csY3" fmla="*/ 958406 h 991481"/>
              <a:gd name="csX4" fmla="*/ 82928 w 169267"/>
              <a:gd name="csY4" fmla="*/ 495748 h 991481"/>
              <a:gd name="csX5" fmla="*/ 0 w 169267"/>
              <a:gd name="csY5" fmla="*/ 33069 h 991481"/>
              <a:gd name="csX6" fmla="*/ 79844 w 169267"/>
              <a:gd name="csY6" fmla="*/ 0 h 991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67" h="991481">
                <a:moveTo>
                  <a:pt x="79844" y="0"/>
                </a:moveTo>
                <a:cubicBezTo>
                  <a:pt x="137638" y="154258"/>
                  <a:pt x="169267" y="321310"/>
                  <a:pt x="169267" y="495748"/>
                </a:cubicBezTo>
                <a:cubicBezTo>
                  <a:pt x="169267" y="670179"/>
                  <a:pt x="137652" y="837224"/>
                  <a:pt x="79857" y="991482"/>
                </a:cubicBezTo>
                <a:lnTo>
                  <a:pt x="7" y="958406"/>
                </a:lnTo>
                <a:cubicBezTo>
                  <a:pt x="53610" y="814347"/>
                  <a:pt x="82928" y="658472"/>
                  <a:pt x="82928" y="495748"/>
                </a:cubicBezTo>
                <a:cubicBezTo>
                  <a:pt x="82928" y="333010"/>
                  <a:pt x="53603" y="177129"/>
                  <a:pt x="0" y="33069"/>
                </a:cubicBezTo>
                <a:lnTo>
                  <a:pt x="79844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3" name="Free-form: Shape 192">
            <a:extLst>
              <a:ext uri="{FF2B5EF4-FFF2-40B4-BE49-F238E27FC236}">
                <a16:creationId xmlns:a16="http://schemas.microsoft.com/office/drawing/2014/main" id="{E68CAF1F-18A4-144E-20DF-B694F1B11D8B}"/>
              </a:ext>
            </a:extLst>
          </p:cNvPr>
          <p:cNvSpPr/>
          <p:nvPr/>
        </p:nvSpPr>
        <p:spPr>
          <a:xfrm>
            <a:off x="4681723" y="2932260"/>
            <a:ext cx="169246" cy="991468"/>
          </a:xfrm>
          <a:custGeom>
            <a:avLst/>
            <a:gdLst>
              <a:gd name="csX0" fmla="*/ 169247 w 169246"/>
              <a:gd name="csY0" fmla="*/ 33069 h 991468"/>
              <a:gd name="csX1" fmla="*/ 86339 w 169246"/>
              <a:gd name="csY1" fmla="*/ 495741 h 991468"/>
              <a:gd name="csX2" fmla="*/ 169247 w 169246"/>
              <a:gd name="csY2" fmla="*/ 958392 h 991468"/>
              <a:gd name="csX3" fmla="*/ 89390 w 169246"/>
              <a:gd name="csY3" fmla="*/ 991469 h 991468"/>
              <a:gd name="csX4" fmla="*/ 0 w 169246"/>
              <a:gd name="csY4" fmla="*/ 495741 h 991468"/>
              <a:gd name="csX5" fmla="*/ 89403 w 169246"/>
              <a:gd name="csY5" fmla="*/ 0 h 991468"/>
              <a:gd name="csX6" fmla="*/ 169247 w 169246"/>
              <a:gd name="csY6" fmla="*/ 33069 h 991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46" h="991468">
                <a:moveTo>
                  <a:pt x="169247" y="33069"/>
                </a:moveTo>
                <a:cubicBezTo>
                  <a:pt x="115644" y="177129"/>
                  <a:pt x="86339" y="333010"/>
                  <a:pt x="86339" y="495741"/>
                </a:cubicBezTo>
                <a:cubicBezTo>
                  <a:pt x="86339" y="658465"/>
                  <a:pt x="115651" y="814340"/>
                  <a:pt x="169247" y="958392"/>
                </a:cubicBezTo>
                <a:lnTo>
                  <a:pt x="89390" y="991469"/>
                </a:lnTo>
                <a:cubicBezTo>
                  <a:pt x="31602" y="837217"/>
                  <a:pt x="0" y="670165"/>
                  <a:pt x="0" y="495741"/>
                </a:cubicBezTo>
                <a:cubicBezTo>
                  <a:pt x="0" y="321303"/>
                  <a:pt x="31609" y="154258"/>
                  <a:pt x="89403" y="0"/>
                </a:cubicBezTo>
                <a:lnTo>
                  <a:pt x="169247" y="33069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5" name="Free-form: Shape 194">
            <a:extLst>
              <a:ext uri="{FF2B5EF4-FFF2-40B4-BE49-F238E27FC236}">
                <a16:creationId xmlns:a16="http://schemas.microsoft.com/office/drawing/2014/main" id="{64405018-0337-1804-3BBE-B0513483CE28}"/>
              </a:ext>
            </a:extLst>
          </p:cNvPr>
          <p:cNvSpPr/>
          <p:nvPr/>
        </p:nvSpPr>
        <p:spPr>
          <a:xfrm>
            <a:off x="4808368" y="2141381"/>
            <a:ext cx="734129" cy="734129"/>
          </a:xfrm>
          <a:custGeom>
            <a:avLst/>
            <a:gdLst>
              <a:gd name="csX0" fmla="*/ 734130 w 734129"/>
              <a:gd name="csY0" fmla="*/ 79837 h 734129"/>
              <a:gd name="csX1" fmla="*/ 79850 w 734129"/>
              <a:gd name="csY1" fmla="*/ 734130 h 734129"/>
              <a:gd name="csX2" fmla="*/ 0 w 734129"/>
              <a:gd name="csY2" fmla="*/ 701054 h 734129"/>
              <a:gd name="csX3" fmla="*/ 701067 w 734129"/>
              <a:gd name="csY3" fmla="*/ 0 h 734129"/>
              <a:gd name="csX4" fmla="*/ 734130 w 734129"/>
              <a:gd name="csY4" fmla="*/ 79837 h 7341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9">
                <a:moveTo>
                  <a:pt x="734130" y="79837"/>
                </a:moveTo>
                <a:cubicBezTo>
                  <a:pt x="445332" y="212277"/>
                  <a:pt x="212284" y="445325"/>
                  <a:pt x="79850" y="734130"/>
                </a:cubicBezTo>
                <a:lnTo>
                  <a:pt x="0" y="701054"/>
                </a:lnTo>
                <a:cubicBezTo>
                  <a:pt x="141260" y="391165"/>
                  <a:pt x="391179" y="141260"/>
                  <a:pt x="701067" y="0"/>
                </a:cubicBezTo>
                <a:lnTo>
                  <a:pt x="734130" y="79837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7" name="Free-form: Shape 196">
            <a:extLst>
              <a:ext uri="{FF2B5EF4-FFF2-40B4-BE49-F238E27FC236}">
                <a16:creationId xmlns:a16="http://schemas.microsoft.com/office/drawing/2014/main" id="{D84DA67C-449A-20A2-0F09-64BB166D2C79}"/>
              </a:ext>
            </a:extLst>
          </p:cNvPr>
          <p:cNvSpPr/>
          <p:nvPr/>
        </p:nvSpPr>
        <p:spPr>
          <a:xfrm>
            <a:off x="6647483" y="2141381"/>
            <a:ext cx="734129" cy="734122"/>
          </a:xfrm>
          <a:custGeom>
            <a:avLst/>
            <a:gdLst>
              <a:gd name="csX0" fmla="*/ 33069 w 734129"/>
              <a:gd name="csY0" fmla="*/ 0 h 734122"/>
              <a:gd name="csX1" fmla="*/ 734130 w 734129"/>
              <a:gd name="csY1" fmla="*/ 701054 h 734122"/>
              <a:gd name="csX2" fmla="*/ 654287 w 734129"/>
              <a:gd name="csY2" fmla="*/ 734123 h 734122"/>
              <a:gd name="csX3" fmla="*/ 0 w 734129"/>
              <a:gd name="csY3" fmla="*/ 79837 h 734122"/>
              <a:gd name="csX4" fmla="*/ 33069 w 734129"/>
              <a:gd name="csY4" fmla="*/ 0 h 734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2">
                <a:moveTo>
                  <a:pt x="33069" y="0"/>
                </a:moveTo>
                <a:cubicBezTo>
                  <a:pt x="342958" y="141260"/>
                  <a:pt x="592870" y="391172"/>
                  <a:pt x="734130" y="701054"/>
                </a:cubicBezTo>
                <a:lnTo>
                  <a:pt x="654287" y="734123"/>
                </a:lnTo>
                <a:cubicBezTo>
                  <a:pt x="521846" y="445318"/>
                  <a:pt x="288805" y="212270"/>
                  <a:pt x="0" y="79837"/>
                </a:cubicBezTo>
                <a:lnTo>
                  <a:pt x="33069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9" name="TextBox 198">
            <a:hlinkClick r:id="rId10" action="ppaction://hlinksldjump"/>
            <a:extLst>
              <a:ext uri="{FF2B5EF4-FFF2-40B4-BE49-F238E27FC236}">
                <a16:creationId xmlns:a16="http://schemas.microsoft.com/office/drawing/2014/main" id="{E98E9C8F-FD03-7303-A100-AE3562EDBF09}"/>
              </a:ext>
            </a:extLst>
          </p:cNvPr>
          <p:cNvSpPr txBox="1"/>
          <p:nvPr/>
        </p:nvSpPr>
        <p:spPr>
          <a:xfrm>
            <a:off x="5342864" y="852134"/>
            <a:ext cx="155412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Movement</a:t>
            </a:r>
          </a:p>
        </p:txBody>
      </p:sp>
      <p:sp>
        <p:nvSpPr>
          <p:cNvPr id="201" name="TextBox 200">
            <a:hlinkClick r:id="rId6" action="ppaction://hlinksldjump"/>
            <a:extLst>
              <a:ext uri="{FF2B5EF4-FFF2-40B4-BE49-F238E27FC236}">
                <a16:creationId xmlns:a16="http://schemas.microsoft.com/office/drawing/2014/main" id="{F2F45228-5F0C-E2E4-3716-3008A8A27C91}"/>
              </a:ext>
            </a:extLst>
          </p:cNvPr>
          <p:cNvSpPr txBox="1"/>
          <p:nvPr/>
        </p:nvSpPr>
        <p:spPr>
          <a:xfrm>
            <a:off x="7565794" y="3169636"/>
            <a:ext cx="168453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and EM Spectrum</a:t>
            </a:r>
          </a:p>
        </p:txBody>
      </p:sp>
      <p:sp>
        <p:nvSpPr>
          <p:cNvPr id="203" name="TextBox 202">
            <a:hlinkClick r:id="rId3" action="ppaction://hlinksldjump"/>
            <a:extLst>
              <a:ext uri="{FF2B5EF4-FFF2-40B4-BE49-F238E27FC236}">
                <a16:creationId xmlns:a16="http://schemas.microsoft.com/office/drawing/2014/main" id="{0F35D392-192A-1A0C-94BD-4DD0893AFCF8}"/>
              </a:ext>
            </a:extLst>
          </p:cNvPr>
          <p:cNvSpPr txBox="1"/>
          <p:nvPr/>
        </p:nvSpPr>
        <p:spPr>
          <a:xfrm>
            <a:off x="5356634" y="5562891"/>
            <a:ext cx="147873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Integration</a:t>
            </a:r>
          </a:p>
        </p:txBody>
      </p:sp>
      <p:sp>
        <p:nvSpPr>
          <p:cNvPr id="205" name="TextBox 204">
            <a:hlinkClick r:id="rId7" action="ppaction://hlinksldjump"/>
            <a:extLst>
              <a:ext uri="{FF2B5EF4-FFF2-40B4-BE49-F238E27FC236}">
                <a16:creationId xmlns:a16="http://schemas.microsoft.com/office/drawing/2014/main" id="{2DF2DE42-108B-AE0F-6C7A-F276636E1340}"/>
              </a:ext>
            </a:extLst>
          </p:cNvPr>
          <p:cNvSpPr txBox="1"/>
          <p:nvPr/>
        </p:nvSpPr>
        <p:spPr>
          <a:xfrm>
            <a:off x="2951042" y="3272932"/>
            <a:ext cx="16863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&amp; Simulation</a:t>
            </a:r>
          </a:p>
        </p:txBody>
      </p:sp>
      <p:sp>
        <p:nvSpPr>
          <p:cNvPr id="207" name="TextBox 206">
            <a:hlinkClick r:id="rId9" action="ppaction://hlinksldjump"/>
            <a:extLst>
              <a:ext uri="{FF2B5EF4-FFF2-40B4-BE49-F238E27FC236}">
                <a16:creationId xmlns:a16="http://schemas.microsoft.com/office/drawing/2014/main" id="{E401BC03-978E-DC00-E43B-D5497208651F}"/>
              </a:ext>
            </a:extLst>
          </p:cNvPr>
          <p:cNvSpPr txBox="1"/>
          <p:nvPr/>
        </p:nvSpPr>
        <p:spPr>
          <a:xfrm>
            <a:off x="7064912" y="1635079"/>
            <a:ext cx="153402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Multi-Domain Fusion</a:t>
            </a:r>
          </a:p>
        </p:txBody>
      </p:sp>
      <p:sp>
        <p:nvSpPr>
          <p:cNvPr id="209" name="TextBox 208">
            <a:hlinkClick r:id="rId5" action="ppaction://hlinksldjump"/>
            <a:extLst>
              <a:ext uri="{FF2B5EF4-FFF2-40B4-BE49-F238E27FC236}">
                <a16:creationId xmlns:a16="http://schemas.microsoft.com/office/drawing/2014/main" id="{5B04A590-5D7C-0BDB-A14E-038F1E68B9E8}"/>
              </a:ext>
            </a:extLst>
          </p:cNvPr>
          <p:cNvSpPr txBox="1"/>
          <p:nvPr/>
        </p:nvSpPr>
        <p:spPr>
          <a:xfrm>
            <a:off x="7037751" y="4896464"/>
            <a:ext cx="158834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Decision Advantage</a:t>
            </a:r>
          </a:p>
        </p:txBody>
      </p:sp>
      <p:sp>
        <p:nvSpPr>
          <p:cNvPr id="211" name="TextBox 210">
            <a:hlinkClick r:id="rId4" action="ppaction://hlinksldjump"/>
            <a:extLst>
              <a:ext uri="{FF2B5EF4-FFF2-40B4-BE49-F238E27FC236}">
                <a16:creationId xmlns:a16="http://schemas.microsoft.com/office/drawing/2014/main" id="{96B169A8-2530-A512-E377-BCACB288261F}"/>
              </a:ext>
            </a:extLst>
          </p:cNvPr>
          <p:cNvSpPr txBox="1"/>
          <p:nvPr/>
        </p:nvSpPr>
        <p:spPr>
          <a:xfrm>
            <a:off x="3589806" y="4981102"/>
            <a:ext cx="151242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Tactical Edge</a:t>
            </a:r>
          </a:p>
        </p:txBody>
      </p:sp>
      <p:sp>
        <p:nvSpPr>
          <p:cNvPr id="213" name="TextBox 212">
            <a:hlinkClick r:id="rId8" action="ppaction://hlinksldjump"/>
            <a:extLst>
              <a:ext uri="{FF2B5EF4-FFF2-40B4-BE49-F238E27FC236}">
                <a16:creationId xmlns:a16="http://schemas.microsoft.com/office/drawing/2014/main" id="{8A85BC4F-E7D3-59E5-4B3A-67E9A467B813}"/>
              </a:ext>
            </a:extLst>
          </p:cNvPr>
          <p:cNvSpPr txBox="1"/>
          <p:nvPr/>
        </p:nvSpPr>
        <p:spPr>
          <a:xfrm>
            <a:off x="3508822" y="1635079"/>
            <a:ext cx="167439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&amp; Sovereignty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14F3E67E-34D1-7380-8811-40530A356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79912" y="212912"/>
            <a:ext cx="6432176" cy="6432176"/>
          </a:xfrm>
          <a:prstGeom prst="rect">
            <a:avLst/>
          </a:prstGeom>
        </p:spPr>
      </p:pic>
      <p:sp>
        <p:nvSpPr>
          <p:cNvPr id="52" name="!!D">
            <a:extLst>
              <a:ext uri="{FF2B5EF4-FFF2-40B4-BE49-F238E27FC236}">
                <a16:creationId xmlns:a16="http://schemas.microsoft.com/office/drawing/2014/main" id="{8E22526F-CD54-0F7F-DAEC-1E49DA3326C7}"/>
              </a:ext>
            </a:extLst>
          </p:cNvPr>
          <p:cNvSpPr/>
          <p:nvPr/>
        </p:nvSpPr>
        <p:spPr>
          <a:xfrm>
            <a:off x="-1685581" y="-1122398"/>
            <a:ext cx="951124" cy="709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!!Content">
            <a:extLst>
              <a:ext uri="{FF2B5EF4-FFF2-40B4-BE49-F238E27FC236}">
                <a16:creationId xmlns:a16="http://schemas.microsoft.com/office/drawing/2014/main" id="{B467081B-F07A-C395-27F1-B05D642738E0}"/>
              </a:ext>
            </a:extLst>
          </p:cNvPr>
          <p:cNvSpPr/>
          <p:nvPr/>
        </p:nvSpPr>
        <p:spPr>
          <a:xfrm>
            <a:off x="4811806" y="2144806"/>
            <a:ext cx="2568388" cy="2568388"/>
          </a:xfrm>
          <a:prstGeom prst="ellipse">
            <a:avLst/>
          </a:prstGeom>
          <a:solidFill>
            <a:srgbClr val="2728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4183324-19D1-0C1A-9687-26603DF28F1C}"/>
              </a:ext>
            </a:extLst>
          </p:cNvPr>
          <p:cNvGrpSpPr/>
          <p:nvPr/>
        </p:nvGrpSpPr>
        <p:grpSpPr>
          <a:xfrm>
            <a:off x="5076209" y="2716673"/>
            <a:ext cx="2083047" cy="1135831"/>
            <a:chOff x="4763904" y="2571970"/>
            <a:chExt cx="2631514" cy="143489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5F9AEE-FEF8-B493-E717-49D8EC623234}"/>
                </a:ext>
              </a:extLst>
            </p:cNvPr>
            <p:cNvSpPr txBox="1"/>
            <p:nvPr/>
          </p:nvSpPr>
          <p:spPr>
            <a:xfrm>
              <a:off x="4763904" y="2571970"/>
              <a:ext cx="2576606" cy="349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Secure Data Movement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1BE70C-2A38-C9DF-491A-2AB542C82ACC}"/>
                </a:ext>
              </a:extLst>
            </p:cNvPr>
            <p:cNvSpPr txBox="1"/>
            <p:nvPr/>
          </p:nvSpPr>
          <p:spPr>
            <a:xfrm>
              <a:off x="4926229" y="3064259"/>
              <a:ext cx="2326883" cy="27217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Sourcing and sharing data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C1CA7B0-6C43-8D22-66A4-DFAB782A49A5}"/>
                </a:ext>
              </a:extLst>
            </p:cNvPr>
            <p:cNvSpPr txBox="1"/>
            <p:nvPr/>
          </p:nvSpPr>
          <p:spPr>
            <a:xfrm>
              <a:off x="4797496" y="3481967"/>
              <a:ext cx="2597922" cy="524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Challenge: Secure, federated data environments enabling decision advantage across domains.</a:t>
              </a:r>
            </a:p>
          </p:txBody>
        </p:sp>
      </p:grpSp>
      <p:sp>
        <p:nvSpPr>
          <p:cNvPr id="5" name="Rectangle 4">
            <a:hlinkClick r:id="rId12" action="ppaction://hlinksldjump"/>
            <a:extLst>
              <a:ext uri="{FF2B5EF4-FFF2-40B4-BE49-F238E27FC236}">
                <a16:creationId xmlns:a16="http://schemas.microsoft.com/office/drawing/2014/main" id="{5F11AB2F-D469-5EF8-DC27-795314311917}"/>
              </a:ext>
            </a:extLst>
          </p:cNvPr>
          <p:cNvSpPr/>
          <p:nvPr/>
        </p:nvSpPr>
        <p:spPr>
          <a:xfrm>
            <a:off x="5508548" y="3946198"/>
            <a:ext cx="1182954" cy="297888"/>
          </a:xfrm>
          <a:prstGeom prst="rect">
            <a:avLst/>
          </a:prstGeom>
          <a:solidFill>
            <a:srgbClr val="E740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Explore solution</a:t>
            </a:r>
          </a:p>
        </p:txBody>
      </p:sp>
    </p:spTree>
    <p:extLst>
      <p:ext uri="{BB962C8B-B14F-4D97-AF65-F5344CB8AC3E}">
        <p14:creationId xmlns:p14="http://schemas.microsoft.com/office/powerpoint/2010/main" val="3002845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9B7DB-CEEA-CD96-B49A-3454372F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!!Background">
            <a:extLst>
              <a:ext uri="{FF2B5EF4-FFF2-40B4-BE49-F238E27FC236}">
                <a16:creationId xmlns:a16="http://schemas.microsoft.com/office/drawing/2014/main" id="{3E334343-C442-F91D-E045-E12ACF41E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" t="544" r="930" b="550"/>
          <a:stretch>
            <a:fillRect/>
          </a:stretch>
        </p:blipFill>
        <p:spPr>
          <a:xfrm>
            <a:off x="-727113" y="-409001"/>
            <a:ext cx="13646226" cy="7676002"/>
          </a:xfrm>
          <a:prstGeom prst="rect">
            <a:avLst/>
          </a:prstGeom>
        </p:spPr>
      </p:pic>
      <p:sp>
        <p:nvSpPr>
          <p:cNvPr id="106" name="Free-form: Shape 105">
            <a:hlinkClick r:id="rId3" action="ppaction://hlinksldjump"/>
            <a:extLst>
              <a:ext uri="{FF2B5EF4-FFF2-40B4-BE49-F238E27FC236}">
                <a16:creationId xmlns:a16="http://schemas.microsoft.com/office/drawing/2014/main" id="{15BE648B-CB46-4858-A326-25D18BC92F4A}"/>
              </a:ext>
            </a:extLst>
          </p:cNvPr>
          <p:cNvSpPr/>
          <p:nvPr/>
        </p:nvSpPr>
        <p:spPr>
          <a:xfrm>
            <a:off x="4910219" y="4751868"/>
            <a:ext cx="2369542" cy="1888974"/>
          </a:xfrm>
          <a:custGeom>
            <a:avLst/>
            <a:gdLst>
              <a:gd name="csX0" fmla="*/ 689027 w 2369542"/>
              <a:gd name="csY0" fmla="*/ 0 h 1888974"/>
              <a:gd name="csX1" fmla="*/ 1184782 w 2369542"/>
              <a:gd name="csY1" fmla="*/ 89411 h 1888974"/>
              <a:gd name="csX2" fmla="*/ 1680516 w 2369542"/>
              <a:gd name="csY2" fmla="*/ 7 h 1888974"/>
              <a:gd name="csX3" fmla="*/ 2369543 w 2369542"/>
              <a:gd name="csY3" fmla="*/ 1663455 h 1888974"/>
              <a:gd name="csX4" fmla="*/ 1184782 w 2369542"/>
              <a:gd name="csY4" fmla="*/ 1888975 h 1888974"/>
              <a:gd name="csX5" fmla="*/ 0 w 2369542"/>
              <a:gd name="csY5" fmla="*/ 1663455 h 1888974"/>
              <a:gd name="csX6" fmla="*/ 689027 w 2369542"/>
              <a:gd name="csY6" fmla="*/ 0 h 1888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74">
                <a:moveTo>
                  <a:pt x="689027" y="0"/>
                </a:moveTo>
                <a:cubicBezTo>
                  <a:pt x="843285" y="57795"/>
                  <a:pt x="1010344" y="89411"/>
                  <a:pt x="1184782" y="89411"/>
                </a:cubicBezTo>
                <a:cubicBezTo>
                  <a:pt x="1359213" y="89411"/>
                  <a:pt x="1526258" y="57802"/>
                  <a:pt x="1680516" y="7"/>
                </a:cubicBezTo>
                <a:lnTo>
                  <a:pt x="2369543" y="1663455"/>
                </a:lnTo>
                <a:cubicBezTo>
                  <a:pt x="2002940" y="1808968"/>
                  <a:pt x="1603200" y="1888975"/>
                  <a:pt x="1184782" y="1888975"/>
                </a:cubicBezTo>
                <a:cubicBezTo>
                  <a:pt x="766350" y="1888975"/>
                  <a:pt x="366610" y="1808975"/>
                  <a:pt x="0" y="1663455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8" name="Free-form: Shape 107">
            <a:hlinkClick r:id="rId4" action="ppaction://hlinksldjump"/>
            <a:extLst>
              <a:ext uri="{FF2B5EF4-FFF2-40B4-BE49-F238E27FC236}">
                <a16:creationId xmlns:a16="http://schemas.microsoft.com/office/drawing/2014/main" id="{34B99C28-0078-789C-DAE5-8BCF623844CF}"/>
              </a:ext>
            </a:extLst>
          </p:cNvPr>
          <p:cNvSpPr/>
          <p:nvPr/>
        </p:nvSpPr>
        <p:spPr>
          <a:xfrm>
            <a:off x="3144913" y="4013553"/>
            <a:ext cx="2364515" cy="2364521"/>
          </a:xfrm>
          <a:custGeom>
            <a:avLst/>
            <a:gdLst>
              <a:gd name="csX0" fmla="*/ 1663449 w 2364515"/>
              <a:gd name="csY0" fmla="*/ 0 h 2364521"/>
              <a:gd name="csX1" fmla="*/ 2364516 w 2364515"/>
              <a:gd name="csY1" fmla="*/ 701074 h 2364521"/>
              <a:gd name="csX2" fmla="*/ 1675489 w 2364515"/>
              <a:gd name="csY2" fmla="*/ 2364522 h 2364521"/>
              <a:gd name="csX3" fmla="*/ 0 w 2364515"/>
              <a:gd name="csY3" fmla="*/ 689027 h 2364521"/>
              <a:gd name="csX4" fmla="*/ 1663449 w 2364515"/>
              <a:gd name="csY4" fmla="*/ 0 h 2364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1">
                <a:moveTo>
                  <a:pt x="1663449" y="0"/>
                </a:moveTo>
                <a:cubicBezTo>
                  <a:pt x="1804708" y="309888"/>
                  <a:pt x="2054627" y="559807"/>
                  <a:pt x="2364516" y="701074"/>
                </a:cubicBezTo>
                <a:lnTo>
                  <a:pt x="1675489" y="2364522"/>
                </a:lnTo>
                <a:cubicBezTo>
                  <a:pt x="925908" y="2040222"/>
                  <a:pt x="324296" y="1438608"/>
                  <a:pt x="0" y="689027"/>
                </a:cubicBezTo>
                <a:lnTo>
                  <a:pt x="1663449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10" name="Free-form: Shape 109">
            <a:hlinkClick r:id="rId5" action="ppaction://hlinksldjump"/>
            <a:extLst>
              <a:ext uri="{FF2B5EF4-FFF2-40B4-BE49-F238E27FC236}">
                <a16:creationId xmlns:a16="http://schemas.microsoft.com/office/drawing/2014/main" id="{58D544D9-575B-7E6A-1F54-604B4C13DE32}"/>
              </a:ext>
            </a:extLst>
          </p:cNvPr>
          <p:cNvSpPr/>
          <p:nvPr/>
        </p:nvSpPr>
        <p:spPr>
          <a:xfrm>
            <a:off x="6680553" y="4013560"/>
            <a:ext cx="2364521" cy="2364514"/>
          </a:xfrm>
          <a:custGeom>
            <a:avLst/>
            <a:gdLst>
              <a:gd name="csX0" fmla="*/ 2364522 w 2364521"/>
              <a:gd name="csY0" fmla="*/ 689027 h 2364514"/>
              <a:gd name="csX1" fmla="*/ 689027 w 2364521"/>
              <a:gd name="csY1" fmla="*/ 2364515 h 2364514"/>
              <a:gd name="csX2" fmla="*/ 0 w 2364521"/>
              <a:gd name="csY2" fmla="*/ 701067 h 2364514"/>
              <a:gd name="csX3" fmla="*/ 701074 w 2364521"/>
              <a:gd name="csY3" fmla="*/ 0 h 2364514"/>
              <a:gd name="csX4" fmla="*/ 2364522 w 2364521"/>
              <a:gd name="csY4" fmla="*/ 689027 h 236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21" h="2364514">
                <a:moveTo>
                  <a:pt x="2364522" y="689027"/>
                </a:moveTo>
                <a:cubicBezTo>
                  <a:pt x="2040222" y="1438607"/>
                  <a:pt x="1438608" y="2040222"/>
                  <a:pt x="689027" y="2364515"/>
                </a:cubicBezTo>
                <a:lnTo>
                  <a:pt x="0" y="701067"/>
                </a:lnTo>
                <a:cubicBezTo>
                  <a:pt x="309888" y="559807"/>
                  <a:pt x="559814" y="309888"/>
                  <a:pt x="701074" y="0"/>
                </a:cubicBezTo>
                <a:lnTo>
                  <a:pt x="2364522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12" name="Free-form: Shape 111">
            <a:hlinkClick r:id="rId6" action="ppaction://hlinksldjump"/>
            <a:extLst>
              <a:ext uri="{FF2B5EF4-FFF2-40B4-BE49-F238E27FC236}">
                <a16:creationId xmlns:a16="http://schemas.microsoft.com/office/drawing/2014/main" id="{6DEE7D72-52ED-77A2-8967-CCF08BDBDC66}"/>
              </a:ext>
            </a:extLst>
          </p:cNvPr>
          <p:cNvSpPr/>
          <p:nvPr/>
        </p:nvSpPr>
        <p:spPr>
          <a:xfrm>
            <a:off x="7418868" y="2243226"/>
            <a:ext cx="1888974" cy="2369542"/>
          </a:xfrm>
          <a:custGeom>
            <a:avLst/>
            <a:gdLst>
              <a:gd name="csX0" fmla="*/ 1663455 w 1888974"/>
              <a:gd name="csY0" fmla="*/ 0 h 2369542"/>
              <a:gd name="csX1" fmla="*/ 1888975 w 1888974"/>
              <a:gd name="csY1" fmla="*/ 1184775 h 2369542"/>
              <a:gd name="csX2" fmla="*/ 1663455 w 1888974"/>
              <a:gd name="csY2" fmla="*/ 2369543 h 2369542"/>
              <a:gd name="csX3" fmla="*/ 0 w 1888974"/>
              <a:gd name="csY3" fmla="*/ 1680509 h 2369542"/>
              <a:gd name="csX4" fmla="*/ 89411 w 1888974"/>
              <a:gd name="csY4" fmla="*/ 1184775 h 2369542"/>
              <a:gd name="csX5" fmla="*/ 0 w 1888974"/>
              <a:gd name="csY5" fmla="*/ 689020 h 2369542"/>
              <a:gd name="csX6" fmla="*/ 1663455 w 1888974"/>
              <a:gd name="csY6" fmla="*/ 0 h 2369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74" h="2369542">
                <a:moveTo>
                  <a:pt x="1663455" y="0"/>
                </a:moveTo>
                <a:cubicBezTo>
                  <a:pt x="1808975" y="366610"/>
                  <a:pt x="1888975" y="766343"/>
                  <a:pt x="1888975" y="1184775"/>
                </a:cubicBezTo>
                <a:cubicBezTo>
                  <a:pt x="1888975" y="1603200"/>
                  <a:pt x="1808975" y="2002933"/>
                  <a:pt x="1663455" y="2369543"/>
                </a:cubicBezTo>
                <a:lnTo>
                  <a:pt x="0" y="1680509"/>
                </a:lnTo>
                <a:cubicBezTo>
                  <a:pt x="57795" y="1526251"/>
                  <a:pt x="89411" y="1359206"/>
                  <a:pt x="89411" y="1184775"/>
                </a:cubicBezTo>
                <a:cubicBezTo>
                  <a:pt x="89411" y="1010337"/>
                  <a:pt x="57795" y="843278"/>
                  <a:pt x="0" y="689020"/>
                </a:cubicBezTo>
                <a:lnTo>
                  <a:pt x="1663455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14" name="Free-form: Shape 113">
            <a:hlinkClick r:id="rId7" action="ppaction://hlinksldjump"/>
            <a:extLst>
              <a:ext uri="{FF2B5EF4-FFF2-40B4-BE49-F238E27FC236}">
                <a16:creationId xmlns:a16="http://schemas.microsoft.com/office/drawing/2014/main" id="{BB06B355-3867-D34B-CC45-22750D2F32A9}"/>
              </a:ext>
            </a:extLst>
          </p:cNvPr>
          <p:cNvSpPr/>
          <p:nvPr/>
        </p:nvSpPr>
        <p:spPr>
          <a:xfrm>
            <a:off x="2882153" y="2243226"/>
            <a:ext cx="1888967" cy="2369536"/>
          </a:xfrm>
          <a:custGeom>
            <a:avLst/>
            <a:gdLst>
              <a:gd name="csX0" fmla="*/ 1888968 w 1888967"/>
              <a:gd name="csY0" fmla="*/ 689027 h 2369536"/>
              <a:gd name="csX1" fmla="*/ 1799571 w 1888967"/>
              <a:gd name="csY1" fmla="*/ 1184775 h 2369536"/>
              <a:gd name="csX2" fmla="*/ 1888961 w 1888967"/>
              <a:gd name="csY2" fmla="*/ 1680502 h 2369536"/>
              <a:gd name="csX3" fmla="*/ 225516 w 1888967"/>
              <a:gd name="csY3" fmla="*/ 2369536 h 2369536"/>
              <a:gd name="csX4" fmla="*/ 0 w 1888967"/>
              <a:gd name="csY4" fmla="*/ 1184775 h 2369536"/>
              <a:gd name="csX5" fmla="*/ 225516 w 1888967"/>
              <a:gd name="csY5" fmla="*/ 0 h 2369536"/>
              <a:gd name="csX6" fmla="*/ 1888968 w 1888967"/>
              <a:gd name="csY6" fmla="*/ 689027 h 2369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67" h="2369536">
                <a:moveTo>
                  <a:pt x="1888968" y="689027"/>
                </a:moveTo>
                <a:cubicBezTo>
                  <a:pt x="1831173" y="843285"/>
                  <a:pt x="1799571" y="1010337"/>
                  <a:pt x="1799571" y="1184775"/>
                </a:cubicBezTo>
                <a:cubicBezTo>
                  <a:pt x="1799571" y="1359199"/>
                  <a:pt x="1831173" y="1526251"/>
                  <a:pt x="1888961" y="1680502"/>
                </a:cubicBezTo>
                <a:lnTo>
                  <a:pt x="225516" y="2369536"/>
                </a:lnTo>
                <a:cubicBezTo>
                  <a:pt x="79999" y="2002933"/>
                  <a:pt x="0" y="1603193"/>
                  <a:pt x="0" y="1184775"/>
                </a:cubicBezTo>
                <a:cubicBezTo>
                  <a:pt x="0" y="766350"/>
                  <a:pt x="79998" y="366610"/>
                  <a:pt x="225516" y="0"/>
                </a:cubicBezTo>
                <a:lnTo>
                  <a:pt x="1888968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16" name="Free-form: Shape 115">
            <a:hlinkClick r:id="rId8" action="ppaction://hlinksldjump"/>
            <a:extLst>
              <a:ext uri="{FF2B5EF4-FFF2-40B4-BE49-F238E27FC236}">
                <a16:creationId xmlns:a16="http://schemas.microsoft.com/office/drawing/2014/main" id="{F68F9815-67FF-4CEF-020E-D2C21ABD4BDD}"/>
              </a:ext>
            </a:extLst>
          </p:cNvPr>
          <p:cNvSpPr/>
          <p:nvPr/>
        </p:nvSpPr>
        <p:spPr>
          <a:xfrm>
            <a:off x="3144913" y="477913"/>
            <a:ext cx="2364515" cy="2364522"/>
          </a:xfrm>
          <a:custGeom>
            <a:avLst/>
            <a:gdLst>
              <a:gd name="csX0" fmla="*/ 2364516 w 2364515"/>
              <a:gd name="csY0" fmla="*/ 1663449 h 2364522"/>
              <a:gd name="csX1" fmla="*/ 1663449 w 2364515"/>
              <a:gd name="csY1" fmla="*/ 2364522 h 2364522"/>
              <a:gd name="csX2" fmla="*/ 0 w 2364515"/>
              <a:gd name="csY2" fmla="*/ 1675495 h 2364522"/>
              <a:gd name="csX3" fmla="*/ 1675489 w 2364515"/>
              <a:gd name="csY3" fmla="*/ 0 h 2364522"/>
              <a:gd name="csX4" fmla="*/ 2364516 w 2364515"/>
              <a:gd name="csY4" fmla="*/ 1663449 h 23645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2">
                <a:moveTo>
                  <a:pt x="2364516" y="1663449"/>
                </a:moveTo>
                <a:cubicBezTo>
                  <a:pt x="2054627" y="1804708"/>
                  <a:pt x="1804708" y="2054634"/>
                  <a:pt x="1663449" y="2364522"/>
                </a:cubicBezTo>
                <a:lnTo>
                  <a:pt x="0" y="1675495"/>
                </a:lnTo>
                <a:cubicBezTo>
                  <a:pt x="324296" y="925915"/>
                  <a:pt x="925908" y="324298"/>
                  <a:pt x="1675489" y="0"/>
                </a:cubicBezTo>
                <a:lnTo>
                  <a:pt x="2364516" y="1663449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18" name="Free-form: Shape 117">
            <a:hlinkClick r:id="rId9" action="ppaction://hlinksldjump"/>
            <a:extLst>
              <a:ext uri="{FF2B5EF4-FFF2-40B4-BE49-F238E27FC236}">
                <a16:creationId xmlns:a16="http://schemas.microsoft.com/office/drawing/2014/main" id="{0238FDF5-1DEF-9C0A-490C-46340B207130}"/>
              </a:ext>
            </a:extLst>
          </p:cNvPr>
          <p:cNvSpPr/>
          <p:nvPr/>
        </p:nvSpPr>
        <p:spPr>
          <a:xfrm>
            <a:off x="6680560" y="477913"/>
            <a:ext cx="2364514" cy="2364515"/>
          </a:xfrm>
          <a:custGeom>
            <a:avLst/>
            <a:gdLst>
              <a:gd name="csX0" fmla="*/ 689027 w 2364514"/>
              <a:gd name="csY0" fmla="*/ 0 h 2364515"/>
              <a:gd name="csX1" fmla="*/ 2364515 w 2364514"/>
              <a:gd name="csY1" fmla="*/ 1675495 h 2364515"/>
              <a:gd name="csX2" fmla="*/ 701067 w 2364514"/>
              <a:gd name="csY2" fmla="*/ 2364516 h 2364515"/>
              <a:gd name="csX3" fmla="*/ 0 w 2364514"/>
              <a:gd name="csY3" fmla="*/ 1663449 h 2364515"/>
              <a:gd name="csX4" fmla="*/ 689027 w 2364514"/>
              <a:gd name="csY4" fmla="*/ 0 h 2364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4" h="2364515">
                <a:moveTo>
                  <a:pt x="689027" y="0"/>
                </a:moveTo>
                <a:cubicBezTo>
                  <a:pt x="1438607" y="324297"/>
                  <a:pt x="2040222" y="925915"/>
                  <a:pt x="2364515" y="1675495"/>
                </a:cubicBezTo>
                <a:lnTo>
                  <a:pt x="701067" y="2364516"/>
                </a:lnTo>
                <a:cubicBezTo>
                  <a:pt x="559807" y="2054627"/>
                  <a:pt x="309888" y="1804708"/>
                  <a:pt x="0" y="1663449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95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20" name="Free-form: Shape 119">
            <a:hlinkClick r:id="rId10" action="ppaction://hlinksldjump"/>
            <a:extLst>
              <a:ext uri="{FF2B5EF4-FFF2-40B4-BE49-F238E27FC236}">
                <a16:creationId xmlns:a16="http://schemas.microsoft.com/office/drawing/2014/main" id="{FC63401C-0031-9C69-3824-2F647F2CC770}"/>
              </a:ext>
            </a:extLst>
          </p:cNvPr>
          <p:cNvSpPr/>
          <p:nvPr/>
        </p:nvSpPr>
        <p:spPr>
          <a:xfrm>
            <a:off x="4910219" y="215153"/>
            <a:ext cx="2369542" cy="1888967"/>
          </a:xfrm>
          <a:custGeom>
            <a:avLst/>
            <a:gdLst>
              <a:gd name="csX0" fmla="*/ 1184782 w 2369542"/>
              <a:gd name="csY0" fmla="*/ 0 h 1888967"/>
              <a:gd name="csX1" fmla="*/ 2369543 w 2369542"/>
              <a:gd name="csY1" fmla="*/ 225516 h 1888967"/>
              <a:gd name="csX2" fmla="*/ 1680516 w 2369542"/>
              <a:gd name="csY2" fmla="*/ 1888961 h 1888967"/>
              <a:gd name="csX3" fmla="*/ 1184782 w 2369542"/>
              <a:gd name="csY3" fmla="*/ 1799571 h 1888967"/>
              <a:gd name="csX4" fmla="*/ 689027 w 2369542"/>
              <a:gd name="csY4" fmla="*/ 1888968 h 1888967"/>
              <a:gd name="csX5" fmla="*/ 0 w 2369542"/>
              <a:gd name="csY5" fmla="*/ 225516 h 1888967"/>
              <a:gd name="csX6" fmla="*/ 1184782 w 2369542"/>
              <a:gd name="csY6" fmla="*/ 0 h 18889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67">
                <a:moveTo>
                  <a:pt x="1184782" y="0"/>
                </a:moveTo>
                <a:cubicBezTo>
                  <a:pt x="1603200" y="0"/>
                  <a:pt x="2002940" y="79999"/>
                  <a:pt x="2369543" y="225516"/>
                </a:cubicBezTo>
                <a:lnTo>
                  <a:pt x="1680516" y="1888961"/>
                </a:lnTo>
                <a:cubicBezTo>
                  <a:pt x="1526258" y="1831173"/>
                  <a:pt x="1359213" y="1799571"/>
                  <a:pt x="1184782" y="1799571"/>
                </a:cubicBezTo>
                <a:cubicBezTo>
                  <a:pt x="1010344" y="1799571"/>
                  <a:pt x="843285" y="1831173"/>
                  <a:pt x="689027" y="1888968"/>
                </a:cubicBezTo>
                <a:lnTo>
                  <a:pt x="0" y="225516"/>
                </a:lnTo>
                <a:cubicBezTo>
                  <a:pt x="366610" y="79996"/>
                  <a:pt x="766350" y="0"/>
                  <a:pt x="1184782" y="0"/>
                </a:cubicBez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22" name="Free-form: Shape 121">
            <a:extLst>
              <a:ext uri="{FF2B5EF4-FFF2-40B4-BE49-F238E27FC236}">
                <a16:creationId xmlns:a16="http://schemas.microsoft.com/office/drawing/2014/main" id="{B913681A-88D0-3258-6AB0-B70F204938AB}"/>
              </a:ext>
            </a:extLst>
          </p:cNvPr>
          <p:cNvSpPr/>
          <p:nvPr/>
        </p:nvSpPr>
        <p:spPr>
          <a:xfrm>
            <a:off x="5599246" y="4672011"/>
            <a:ext cx="991488" cy="169267"/>
          </a:xfrm>
          <a:custGeom>
            <a:avLst/>
            <a:gdLst>
              <a:gd name="csX0" fmla="*/ 33076 w 991488"/>
              <a:gd name="csY0" fmla="*/ 0 h 169267"/>
              <a:gd name="csX1" fmla="*/ 495754 w 991488"/>
              <a:gd name="csY1" fmla="*/ 82928 h 169267"/>
              <a:gd name="csX2" fmla="*/ 958413 w 991488"/>
              <a:gd name="csY2" fmla="*/ 7 h 169267"/>
              <a:gd name="csX3" fmla="*/ 991489 w 991488"/>
              <a:gd name="csY3" fmla="*/ 79864 h 169267"/>
              <a:gd name="csX4" fmla="*/ 495754 w 991488"/>
              <a:gd name="csY4" fmla="*/ 169267 h 169267"/>
              <a:gd name="csX5" fmla="*/ 0 w 991488"/>
              <a:gd name="csY5" fmla="*/ 79857 h 169267"/>
              <a:gd name="csX6" fmla="*/ 33076 w 991488"/>
              <a:gd name="csY6" fmla="*/ 0 h 169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8" h="169267">
                <a:moveTo>
                  <a:pt x="33076" y="0"/>
                </a:moveTo>
                <a:cubicBezTo>
                  <a:pt x="177135" y="53603"/>
                  <a:pt x="333017" y="82928"/>
                  <a:pt x="495754" y="82928"/>
                </a:cubicBezTo>
                <a:cubicBezTo>
                  <a:pt x="658478" y="82928"/>
                  <a:pt x="814353" y="53610"/>
                  <a:pt x="958413" y="7"/>
                </a:cubicBezTo>
                <a:lnTo>
                  <a:pt x="991489" y="79864"/>
                </a:lnTo>
                <a:cubicBezTo>
                  <a:pt x="837231" y="137659"/>
                  <a:pt x="670186" y="169267"/>
                  <a:pt x="495754" y="169267"/>
                </a:cubicBezTo>
                <a:cubicBezTo>
                  <a:pt x="321317" y="169267"/>
                  <a:pt x="154258" y="137652"/>
                  <a:pt x="0" y="79857"/>
                </a:cubicBezTo>
                <a:lnTo>
                  <a:pt x="33076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24" name="Free-form: Shape 123">
            <a:extLst>
              <a:ext uri="{FF2B5EF4-FFF2-40B4-BE49-F238E27FC236}">
                <a16:creationId xmlns:a16="http://schemas.microsoft.com/office/drawing/2014/main" id="{E7A72C18-37B4-CBA8-7B3B-680D0C67E3E0}"/>
              </a:ext>
            </a:extLst>
          </p:cNvPr>
          <p:cNvSpPr/>
          <p:nvPr/>
        </p:nvSpPr>
        <p:spPr>
          <a:xfrm>
            <a:off x="5599245" y="2014717"/>
            <a:ext cx="991489" cy="169260"/>
          </a:xfrm>
          <a:custGeom>
            <a:avLst/>
            <a:gdLst>
              <a:gd name="csX0" fmla="*/ 958413 w 991489"/>
              <a:gd name="csY0" fmla="*/ 169260 h 169260"/>
              <a:gd name="csX1" fmla="*/ 495741 w 991489"/>
              <a:gd name="csY1" fmla="*/ 86339 h 169260"/>
              <a:gd name="csX2" fmla="*/ 33076 w 991489"/>
              <a:gd name="csY2" fmla="*/ 169254 h 169260"/>
              <a:gd name="csX3" fmla="*/ 0 w 991489"/>
              <a:gd name="csY3" fmla="*/ 89397 h 169260"/>
              <a:gd name="csX4" fmla="*/ 495741 w 991489"/>
              <a:gd name="csY4" fmla="*/ 0 h 169260"/>
              <a:gd name="csX5" fmla="*/ 991489 w 991489"/>
              <a:gd name="csY5" fmla="*/ 89403 h 169260"/>
              <a:gd name="csX6" fmla="*/ 958413 w 991489"/>
              <a:gd name="csY6" fmla="*/ 169260 h 169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9" h="169260">
                <a:moveTo>
                  <a:pt x="958413" y="169260"/>
                </a:moveTo>
                <a:cubicBezTo>
                  <a:pt x="814354" y="115658"/>
                  <a:pt x="658472" y="86339"/>
                  <a:pt x="495741" y="86339"/>
                </a:cubicBezTo>
                <a:cubicBezTo>
                  <a:pt x="333010" y="86339"/>
                  <a:pt x="177135" y="115651"/>
                  <a:pt x="33076" y="169254"/>
                </a:cubicBezTo>
                <a:lnTo>
                  <a:pt x="0" y="89397"/>
                </a:lnTo>
                <a:cubicBezTo>
                  <a:pt x="154258" y="31602"/>
                  <a:pt x="321303" y="0"/>
                  <a:pt x="495741" y="0"/>
                </a:cubicBezTo>
                <a:cubicBezTo>
                  <a:pt x="670179" y="0"/>
                  <a:pt x="837231" y="31609"/>
                  <a:pt x="991489" y="89403"/>
                </a:cubicBezTo>
                <a:lnTo>
                  <a:pt x="958413" y="16926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26" name="Free-form: Shape 125">
            <a:extLst>
              <a:ext uri="{FF2B5EF4-FFF2-40B4-BE49-F238E27FC236}">
                <a16:creationId xmlns:a16="http://schemas.microsoft.com/office/drawing/2014/main" id="{2D82A626-B2D5-3EDA-6706-504937C6CC6B}"/>
              </a:ext>
            </a:extLst>
          </p:cNvPr>
          <p:cNvSpPr/>
          <p:nvPr/>
        </p:nvSpPr>
        <p:spPr>
          <a:xfrm>
            <a:off x="4808361" y="3980477"/>
            <a:ext cx="734143" cy="734150"/>
          </a:xfrm>
          <a:custGeom>
            <a:avLst/>
            <a:gdLst>
              <a:gd name="csX0" fmla="*/ 79857 w 734143"/>
              <a:gd name="csY0" fmla="*/ 0 h 734150"/>
              <a:gd name="csX1" fmla="*/ 734143 w 734143"/>
              <a:gd name="csY1" fmla="*/ 654293 h 734150"/>
              <a:gd name="csX2" fmla="*/ 701067 w 734143"/>
              <a:gd name="csY2" fmla="*/ 734150 h 734150"/>
              <a:gd name="csX3" fmla="*/ 0 w 734143"/>
              <a:gd name="csY3" fmla="*/ 33076 h 734150"/>
              <a:gd name="csX4" fmla="*/ 79857 w 734143"/>
              <a:gd name="csY4" fmla="*/ 0 h 734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43" h="734150">
                <a:moveTo>
                  <a:pt x="79857" y="0"/>
                </a:moveTo>
                <a:cubicBezTo>
                  <a:pt x="212290" y="288805"/>
                  <a:pt x="445339" y="521853"/>
                  <a:pt x="734143" y="654293"/>
                </a:cubicBezTo>
                <a:lnTo>
                  <a:pt x="701067" y="734150"/>
                </a:lnTo>
                <a:cubicBezTo>
                  <a:pt x="391179" y="592883"/>
                  <a:pt x="141260" y="342964"/>
                  <a:pt x="0" y="33076"/>
                </a:cubicBezTo>
                <a:lnTo>
                  <a:pt x="79857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28" name="Free-form: Shape 127">
            <a:extLst>
              <a:ext uri="{FF2B5EF4-FFF2-40B4-BE49-F238E27FC236}">
                <a16:creationId xmlns:a16="http://schemas.microsoft.com/office/drawing/2014/main" id="{DFE9B5AA-90F2-241C-69B9-A5532E662E06}"/>
              </a:ext>
            </a:extLst>
          </p:cNvPr>
          <p:cNvSpPr/>
          <p:nvPr/>
        </p:nvSpPr>
        <p:spPr>
          <a:xfrm>
            <a:off x="6647477" y="3980483"/>
            <a:ext cx="734150" cy="734143"/>
          </a:xfrm>
          <a:custGeom>
            <a:avLst/>
            <a:gdLst>
              <a:gd name="csX0" fmla="*/ 734150 w 734150"/>
              <a:gd name="csY0" fmla="*/ 33076 h 734143"/>
              <a:gd name="csX1" fmla="*/ 33076 w 734150"/>
              <a:gd name="csY1" fmla="*/ 734143 h 734143"/>
              <a:gd name="csX2" fmla="*/ 0 w 734150"/>
              <a:gd name="csY2" fmla="*/ 654287 h 734143"/>
              <a:gd name="csX3" fmla="*/ 654293 w 734150"/>
              <a:gd name="csY3" fmla="*/ 0 h 734143"/>
              <a:gd name="csX4" fmla="*/ 734150 w 734150"/>
              <a:gd name="csY4" fmla="*/ 33076 h 734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50" h="734143">
                <a:moveTo>
                  <a:pt x="734150" y="33076"/>
                </a:moveTo>
                <a:cubicBezTo>
                  <a:pt x="592890" y="342964"/>
                  <a:pt x="342964" y="592883"/>
                  <a:pt x="33076" y="734143"/>
                </a:cubicBezTo>
                <a:lnTo>
                  <a:pt x="0" y="654287"/>
                </a:lnTo>
                <a:cubicBezTo>
                  <a:pt x="288805" y="521853"/>
                  <a:pt x="521853" y="288805"/>
                  <a:pt x="654293" y="0"/>
                </a:cubicBezTo>
                <a:lnTo>
                  <a:pt x="734150" y="33076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0" name="Free-form: Shape 129">
            <a:extLst>
              <a:ext uri="{FF2B5EF4-FFF2-40B4-BE49-F238E27FC236}">
                <a16:creationId xmlns:a16="http://schemas.microsoft.com/office/drawing/2014/main" id="{EAF7E414-6731-0CDD-63E2-618A71E42423}"/>
              </a:ext>
            </a:extLst>
          </p:cNvPr>
          <p:cNvSpPr/>
          <p:nvPr/>
        </p:nvSpPr>
        <p:spPr>
          <a:xfrm>
            <a:off x="7339011" y="2932253"/>
            <a:ext cx="169267" cy="991481"/>
          </a:xfrm>
          <a:custGeom>
            <a:avLst/>
            <a:gdLst>
              <a:gd name="csX0" fmla="*/ 79844 w 169267"/>
              <a:gd name="csY0" fmla="*/ 0 h 991481"/>
              <a:gd name="csX1" fmla="*/ 169267 w 169267"/>
              <a:gd name="csY1" fmla="*/ 495748 h 991481"/>
              <a:gd name="csX2" fmla="*/ 79857 w 169267"/>
              <a:gd name="csY2" fmla="*/ 991482 h 991481"/>
              <a:gd name="csX3" fmla="*/ 7 w 169267"/>
              <a:gd name="csY3" fmla="*/ 958406 h 991481"/>
              <a:gd name="csX4" fmla="*/ 82928 w 169267"/>
              <a:gd name="csY4" fmla="*/ 495748 h 991481"/>
              <a:gd name="csX5" fmla="*/ 0 w 169267"/>
              <a:gd name="csY5" fmla="*/ 33069 h 991481"/>
              <a:gd name="csX6" fmla="*/ 79844 w 169267"/>
              <a:gd name="csY6" fmla="*/ 0 h 991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67" h="991481">
                <a:moveTo>
                  <a:pt x="79844" y="0"/>
                </a:moveTo>
                <a:cubicBezTo>
                  <a:pt x="137638" y="154258"/>
                  <a:pt x="169267" y="321310"/>
                  <a:pt x="169267" y="495748"/>
                </a:cubicBezTo>
                <a:cubicBezTo>
                  <a:pt x="169267" y="670179"/>
                  <a:pt x="137652" y="837224"/>
                  <a:pt x="79857" y="991482"/>
                </a:cubicBezTo>
                <a:lnTo>
                  <a:pt x="7" y="958406"/>
                </a:lnTo>
                <a:cubicBezTo>
                  <a:pt x="53610" y="814347"/>
                  <a:pt x="82928" y="658472"/>
                  <a:pt x="82928" y="495748"/>
                </a:cubicBezTo>
                <a:cubicBezTo>
                  <a:pt x="82928" y="333010"/>
                  <a:pt x="53603" y="177129"/>
                  <a:pt x="0" y="33069"/>
                </a:cubicBezTo>
                <a:lnTo>
                  <a:pt x="79844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2" name="Free-form: Shape 131">
            <a:extLst>
              <a:ext uri="{FF2B5EF4-FFF2-40B4-BE49-F238E27FC236}">
                <a16:creationId xmlns:a16="http://schemas.microsoft.com/office/drawing/2014/main" id="{B4EF783F-9ED9-6823-5C13-D2F9AFF27C1E}"/>
              </a:ext>
            </a:extLst>
          </p:cNvPr>
          <p:cNvSpPr/>
          <p:nvPr/>
        </p:nvSpPr>
        <p:spPr>
          <a:xfrm>
            <a:off x="4681723" y="2932260"/>
            <a:ext cx="169246" cy="991468"/>
          </a:xfrm>
          <a:custGeom>
            <a:avLst/>
            <a:gdLst>
              <a:gd name="csX0" fmla="*/ 169247 w 169246"/>
              <a:gd name="csY0" fmla="*/ 33069 h 991468"/>
              <a:gd name="csX1" fmla="*/ 86339 w 169246"/>
              <a:gd name="csY1" fmla="*/ 495741 h 991468"/>
              <a:gd name="csX2" fmla="*/ 169247 w 169246"/>
              <a:gd name="csY2" fmla="*/ 958392 h 991468"/>
              <a:gd name="csX3" fmla="*/ 89390 w 169246"/>
              <a:gd name="csY3" fmla="*/ 991469 h 991468"/>
              <a:gd name="csX4" fmla="*/ 0 w 169246"/>
              <a:gd name="csY4" fmla="*/ 495741 h 991468"/>
              <a:gd name="csX5" fmla="*/ 89403 w 169246"/>
              <a:gd name="csY5" fmla="*/ 0 h 991468"/>
              <a:gd name="csX6" fmla="*/ 169247 w 169246"/>
              <a:gd name="csY6" fmla="*/ 33069 h 991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46" h="991468">
                <a:moveTo>
                  <a:pt x="169247" y="33069"/>
                </a:moveTo>
                <a:cubicBezTo>
                  <a:pt x="115644" y="177129"/>
                  <a:pt x="86339" y="333010"/>
                  <a:pt x="86339" y="495741"/>
                </a:cubicBezTo>
                <a:cubicBezTo>
                  <a:pt x="86339" y="658465"/>
                  <a:pt x="115651" y="814340"/>
                  <a:pt x="169247" y="958392"/>
                </a:cubicBezTo>
                <a:lnTo>
                  <a:pt x="89390" y="991469"/>
                </a:lnTo>
                <a:cubicBezTo>
                  <a:pt x="31602" y="837217"/>
                  <a:pt x="0" y="670165"/>
                  <a:pt x="0" y="495741"/>
                </a:cubicBezTo>
                <a:cubicBezTo>
                  <a:pt x="0" y="321303"/>
                  <a:pt x="31609" y="154258"/>
                  <a:pt x="89403" y="0"/>
                </a:cubicBezTo>
                <a:lnTo>
                  <a:pt x="169247" y="33069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4" name="Free-form: Shape 133">
            <a:extLst>
              <a:ext uri="{FF2B5EF4-FFF2-40B4-BE49-F238E27FC236}">
                <a16:creationId xmlns:a16="http://schemas.microsoft.com/office/drawing/2014/main" id="{087F01C9-5D10-78E7-552D-0E9483926C82}"/>
              </a:ext>
            </a:extLst>
          </p:cNvPr>
          <p:cNvSpPr/>
          <p:nvPr/>
        </p:nvSpPr>
        <p:spPr>
          <a:xfrm>
            <a:off x="4808368" y="2141381"/>
            <a:ext cx="734129" cy="734129"/>
          </a:xfrm>
          <a:custGeom>
            <a:avLst/>
            <a:gdLst>
              <a:gd name="csX0" fmla="*/ 734130 w 734129"/>
              <a:gd name="csY0" fmla="*/ 79837 h 734129"/>
              <a:gd name="csX1" fmla="*/ 79850 w 734129"/>
              <a:gd name="csY1" fmla="*/ 734130 h 734129"/>
              <a:gd name="csX2" fmla="*/ 0 w 734129"/>
              <a:gd name="csY2" fmla="*/ 701054 h 734129"/>
              <a:gd name="csX3" fmla="*/ 701067 w 734129"/>
              <a:gd name="csY3" fmla="*/ 0 h 734129"/>
              <a:gd name="csX4" fmla="*/ 734130 w 734129"/>
              <a:gd name="csY4" fmla="*/ 79837 h 7341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9">
                <a:moveTo>
                  <a:pt x="734130" y="79837"/>
                </a:moveTo>
                <a:cubicBezTo>
                  <a:pt x="445332" y="212277"/>
                  <a:pt x="212284" y="445325"/>
                  <a:pt x="79850" y="734130"/>
                </a:cubicBezTo>
                <a:lnTo>
                  <a:pt x="0" y="701054"/>
                </a:lnTo>
                <a:cubicBezTo>
                  <a:pt x="141260" y="391165"/>
                  <a:pt x="391179" y="141260"/>
                  <a:pt x="701067" y="0"/>
                </a:cubicBezTo>
                <a:lnTo>
                  <a:pt x="734130" y="79837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6" name="Free-form: Shape 135">
            <a:extLst>
              <a:ext uri="{FF2B5EF4-FFF2-40B4-BE49-F238E27FC236}">
                <a16:creationId xmlns:a16="http://schemas.microsoft.com/office/drawing/2014/main" id="{8BF2BA90-8E6B-EA5E-7078-7F4FD4413806}"/>
              </a:ext>
            </a:extLst>
          </p:cNvPr>
          <p:cNvSpPr/>
          <p:nvPr/>
        </p:nvSpPr>
        <p:spPr>
          <a:xfrm>
            <a:off x="6647483" y="2141381"/>
            <a:ext cx="734129" cy="734122"/>
          </a:xfrm>
          <a:custGeom>
            <a:avLst/>
            <a:gdLst>
              <a:gd name="csX0" fmla="*/ 33069 w 734129"/>
              <a:gd name="csY0" fmla="*/ 0 h 734122"/>
              <a:gd name="csX1" fmla="*/ 734130 w 734129"/>
              <a:gd name="csY1" fmla="*/ 701054 h 734122"/>
              <a:gd name="csX2" fmla="*/ 654287 w 734129"/>
              <a:gd name="csY2" fmla="*/ 734123 h 734122"/>
              <a:gd name="csX3" fmla="*/ 0 w 734129"/>
              <a:gd name="csY3" fmla="*/ 79837 h 734122"/>
              <a:gd name="csX4" fmla="*/ 33069 w 734129"/>
              <a:gd name="csY4" fmla="*/ 0 h 734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2">
                <a:moveTo>
                  <a:pt x="33069" y="0"/>
                </a:moveTo>
                <a:cubicBezTo>
                  <a:pt x="342958" y="141260"/>
                  <a:pt x="592870" y="391172"/>
                  <a:pt x="734130" y="701054"/>
                </a:cubicBezTo>
                <a:lnTo>
                  <a:pt x="654287" y="734123"/>
                </a:lnTo>
                <a:cubicBezTo>
                  <a:pt x="521846" y="445318"/>
                  <a:pt x="288805" y="212270"/>
                  <a:pt x="0" y="79837"/>
                </a:cubicBezTo>
                <a:lnTo>
                  <a:pt x="33069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8" name="TextBox 137">
            <a:hlinkClick r:id="rId10" action="ppaction://hlinksldjump"/>
            <a:extLst>
              <a:ext uri="{FF2B5EF4-FFF2-40B4-BE49-F238E27FC236}">
                <a16:creationId xmlns:a16="http://schemas.microsoft.com/office/drawing/2014/main" id="{84C1C49C-B072-0157-E98B-CED008F823F2}"/>
              </a:ext>
            </a:extLst>
          </p:cNvPr>
          <p:cNvSpPr txBox="1"/>
          <p:nvPr/>
        </p:nvSpPr>
        <p:spPr>
          <a:xfrm>
            <a:off x="5342864" y="852134"/>
            <a:ext cx="155412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Movement</a:t>
            </a:r>
          </a:p>
        </p:txBody>
      </p:sp>
      <p:sp>
        <p:nvSpPr>
          <p:cNvPr id="140" name="TextBox 139">
            <a:hlinkClick r:id="rId6" action="ppaction://hlinksldjump"/>
            <a:extLst>
              <a:ext uri="{FF2B5EF4-FFF2-40B4-BE49-F238E27FC236}">
                <a16:creationId xmlns:a16="http://schemas.microsoft.com/office/drawing/2014/main" id="{56786100-D77C-948B-2AA4-00E6FCFF3A4B}"/>
              </a:ext>
            </a:extLst>
          </p:cNvPr>
          <p:cNvSpPr txBox="1"/>
          <p:nvPr/>
        </p:nvSpPr>
        <p:spPr>
          <a:xfrm>
            <a:off x="7565794" y="3169636"/>
            <a:ext cx="168453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and EM Spectrum</a:t>
            </a:r>
          </a:p>
        </p:txBody>
      </p:sp>
      <p:sp>
        <p:nvSpPr>
          <p:cNvPr id="142" name="TextBox 141">
            <a:hlinkClick r:id="rId3" action="ppaction://hlinksldjump"/>
            <a:extLst>
              <a:ext uri="{FF2B5EF4-FFF2-40B4-BE49-F238E27FC236}">
                <a16:creationId xmlns:a16="http://schemas.microsoft.com/office/drawing/2014/main" id="{C278A018-DF61-FFFC-3CB9-40391CCDBD62}"/>
              </a:ext>
            </a:extLst>
          </p:cNvPr>
          <p:cNvSpPr txBox="1"/>
          <p:nvPr/>
        </p:nvSpPr>
        <p:spPr>
          <a:xfrm>
            <a:off x="5356634" y="5562891"/>
            <a:ext cx="147873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Integration</a:t>
            </a:r>
          </a:p>
        </p:txBody>
      </p:sp>
      <p:sp>
        <p:nvSpPr>
          <p:cNvPr id="144" name="TextBox 143">
            <a:hlinkClick r:id="rId7" action="ppaction://hlinksldjump"/>
            <a:extLst>
              <a:ext uri="{FF2B5EF4-FFF2-40B4-BE49-F238E27FC236}">
                <a16:creationId xmlns:a16="http://schemas.microsoft.com/office/drawing/2014/main" id="{1FC4CC1F-6B61-3433-DF18-FB89A4254F07}"/>
              </a:ext>
            </a:extLst>
          </p:cNvPr>
          <p:cNvSpPr txBox="1"/>
          <p:nvPr/>
        </p:nvSpPr>
        <p:spPr>
          <a:xfrm>
            <a:off x="2951042" y="3272932"/>
            <a:ext cx="16863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&amp; Simulation</a:t>
            </a:r>
          </a:p>
        </p:txBody>
      </p:sp>
      <p:sp>
        <p:nvSpPr>
          <p:cNvPr id="146" name="TextBox 145">
            <a:hlinkClick r:id="rId9" action="ppaction://hlinksldjump"/>
            <a:extLst>
              <a:ext uri="{FF2B5EF4-FFF2-40B4-BE49-F238E27FC236}">
                <a16:creationId xmlns:a16="http://schemas.microsoft.com/office/drawing/2014/main" id="{20514492-C16B-4DF6-A8D9-CA0F64F78616}"/>
              </a:ext>
            </a:extLst>
          </p:cNvPr>
          <p:cNvSpPr txBox="1"/>
          <p:nvPr/>
        </p:nvSpPr>
        <p:spPr>
          <a:xfrm>
            <a:off x="7064912" y="1635079"/>
            <a:ext cx="153402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Multi-Domain Fusion</a:t>
            </a:r>
          </a:p>
        </p:txBody>
      </p:sp>
      <p:sp>
        <p:nvSpPr>
          <p:cNvPr id="148" name="TextBox 147">
            <a:hlinkClick r:id="rId5" action="ppaction://hlinksldjump"/>
            <a:extLst>
              <a:ext uri="{FF2B5EF4-FFF2-40B4-BE49-F238E27FC236}">
                <a16:creationId xmlns:a16="http://schemas.microsoft.com/office/drawing/2014/main" id="{964DA36F-7424-6738-82AE-987927DBDF28}"/>
              </a:ext>
            </a:extLst>
          </p:cNvPr>
          <p:cNvSpPr txBox="1"/>
          <p:nvPr/>
        </p:nvSpPr>
        <p:spPr>
          <a:xfrm>
            <a:off x="7037751" y="4896464"/>
            <a:ext cx="158834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Decision Advantage</a:t>
            </a:r>
          </a:p>
        </p:txBody>
      </p:sp>
      <p:sp>
        <p:nvSpPr>
          <p:cNvPr id="150" name="TextBox 149">
            <a:hlinkClick r:id="rId4" action="ppaction://hlinksldjump"/>
            <a:extLst>
              <a:ext uri="{FF2B5EF4-FFF2-40B4-BE49-F238E27FC236}">
                <a16:creationId xmlns:a16="http://schemas.microsoft.com/office/drawing/2014/main" id="{56C9DE85-D3D4-1B80-4EBE-CD1318150AE7}"/>
              </a:ext>
            </a:extLst>
          </p:cNvPr>
          <p:cNvSpPr txBox="1"/>
          <p:nvPr/>
        </p:nvSpPr>
        <p:spPr>
          <a:xfrm>
            <a:off x="3589806" y="4981102"/>
            <a:ext cx="151242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Tactical Edge</a:t>
            </a:r>
          </a:p>
        </p:txBody>
      </p:sp>
      <p:sp>
        <p:nvSpPr>
          <p:cNvPr id="152" name="TextBox 151">
            <a:hlinkClick r:id="rId8" action="ppaction://hlinksldjump"/>
            <a:extLst>
              <a:ext uri="{FF2B5EF4-FFF2-40B4-BE49-F238E27FC236}">
                <a16:creationId xmlns:a16="http://schemas.microsoft.com/office/drawing/2014/main" id="{AD116503-01B7-87F8-2814-697CDA178497}"/>
              </a:ext>
            </a:extLst>
          </p:cNvPr>
          <p:cNvSpPr txBox="1"/>
          <p:nvPr/>
        </p:nvSpPr>
        <p:spPr>
          <a:xfrm>
            <a:off x="3508822" y="1635079"/>
            <a:ext cx="167439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&amp; Sovereignty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76B41D4A-DE48-A0DF-84A5-59F53DE129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2879912" y="212912"/>
            <a:ext cx="6432176" cy="6432176"/>
          </a:xfrm>
          <a:prstGeom prst="rect">
            <a:avLst/>
          </a:prstGeom>
        </p:spPr>
      </p:pic>
      <p:sp>
        <p:nvSpPr>
          <p:cNvPr id="48" name="!!D">
            <a:extLst>
              <a:ext uri="{FF2B5EF4-FFF2-40B4-BE49-F238E27FC236}">
                <a16:creationId xmlns:a16="http://schemas.microsoft.com/office/drawing/2014/main" id="{12F3C0BC-AEA4-2EC5-0866-ABBDDEA1DE15}"/>
              </a:ext>
            </a:extLst>
          </p:cNvPr>
          <p:cNvSpPr/>
          <p:nvPr/>
        </p:nvSpPr>
        <p:spPr>
          <a:xfrm>
            <a:off x="-1685581" y="-1122398"/>
            <a:ext cx="951124" cy="709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itle 53">
            <a:extLst>
              <a:ext uri="{FF2B5EF4-FFF2-40B4-BE49-F238E27FC236}">
                <a16:creationId xmlns:a16="http://schemas.microsoft.com/office/drawing/2014/main" id="{A93AB3ED-62B1-CA71-6D12-3EDC16B6F7E9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CW 2</a:t>
            </a:r>
          </a:p>
        </p:txBody>
      </p:sp>
      <p:grpSp>
        <p:nvGrpSpPr>
          <p:cNvPr id="7" name="!!Circle">
            <a:extLst>
              <a:ext uri="{FF2B5EF4-FFF2-40B4-BE49-F238E27FC236}">
                <a16:creationId xmlns:a16="http://schemas.microsoft.com/office/drawing/2014/main" id="{A682E747-41A6-D53F-4B80-2057BFC83BB0}"/>
              </a:ext>
            </a:extLst>
          </p:cNvPr>
          <p:cNvGrpSpPr/>
          <p:nvPr/>
        </p:nvGrpSpPr>
        <p:grpSpPr>
          <a:xfrm>
            <a:off x="4811806" y="2144806"/>
            <a:ext cx="2568388" cy="2568388"/>
            <a:chOff x="4811806" y="2144806"/>
            <a:chExt cx="2568388" cy="2568388"/>
          </a:xfrm>
        </p:grpSpPr>
        <p:sp>
          <p:nvSpPr>
            <p:cNvPr id="3" name="!!Content">
              <a:extLst>
                <a:ext uri="{FF2B5EF4-FFF2-40B4-BE49-F238E27FC236}">
                  <a16:creationId xmlns:a16="http://schemas.microsoft.com/office/drawing/2014/main" id="{76BE2CC5-8A07-3FEE-0964-714F872D280A}"/>
                </a:ext>
              </a:extLst>
            </p:cNvPr>
            <p:cNvSpPr/>
            <p:nvPr/>
          </p:nvSpPr>
          <p:spPr>
            <a:xfrm>
              <a:off x="4811806" y="2144806"/>
              <a:ext cx="2568388" cy="2568388"/>
            </a:xfrm>
            <a:prstGeom prst="ellipse">
              <a:avLst/>
            </a:prstGeom>
            <a:solidFill>
              <a:srgbClr val="2728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A4964FA8-AE2A-E2BF-0812-2582D6AB9599}"/>
                </a:ext>
              </a:extLst>
            </p:cNvPr>
            <p:cNvSpPr/>
            <p:nvPr/>
          </p:nvSpPr>
          <p:spPr>
            <a:xfrm>
              <a:off x="5508548" y="3946198"/>
              <a:ext cx="1182954" cy="297888"/>
            </a:xfrm>
            <a:prstGeom prst="rect">
              <a:avLst/>
            </a:prstGeom>
            <a:solidFill>
              <a:srgbClr val="E740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Explore solution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E5DDF8F-9DB5-F83B-4DBC-E0C5C0BBD406}"/>
                </a:ext>
              </a:extLst>
            </p:cNvPr>
            <p:cNvSpPr txBox="1"/>
            <p:nvPr/>
          </p:nvSpPr>
          <p:spPr>
            <a:xfrm>
              <a:off x="5076209" y="2722036"/>
              <a:ext cx="20395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Multi-Domain Fusion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E87A443-6F9C-84FD-E1FB-57DA0D071923}"/>
                </a:ext>
              </a:extLst>
            </p:cNvPr>
            <p:cNvSpPr txBox="1"/>
            <p:nvPr/>
          </p:nvSpPr>
          <p:spPr>
            <a:xfrm>
              <a:off x="5204702" y="3044804"/>
              <a:ext cx="1841908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Combining data sources to produce information and insight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68D6C78-4E40-A503-0C73-8FD717BEB1CF}"/>
                </a:ext>
              </a:extLst>
            </p:cNvPr>
            <p:cNvSpPr txBox="1"/>
            <p:nvPr/>
          </p:nvSpPr>
          <p:spPr>
            <a:xfrm>
              <a:off x="5102800" y="3438765"/>
              <a:ext cx="204571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Challenge: Fusion of RF, EO/IR, cyber, and open-source data to create coherent operational pictures.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2994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ED8FC-5640-6332-0E3D-3FD8FF20B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!!Background">
            <a:extLst>
              <a:ext uri="{FF2B5EF4-FFF2-40B4-BE49-F238E27FC236}">
                <a16:creationId xmlns:a16="http://schemas.microsoft.com/office/drawing/2014/main" id="{B119F72E-655E-0873-B613-BE9869D63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" b="137"/>
          <a:stretch/>
        </p:blipFill>
        <p:spPr>
          <a:xfrm>
            <a:off x="-719909" y="-404949"/>
            <a:ext cx="13662076" cy="7667898"/>
          </a:xfrm>
          <a:prstGeom prst="rect">
            <a:avLst/>
          </a:prstGeom>
        </p:spPr>
      </p:pic>
      <p:sp>
        <p:nvSpPr>
          <p:cNvPr id="58" name="Free-form: Shape 57">
            <a:hlinkClick r:id="rId3" action="ppaction://hlinksldjump"/>
            <a:extLst>
              <a:ext uri="{FF2B5EF4-FFF2-40B4-BE49-F238E27FC236}">
                <a16:creationId xmlns:a16="http://schemas.microsoft.com/office/drawing/2014/main" id="{F759A54F-F7C0-69C5-5F29-CD5CAA07DC37}"/>
              </a:ext>
            </a:extLst>
          </p:cNvPr>
          <p:cNvSpPr/>
          <p:nvPr/>
        </p:nvSpPr>
        <p:spPr>
          <a:xfrm>
            <a:off x="4910219" y="4751868"/>
            <a:ext cx="2369542" cy="1888974"/>
          </a:xfrm>
          <a:custGeom>
            <a:avLst/>
            <a:gdLst>
              <a:gd name="csX0" fmla="*/ 689027 w 2369542"/>
              <a:gd name="csY0" fmla="*/ 0 h 1888974"/>
              <a:gd name="csX1" fmla="*/ 1184782 w 2369542"/>
              <a:gd name="csY1" fmla="*/ 89411 h 1888974"/>
              <a:gd name="csX2" fmla="*/ 1680516 w 2369542"/>
              <a:gd name="csY2" fmla="*/ 7 h 1888974"/>
              <a:gd name="csX3" fmla="*/ 2369543 w 2369542"/>
              <a:gd name="csY3" fmla="*/ 1663455 h 1888974"/>
              <a:gd name="csX4" fmla="*/ 1184782 w 2369542"/>
              <a:gd name="csY4" fmla="*/ 1888975 h 1888974"/>
              <a:gd name="csX5" fmla="*/ 0 w 2369542"/>
              <a:gd name="csY5" fmla="*/ 1663455 h 1888974"/>
              <a:gd name="csX6" fmla="*/ 689027 w 2369542"/>
              <a:gd name="csY6" fmla="*/ 0 h 1888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74">
                <a:moveTo>
                  <a:pt x="689027" y="0"/>
                </a:moveTo>
                <a:cubicBezTo>
                  <a:pt x="843285" y="57795"/>
                  <a:pt x="1010344" y="89411"/>
                  <a:pt x="1184782" y="89411"/>
                </a:cubicBezTo>
                <a:cubicBezTo>
                  <a:pt x="1359213" y="89411"/>
                  <a:pt x="1526258" y="57802"/>
                  <a:pt x="1680516" y="7"/>
                </a:cubicBezTo>
                <a:lnTo>
                  <a:pt x="2369543" y="1663455"/>
                </a:lnTo>
                <a:cubicBezTo>
                  <a:pt x="2002940" y="1808968"/>
                  <a:pt x="1603200" y="1888975"/>
                  <a:pt x="1184782" y="1888975"/>
                </a:cubicBezTo>
                <a:cubicBezTo>
                  <a:pt x="766350" y="1888975"/>
                  <a:pt x="366610" y="1808975"/>
                  <a:pt x="0" y="1663455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0" name="Free-form: Shape 59">
            <a:hlinkClick r:id="rId4" action="ppaction://hlinksldjump"/>
            <a:extLst>
              <a:ext uri="{FF2B5EF4-FFF2-40B4-BE49-F238E27FC236}">
                <a16:creationId xmlns:a16="http://schemas.microsoft.com/office/drawing/2014/main" id="{1CC47523-642C-1549-CB2F-166A195AB700}"/>
              </a:ext>
            </a:extLst>
          </p:cNvPr>
          <p:cNvSpPr/>
          <p:nvPr/>
        </p:nvSpPr>
        <p:spPr>
          <a:xfrm>
            <a:off x="3144913" y="4013553"/>
            <a:ext cx="2364515" cy="2364521"/>
          </a:xfrm>
          <a:custGeom>
            <a:avLst/>
            <a:gdLst>
              <a:gd name="csX0" fmla="*/ 1663449 w 2364515"/>
              <a:gd name="csY0" fmla="*/ 0 h 2364521"/>
              <a:gd name="csX1" fmla="*/ 2364516 w 2364515"/>
              <a:gd name="csY1" fmla="*/ 701074 h 2364521"/>
              <a:gd name="csX2" fmla="*/ 1675489 w 2364515"/>
              <a:gd name="csY2" fmla="*/ 2364522 h 2364521"/>
              <a:gd name="csX3" fmla="*/ 0 w 2364515"/>
              <a:gd name="csY3" fmla="*/ 689027 h 2364521"/>
              <a:gd name="csX4" fmla="*/ 1663449 w 2364515"/>
              <a:gd name="csY4" fmla="*/ 0 h 2364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1">
                <a:moveTo>
                  <a:pt x="1663449" y="0"/>
                </a:moveTo>
                <a:cubicBezTo>
                  <a:pt x="1804708" y="309888"/>
                  <a:pt x="2054627" y="559807"/>
                  <a:pt x="2364516" y="701074"/>
                </a:cubicBezTo>
                <a:lnTo>
                  <a:pt x="1675489" y="2364522"/>
                </a:lnTo>
                <a:cubicBezTo>
                  <a:pt x="925908" y="2040222"/>
                  <a:pt x="324296" y="1438608"/>
                  <a:pt x="0" y="689027"/>
                </a:cubicBezTo>
                <a:lnTo>
                  <a:pt x="1663449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2" name="Free-form: Shape 61">
            <a:hlinkClick r:id="rId5" action="ppaction://hlinksldjump"/>
            <a:extLst>
              <a:ext uri="{FF2B5EF4-FFF2-40B4-BE49-F238E27FC236}">
                <a16:creationId xmlns:a16="http://schemas.microsoft.com/office/drawing/2014/main" id="{C0FA3BD1-CAB0-904A-D65A-379E7F3998E2}"/>
              </a:ext>
            </a:extLst>
          </p:cNvPr>
          <p:cNvSpPr/>
          <p:nvPr/>
        </p:nvSpPr>
        <p:spPr>
          <a:xfrm>
            <a:off x="6680553" y="4013560"/>
            <a:ext cx="2364521" cy="2364514"/>
          </a:xfrm>
          <a:custGeom>
            <a:avLst/>
            <a:gdLst>
              <a:gd name="csX0" fmla="*/ 2364522 w 2364521"/>
              <a:gd name="csY0" fmla="*/ 689027 h 2364514"/>
              <a:gd name="csX1" fmla="*/ 689027 w 2364521"/>
              <a:gd name="csY1" fmla="*/ 2364515 h 2364514"/>
              <a:gd name="csX2" fmla="*/ 0 w 2364521"/>
              <a:gd name="csY2" fmla="*/ 701067 h 2364514"/>
              <a:gd name="csX3" fmla="*/ 701074 w 2364521"/>
              <a:gd name="csY3" fmla="*/ 0 h 2364514"/>
              <a:gd name="csX4" fmla="*/ 2364522 w 2364521"/>
              <a:gd name="csY4" fmla="*/ 689027 h 236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21" h="2364514">
                <a:moveTo>
                  <a:pt x="2364522" y="689027"/>
                </a:moveTo>
                <a:cubicBezTo>
                  <a:pt x="2040222" y="1438607"/>
                  <a:pt x="1438608" y="2040222"/>
                  <a:pt x="689027" y="2364515"/>
                </a:cubicBezTo>
                <a:lnTo>
                  <a:pt x="0" y="701067"/>
                </a:lnTo>
                <a:cubicBezTo>
                  <a:pt x="309888" y="559807"/>
                  <a:pt x="559814" y="309888"/>
                  <a:pt x="701074" y="0"/>
                </a:cubicBezTo>
                <a:lnTo>
                  <a:pt x="2364522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4" name="Free-form: Shape 63">
            <a:hlinkClick r:id="rId6" action="ppaction://hlinksldjump"/>
            <a:extLst>
              <a:ext uri="{FF2B5EF4-FFF2-40B4-BE49-F238E27FC236}">
                <a16:creationId xmlns:a16="http://schemas.microsoft.com/office/drawing/2014/main" id="{A130B335-CF6A-4F99-B149-1699F7DF993D}"/>
              </a:ext>
            </a:extLst>
          </p:cNvPr>
          <p:cNvSpPr/>
          <p:nvPr/>
        </p:nvSpPr>
        <p:spPr>
          <a:xfrm>
            <a:off x="7418868" y="2243226"/>
            <a:ext cx="1888974" cy="2369542"/>
          </a:xfrm>
          <a:custGeom>
            <a:avLst/>
            <a:gdLst>
              <a:gd name="csX0" fmla="*/ 1663455 w 1888974"/>
              <a:gd name="csY0" fmla="*/ 0 h 2369542"/>
              <a:gd name="csX1" fmla="*/ 1888975 w 1888974"/>
              <a:gd name="csY1" fmla="*/ 1184775 h 2369542"/>
              <a:gd name="csX2" fmla="*/ 1663455 w 1888974"/>
              <a:gd name="csY2" fmla="*/ 2369543 h 2369542"/>
              <a:gd name="csX3" fmla="*/ 0 w 1888974"/>
              <a:gd name="csY3" fmla="*/ 1680509 h 2369542"/>
              <a:gd name="csX4" fmla="*/ 89411 w 1888974"/>
              <a:gd name="csY4" fmla="*/ 1184775 h 2369542"/>
              <a:gd name="csX5" fmla="*/ 0 w 1888974"/>
              <a:gd name="csY5" fmla="*/ 689020 h 2369542"/>
              <a:gd name="csX6" fmla="*/ 1663455 w 1888974"/>
              <a:gd name="csY6" fmla="*/ 0 h 2369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74" h="2369542">
                <a:moveTo>
                  <a:pt x="1663455" y="0"/>
                </a:moveTo>
                <a:cubicBezTo>
                  <a:pt x="1808975" y="366610"/>
                  <a:pt x="1888975" y="766343"/>
                  <a:pt x="1888975" y="1184775"/>
                </a:cubicBezTo>
                <a:cubicBezTo>
                  <a:pt x="1888975" y="1603200"/>
                  <a:pt x="1808975" y="2002933"/>
                  <a:pt x="1663455" y="2369543"/>
                </a:cubicBezTo>
                <a:lnTo>
                  <a:pt x="0" y="1680509"/>
                </a:lnTo>
                <a:cubicBezTo>
                  <a:pt x="57795" y="1526251"/>
                  <a:pt x="89411" y="1359206"/>
                  <a:pt x="89411" y="1184775"/>
                </a:cubicBezTo>
                <a:cubicBezTo>
                  <a:pt x="89411" y="1010337"/>
                  <a:pt x="57795" y="843278"/>
                  <a:pt x="0" y="689020"/>
                </a:cubicBezTo>
                <a:lnTo>
                  <a:pt x="1663455" y="0"/>
                </a:lnTo>
                <a:close/>
              </a:path>
            </a:pathLst>
          </a:custGeom>
          <a:solidFill>
            <a:srgbClr val="3D4146">
              <a:alpha val="95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6" name="Free-form: Shape 65">
            <a:hlinkClick r:id="rId7" action="ppaction://hlinksldjump"/>
            <a:extLst>
              <a:ext uri="{FF2B5EF4-FFF2-40B4-BE49-F238E27FC236}">
                <a16:creationId xmlns:a16="http://schemas.microsoft.com/office/drawing/2014/main" id="{B1421283-42F7-10C1-7D8E-F992CD4EE0DB}"/>
              </a:ext>
            </a:extLst>
          </p:cNvPr>
          <p:cNvSpPr/>
          <p:nvPr/>
        </p:nvSpPr>
        <p:spPr>
          <a:xfrm>
            <a:off x="2882153" y="2243226"/>
            <a:ext cx="1888967" cy="2369536"/>
          </a:xfrm>
          <a:custGeom>
            <a:avLst/>
            <a:gdLst>
              <a:gd name="csX0" fmla="*/ 1888968 w 1888967"/>
              <a:gd name="csY0" fmla="*/ 689027 h 2369536"/>
              <a:gd name="csX1" fmla="*/ 1799571 w 1888967"/>
              <a:gd name="csY1" fmla="*/ 1184775 h 2369536"/>
              <a:gd name="csX2" fmla="*/ 1888961 w 1888967"/>
              <a:gd name="csY2" fmla="*/ 1680502 h 2369536"/>
              <a:gd name="csX3" fmla="*/ 225516 w 1888967"/>
              <a:gd name="csY3" fmla="*/ 2369536 h 2369536"/>
              <a:gd name="csX4" fmla="*/ 0 w 1888967"/>
              <a:gd name="csY4" fmla="*/ 1184775 h 2369536"/>
              <a:gd name="csX5" fmla="*/ 225516 w 1888967"/>
              <a:gd name="csY5" fmla="*/ 0 h 2369536"/>
              <a:gd name="csX6" fmla="*/ 1888968 w 1888967"/>
              <a:gd name="csY6" fmla="*/ 689027 h 2369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67" h="2369536">
                <a:moveTo>
                  <a:pt x="1888968" y="689027"/>
                </a:moveTo>
                <a:cubicBezTo>
                  <a:pt x="1831173" y="843285"/>
                  <a:pt x="1799571" y="1010337"/>
                  <a:pt x="1799571" y="1184775"/>
                </a:cubicBezTo>
                <a:cubicBezTo>
                  <a:pt x="1799571" y="1359199"/>
                  <a:pt x="1831173" y="1526251"/>
                  <a:pt x="1888961" y="1680502"/>
                </a:cubicBezTo>
                <a:lnTo>
                  <a:pt x="225516" y="2369536"/>
                </a:lnTo>
                <a:cubicBezTo>
                  <a:pt x="79999" y="2002933"/>
                  <a:pt x="0" y="1603193"/>
                  <a:pt x="0" y="1184775"/>
                </a:cubicBezTo>
                <a:cubicBezTo>
                  <a:pt x="0" y="766350"/>
                  <a:pt x="79998" y="366610"/>
                  <a:pt x="225516" y="0"/>
                </a:cubicBezTo>
                <a:lnTo>
                  <a:pt x="1888968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8" name="Free-form: Shape 67">
            <a:hlinkClick r:id="rId8" action="ppaction://hlinksldjump"/>
            <a:extLst>
              <a:ext uri="{FF2B5EF4-FFF2-40B4-BE49-F238E27FC236}">
                <a16:creationId xmlns:a16="http://schemas.microsoft.com/office/drawing/2014/main" id="{86458518-68EC-5E1E-D1FC-1C237AC7F745}"/>
              </a:ext>
            </a:extLst>
          </p:cNvPr>
          <p:cNvSpPr/>
          <p:nvPr/>
        </p:nvSpPr>
        <p:spPr>
          <a:xfrm>
            <a:off x="3144913" y="477913"/>
            <a:ext cx="2364515" cy="2364522"/>
          </a:xfrm>
          <a:custGeom>
            <a:avLst/>
            <a:gdLst>
              <a:gd name="csX0" fmla="*/ 2364516 w 2364515"/>
              <a:gd name="csY0" fmla="*/ 1663449 h 2364522"/>
              <a:gd name="csX1" fmla="*/ 1663449 w 2364515"/>
              <a:gd name="csY1" fmla="*/ 2364522 h 2364522"/>
              <a:gd name="csX2" fmla="*/ 0 w 2364515"/>
              <a:gd name="csY2" fmla="*/ 1675495 h 2364522"/>
              <a:gd name="csX3" fmla="*/ 1675489 w 2364515"/>
              <a:gd name="csY3" fmla="*/ 0 h 2364522"/>
              <a:gd name="csX4" fmla="*/ 2364516 w 2364515"/>
              <a:gd name="csY4" fmla="*/ 1663449 h 23645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2">
                <a:moveTo>
                  <a:pt x="2364516" y="1663449"/>
                </a:moveTo>
                <a:cubicBezTo>
                  <a:pt x="2054627" y="1804708"/>
                  <a:pt x="1804708" y="2054634"/>
                  <a:pt x="1663449" y="2364522"/>
                </a:cubicBezTo>
                <a:lnTo>
                  <a:pt x="0" y="1675495"/>
                </a:lnTo>
                <a:cubicBezTo>
                  <a:pt x="324296" y="925915"/>
                  <a:pt x="925908" y="324298"/>
                  <a:pt x="1675489" y="0"/>
                </a:cubicBezTo>
                <a:lnTo>
                  <a:pt x="2364516" y="1663449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0" name="Free-form: Shape 69">
            <a:hlinkClick r:id="rId9" action="ppaction://hlinksldjump"/>
            <a:extLst>
              <a:ext uri="{FF2B5EF4-FFF2-40B4-BE49-F238E27FC236}">
                <a16:creationId xmlns:a16="http://schemas.microsoft.com/office/drawing/2014/main" id="{5BC38E98-97C5-4996-C91F-127D68AAC19F}"/>
              </a:ext>
            </a:extLst>
          </p:cNvPr>
          <p:cNvSpPr/>
          <p:nvPr/>
        </p:nvSpPr>
        <p:spPr>
          <a:xfrm>
            <a:off x="6680560" y="477913"/>
            <a:ext cx="2364514" cy="2364515"/>
          </a:xfrm>
          <a:custGeom>
            <a:avLst/>
            <a:gdLst>
              <a:gd name="csX0" fmla="*/ 689027 w 2364514"/>
              <a:gd name="csY0" fmla="*/ 0 h 2364515"/>
              <a:gd name="csX1" fmla="*/ 2364515 w 2364514"/>
              <a:gd name="csY1" fmla="*/ 1675495 h 2364515"/>
              <a:gd name="csX2" fmla="*/ 701067 w 2364514"/>
              <a:gd name="csY2" fmla="*/ 2364516 h 2364515"/>
              <a:gd name="csX3" fmla="*/ 0 w 2364514"/>
              <a:gd name="csY3" fmla="*/ 1663449 h 2364515"/>
              <a:gd name="csX4" fmla="*/ 689027 w 2364514"/>
              <a:gd name="csY4" fmla="*/ 0 h 2364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4" h="2364515">
                <a:moveTo>
                  <a:pt x="689027" y="0"/>
                </a:moveTo>
                <a:cubicBezTo>
                  <a:pt x="1438607" y="324297"/>
                  <a:pt x="2040222" y="925915"/>
                  <a:pt x="2364515" y="1675495"/>
                </a:cubicBezTo>
                <a:lnTo>
                  <a:pt x="701067" y="2364516"/>
                </a:lnTo>
                <a:cubicBezTo>
                  <a:pt x="559807" y="2054627"/>
                  <a:pt x="309888" y="1804708"/>
                  <a:pt x="0" y="1663449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2" name="Free-form: Shape 71">
            <a:hlinkClick r:id="rId10" action="ppaction://hlinksldjump"/>
            <a:extLst>
              <a:ext uri="{FF2B5EF4-FFF2-40B4-BE49-F238E27FC236}">
                <a16:creationId xmlns:a16="http://schemas.microsoft.com/office/drawing/2014/main" id="{EF792CA5-56E9-5C84-9F55-2232E37A3F82}"/>
              </a:ext>
            </a:extLst>
          </p:cNvPr>
          <p:cNvSpPr/>
          <p:nvPr/>
        </p:nvSpPr>
        <p:spPr>
          <a:xfrm>
            <a:off x="4910219" y="215153"/>
            <a:ext cx="2369542" cy="1888967"/>
          </a:xfrm>
          <a:custGeom>
            <a:avLst/>
            <a:gdLst>
              <a:gd name="csX0" fmla="*/ 1184782 w 2369542"/>
              <a:gd name="csY0" fmla="*/ 0 h 1888967"/>
              <a:gd name="csX1" fmla="*/ 2369543 w 2369542"/>
              <a:gd name="csY1" fmla="*/ 225516 h 1888967"/>
              <a:gd name="csX2" fmla="*/ 1680516 w 2369542"/>
              <a:gd name="csY2" fmla="*/ 1888961 h 1888967"/>
              <a:gd name="csX3" fmla="*/ 1184782 w 2369542"/>
              <a:gd name="csY3" fmla="*/ 1799571 h 1888967"/>
              <a:gd name="csX4" fmla="*/ 689027 w 2369542"/>
              <a:gd name="csY4" fmla="*/ 1888968 h 1888967"/>
              <a:gd name="csX5" fmla="*/ 0 w 2369542"/>
              <a:gd name="csY5" fmla="*/ 225516 h 1888967"/>
              <a:gd name="csX6" fmla="*/ 1184782 w 2369542"/>
              <a:gd name="csY6" fmla="*/ 0 h 18889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67">
                <a:moveTo>
                  <a:pt x="1184782" y="0"/>
                </a:moveTo>
                <a:cubicBezTo>
                  <a:pt x="1603200" y="0"/>
                  <a:pt x="2002940" y="79999"/>
                  <a:pt x="2369543" y="225516"/>
                </a:cubicBezTo>
                <a:lnTo>
                  <a:pt x="1680516" y="1888961"/>
                </a:lnTo>
                <a:cubicBezTo>
                  <a:pt x="1526258" y="1831173"/>
                  <a:pt x="1359213" y="1799571"/>
                  <a:pt x="1184782" y="1799571"/>
                </a:cubicBezTo>
                <a:cubicBezTo>
                  <a:pt x="1010344" y="1799571"/>
                  <a:pt x="843285" y="1831173"/>
                  <a:pt x="689027" y="1888968"/>
                </a:cubicBezTo>
                <a:lnTo>
                  <a:pt x="0" y="225516"/>
                </a:lnTo>
                <a:cubicBezTo>
                  <a:pt x="366610" y="79996"/>
                  <a:pt x="766350" y="0"/>
                  <a:pt x="1184782" y="0"/>
                </a:cubicBez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4" name="Free-form: Shape 73">
            <a:extLst>
              <a:ext uri="{FF2B5EF4-FFF2-40B4-BE49-F238E27FC236}">
                <a16:creationId xmlns:a16="http://schemas.microsoft.com/office/drawing/2014/main" id="{90B3DA48-33D6-07F0-E9B2-771D337ED55A}"/>
              </a:ext>
            </a:extLst>
          </p:cNvPr>
          <p:cNvSpPr/>
          <p:nvPr/>
        </p:nvSpPr>
        <p:spPr>
          <a:xfrm>
            <a:off x="5599246" y="4672011"/>
            <a:ext cx="991488" cy="169267"/>
          </a:xfrm>
          <a:custGeom>
            <a:avLst/>
            <a:gdLst>
              <a:gd name="csX0" fmla="*/ 33076 w 991488"/>
              <a:gd name="csY0" fmla="*/ 0 h 169267"/>
              <a:gd name="csX1" fmla="*/ 495754 w 991488"/>
              <a:gd name="csY1" fmla="*/ 82928 h 169267"/>
              <a:gd name="csX2" fmla="*/ 958413 w 991488"/>
              <a:gd name="csY2" fmla="*/ 7 h 169267"/>
              <a:gd name="csX3" fmla="*/ 991489 w 991488"/>
              <a:gd name="csY3" fmla="*/ 79864 h 169267"/>
              <a:gd name="csX4" fmla="*/ 495754 w 991488"/>
              <a:gd name="csY4" fmla="*/ 169267 h 169267"/>
              <a:gd name="csX5" fmla="*/ 0 w 991488"/>
              <a:gd name="csY5" fmla="*/ 79857 h 169267"/>
              <a:gd name="csX6" fmla="*/ 33076 w 991488"/>
              <a:gd name="csY6" fmla="*/ 0 h 169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8" h="169267">
                <a:moveTo>
                  <a:pt x="33076" y="0"/>
                </a:moveTo>
                <a:cubicBezTo>
                  <a:pt x="177135" y="53603"/>
                  <a:pt x="333017" y="82928"/>
                  <a:pt x="495754" y="82928"/>
                </a:cubicBezTo>
                <a:cubicBezTo>
                  <a:pt x="658478" y="82928"/>
                  <a:pt x="814353" y="53610"/>
                  <a:pt x="958413" y="7"/>
                </a:cubicBezTo>
                <a:lnTo>
                  <a:pt x="991489" y="79864"/>
                </a:lnTo>
                <a:cubicBezTo>
                  <a:pt x="837231" y="137659"/>
                  <a:pt x="670186" y="169267"/>
                  <a:pt x="495754" y="169267"/>
                </a:cubicBezTo>
                <a:cubicBezTo>
                  <a:pt x="321317" y="169267"/>
                  <a:pt x="154258" y="137652"/>
                  <a:pt x="0" y="79857"/>
                </a:cubicBezTo>
                <a:lnTo>
                  <a:pt x="33076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6" name="Free-form: Shape 75">
            <a:extLst>
              <a:ext uri="{FF2B5EF4-FFF2-40B4-BE49-F238E27FC236}">
                <a16:creationId xmlns:a16="http://schemas.microsoft.com/office/drawing/2014/main" id="{D6E73047-75E5-8718-1203-A00A91B8612C}"/>
              </a:ext>
            </a:extLst>
          </p:cNvPr>
          <p:cNvSpPr/>
          <p:nvPr/>
        </p:nvSpPr>
        <p:spPr>
          <a:xfrm>
            <a:off x="5599245" y="2014717"/>
            <a:ext cx="991489" cy="169260"/>
          </a:xfrm>
          <a:custGeom>
            <a:avLst/>
            <a:gdLst>
              <a:gd name="csX0" fmla="*/ 958413 w 991489"/>
              <a:gd name="csY0" fmla="*/ 169260 h 169260"/>
              <a:gd name="csX1" fmla="*/ 495741 w 991489"/>
              <a:gd name="csY1" fmla="*/ 86339 h 169260"/>
              <a:gd name="csX2" fmla="*/ 33076 w 991489"/>
              <a:gd name="csY2" fmla="*/ 169254 h 169260"/>
              <a:gd name="csX3" fmla="*/ 0 w 991489"/>
              <a:gd name="csY3" fmla="*/ 89397 h 169260"/>
              <a:gd name="csX4" fmla="*/ 495741 w 991489"/>
              <a:gd name="csY4" fmla="*/ 0 h 169260"/>
              <a:gd name="csX5" fmla="*/ 991489 w 991489"/>
              <a:gd name="csY5" fmla="*/ 89403 h 169260"/>
              <a:gd name="csX6" fmla="*/ 958413 w 991489"/>
              <a:gd name="csY6" fmla="*/ 169260 h 169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9" h="169260">
                <a:moveTo>
                  <a:pt x="958413" y="169260"/>
                </a:moveTo>
                <a:cubicBezTo>
                  <a:pt x="814354" y="115658"/>
                  <a:pt x="658472" y="86339"/>
                  <a:pt x="495741" y="86339"/>
                </a:cubicBezTo>
                <a:cubicBezTo>
                  <a:pt x="333010" y="86339"/>
                  <a:pt x="177135" y="115651"/>
                  <a:pt x="33076" y="169254"/>
                </a:cubicBezTo>
                <a:lnTo>
                  <a:pt x="0" y="89397"/>
                </a:lnTo>
                <a:cubicBezTo>
                  <a:pt x="154258" y="31602"/>
                  <a:pt x="321303" y="0"/>
                  <a:pt x="495741" y="0"/>
                </a:cubicBezTo>
                <a:cubicBezTo>
                  <a:pt x="670179" y="0"/>
                  <a:pt x="837231" y="31609"/>
                  <a:pt x="991489" y="89403"/>
                </a:cubicBezTo>
                <a:lnTo>
                  <a:pt x="958413" y="16926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8" name="Free-form: Shape 77">
            <a:extLst>
              <a:ext uri="{FF2B5EF4-FFF2-40B4-BE49-F238E27FC236}">
                <a16:creationId xmlns:a16="http://schemas.microsoft.com/office/drawing/2014/main" id="{8C039979-D4C0-CD8D-5D04-1AF7DE37F412}"/>
              </a:ext>
            </a:extLst>
          </p:cNvPr>
          <p:cNvSpPr/>
          <p:nvPr/>
        </p:nvSpPr>
        <p:spPr>
          <a:xfrm>
            <a:off x="4808361" y="3980477"/>
            <a:ext cx="734143" cy="734150"/>
          </a:xfrm>
          <a:custGeom>
            <a:avLst/>
            <a:gdLst>
              <a:gd name="csX0" fmla="*/ 79857 w 734143"/>
              <a:gd name="csY0" fmla="*/ 0 h 734150"/>
              <a:gd name="csX1" fmla="*/ 734143 w 734143"/>
              <a:gd name="csY1" fmla="*/ 654293 h 734150"/>
              <a:gd name="csX2" fmla="*/ 701067 w 734143"/>
              <a:gd name="csY2" fmla="*/ 734150 h 734150"/>
              <a:gd name="csX3" fmla="*/ 0 w 734143"/>
              <a:gd name="csY3" fmla="*/ 33076 h 734150"/>
              <a:gd name="csX4" fmla="*/ 79857 w 734143"/>
              <a:gd name="csY4" fmla="*/ 0 h 734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43" h="734150">
                <a:moveTo>
                  <a:pt x="79857" y="0"/>
                </a:moveTo>
                <a:cubicBezTo>
                  <a:pt x="212290" y="288805"/>
                  <a:pt x="445339" y="521853"/>
                  <a:pt x="734143" y="654293"/>
                </a:cubicBezTo>
                <a:lnTo>
                  <a:pt x="701067" y="734150"/>
                </a:lnTo>
                <a:cubicBezTo>
                  <a:pt x="391179" y="592883"/>
                  <a:pt x="141260" y="342964"/>
                  <a:pt x="0" y="33076"/>
                </a:cubicBezTo>
                <a:lnTo>
                  <a:pt x="79857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0" name="Free-form: Shape 79">
            <a:extLst>
              <a:ext uri="{FF2B5EF4-FFF2-40B4-BE49-F238E27FC236}">
                <a16:creationId xmlns:a16="http://schemas.microsoft.com/office/drawing/2014/main" id="{7439EE32-F067-1AA9-BEE0-046662E898EC}"/>
              </a:ext>
            </a:extLst>
          </p:cNvPr>
          <p:cNvSpPr/>
          <p:nvPr/>
        </p:nvSpPr>
        <p:spPr>
          <a:xfrm>
            <a:off x="6647477" y="3980483"/>
            <a:ext cx="734150" cy="734143"/>
          </a:xfrm>
          <a:custGeom>
            <a:avLst/>
            <a:gdLst>
              <a:gd name="csX0" fmla="*/ 734150 w 734150"/>
              <a:gd name="csY0" fmla="*/ 33076 h 734143"/>
              <a:gd name="csX1" fmla="*/ 33076 w 734150"/>
              <a:gd name="csY1" fmla="*/ 734143 h 734143"/>
              <a:gd name="csX2" fmla="*/ 0 w 734150"/>
              <a:gd name="csY2" fmla="*/ 654287 h 734143"/>
              <a:gd name="csX3" fmla="*/ 654293 w 734150"/>
              <a:gd name="csY3" fmla="*/ 0 h 734143"/>
              <a:gd name="csX4" fmla="*/ 734150 w 734150"/>
              <a:gd name="csY4" fmla="*/ 33076 h 734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50" h="734143">
                <a:moveTo>
                  <a:pt x="734150" y="33076"/>
                </a:moveTo>
                <a:cubicBezTo>
                  <a:pt x="592890" y="342964"/>
                  <a:pt x="342964" y="592883"/>
                  <a:pt x="33076" y="734143"/>
                </a:cubicBezTo>
                <a:lnTo>
                  <a:pt x="0" y="654287"/>
                </a:lnTo>
                <a:cubicBezTo>
                  <a:pt x="288805" y="521853"/>
                  <a:pt x="521853" y="288805"/>
                  <a:pt x="654293" y="0"/>
                </a:cubicBezTo>
                <a:lnTo>
                  <a:pt x="734150" y="33076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2" name="Free-form: Shape 81">
            <a:extLst>
              <a:ext uri="{FF2B5EF4-FFF2-40B4-BE49-F238E27FC236}">
                <a16:creationId xmlns:a16="http://schemas.microsoft.com/office/drawing/2014/main" id="{10B6BAC9-0D5F-E003-0106-A52A5D7C984F}"/>
              </a:ext>
            </a:extLst>
          </p:cNvPr>
          <p:cNvSpPr/>
          <p:nvPr/>
        </p:nvSpPr>
        <p:spPr>
          <a:xfrm>
            <a:off x="7339011" y="2932253"/>
            <a:ext cx="169267" cy="991481"/>
          </a:xfrm>
          <a:custGeom>
            <a:avLst/>
            <a:gdLst>
              <a:gd name="csX0" fmla="*/ 79844 w 169267"/>
              <a:gd name="csY0" fmla="*/ 0 h 991481"/>
              <a:gd name="csX1" fmla="*/ 169267 w 169267"/>
              <a:gd name="csY1" fmla="*/ 495748 h 991481"/>
              <a:gd name="csX2" fmla="*/ 79857 w 169267"/>
              <a:gd name="csY2" fmla="*/ 991482 h 991481"/>
              <a:gd name="csX3" fmla="*/ 7 w 169267"/>
              <a:gd name="csY3" fmla="*/ 958406 h 991481"/>
              <a:gd name="csX4" fmla="*/ 82928 w 169267"/>
              <a:gd name="csY4" fmla="*/ 495748 h 991481"/>
              <a:gd name="csX5" fmla="*/ 0 w 169267"/>
              <a:gd name="csY5" fmla="*/ 33069 h 991481"/>
              <a:gd name="csX6" fmla="*/ 79844 w 169267"/>
              <a:gd name="csY6" fmla="*/ 0 h 991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67" h="991481">
                <a:moveTo>
                  <a:pt x="79844" y="0"/>
                </a:moveTo>
                <a:cubicBezTo>
                  <a:pt x="137638" y="154258"/>
                  <a:pt x="169267" y="321310"/>
                  <a:pt x="169267" y="495748"/>
                </a:cubicBezTo>
                <a:cubicBezTo>
                  <a:pt x="169267" y="670179"/>
                  <a:pt x="137652" y="837224"/>
                  <a:pt x="79857" y="991482"/>
                </a:cubicBezTo>
                <a:lnTo>
                  <a:pt x="7" y="958406"/>
                </a:lnTo>
                <a:cubicBezTo>
                  <a:pt x="53610" y="814347"/>
                  <a:pt x="82928" y="658472"/>
                  <a:pt x="82928" y="495748"/>
                </a:cubicBezTo>
                <a:cubicBezTo>
                  <a:pt x="82928" y="333010"/>
                  <a:pt x="53603" y="177129"/>
                  <a:pt x="0" y="33069"/>
                </a:cubicBezTo>
                <a:lnTo>
                  <a:pt x="79844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4" name="Free-form: Shape 83">
            <a:extLst>
              <a:ext uri="{FF2B5EF4-FFF2-40B4-BE49-F238E27FC236}">
                <a16:creationId xmlns:a16="http://schemas.microsoft.com/office/drawing/2014/main" id="{E14C555E-9537-CE38-5FE0-548647D5A8C8}"/>
              </a:ext>
            </a:extLst>
          </p:cNvPr>
          <p:cNvSpPr/>
          <p:nvPr/>
        </p:nvSpPr>
        <p:spPr>
          <a:xfrm>
            <a:off x="4681723" y="2932260"/>
            <a:ext cx="169246" cy="991468"/>
          </a:xfrm>
          <a:custGeom>
            <a:avLst/>
            <a:gdLst>
              <a:gd name="csX0" fmla="*/ 169247 w 169246"/>
              <a:gd name="csY0" fmla="*/ 33069 h 991468"/>
              <a:gd name="csX1" fmla="*/ 86339 w 169246"/>
              <a:gd name="csY1" fmla="*/ 495741 h 991468"/>
              <a:gd name="csX2" fmla="*/ 169247 w 169246"/>
              <a:gd name="csY2" fmla="*/ 958392 h 991468"/>
              <a:gd name="csX3" fmla="*/ 89390 w 169246"/>
              <a:gd name="csY3" fmla="*/ 991469 h 991468"/>
              <a:gd name="csX4" fmla="*/ 0 w 169246"/>
              <a:gd name="csY4" fmla="*/ 495741 h 991468"/>
              <a:gd name="csX5" fmla="*/ 89403 w 169246"/>
              <a:gd name="csY5" fmla="*/ 0 h 991468"/>
              <a:gd name="csX6" fmla="*/ 169247 w 169246"/>
              <a:gd name="csY6" fmla="*/ 33069 h 991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46" h="991468">
                <a:moveTo>
                  <a:pt x="169247" y="33069"/>
                </a:moveTo>
                <a:cubicBezTo>
                  <a:pt x="115644" y="177129"/>
                  <a:pt x="86339" y="333010"/>
                  <a:pt x="86339" y="495741"/>
                </a:cubicBezTo>
                <a:cubicBezTo>
                  <a:pt x="86339" y="658465"/>
                  <a:pt x="115651" y="814340"/>
                  <a:pt x="169247" y="958392"/>
                </a:cubicBezTo>
                <a:lnTo>
                  <a:pt x="89390" y="991469"/>
                </a:lnTo>
                <a:cubicBezTo>
                  <a:pt x="31602" y="837217"/>
                  <a:pt x="0" y="670165"/>
                  <a:pt x="0" y="495741"/>
                </a:cubicBezTo>
                <a:cubicBezTo>
                  <a:pt x="0" y="321303"/>
                  <a:pt x="31609" y="154258"/>
                  <a:pt x="89403" y="0"/>
                </a:cubicBezTo>
                <a:lnTo>
                  <a:pt x="169247" y="33069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6" name="Free-form: Shape 85">
            <a:extLst>
              <a:ext uri="{FF2B5EF4-FFF2-40B4-BE49-F238E27FC236}">
                <a16:creationId xmlns:a16="http://schemas.microsoft.com/office/drawing/2014/main" id="{BF8CAADE-A72E-F80F-0C96-18A9879AC6AB}"/>
              </a:ext>
            </a:extLst>
          </p:cNvPr>
          <p:cNvSpPr/>
          <p:nvPr/>
        </p:nvSpPr>
        <p:spPr>
          <a:xfrm>
            <a:off x="4808368" y="2141381"/>
            <a:ext cx="734129" cy="734129"/>
          </a:xfrm>
          <a:custGeom>
            <a:avLst/>
            <a:gdLst>
              <a:gd name="csX0" fmla="*/ 734130 w 734129"/>
              <a:gd name="csY0" fmla="*/ 79837 h 734129"/>
              <a:gd name="csX1" fmla="*/ 79850 w 734129"/>
              <a:gd name="csY1" fmla="*/ 734130 h 734129"/>
              <a:gd name="csX2" fmla="*/ 0 w 734129"/>
              <a:gd name="csY2" fmla="*/ 701054 h 734129"/>
              <a:gd name="csX3" fmla="*/ 701067 w 734129"/>
              <a:gd name="csY3" fmla="*/ 0 h 734129"/>
              <a:gd name="csX4" fmla="*/ 734130 w 734129"/>
              <a:gd name="csY4" fmla="*/ 79837 h 7341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9">
                <a:moveTo>
                  <a:pt x="734130" y="79837"/>
                </a:moveTo>
                <a:cubicBezTo>
                  <a:pt x="445332" y="212277"/>
                  <a:pt x="212284" y="445325"/>
                  <a:pt x="79850" y="734130"/>
                </a:cubicBezTo>
                <a:lnTo>
                  <a:pt x="0" y="701054"/>
                </a:lnTo>
                <a:cubicBezTo>
                  <a:pt x="141260" y="391165"/>
                  <a:pt x="391179" y="141260"/>
                  <a:pt x="701067" y="0"/>
                </a:cubicBezTo>
                <a:lnTo>
                  <a:pt x="734130" y="79837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8" name="Free-form: Shape 87">
            <a:extLst>
              <a:ext uri="{FF2B5EF4-FFF2-40B4-BE49-F238E27FC236}">
                <a16:creationId xmlns:a16="http://schemas.microsoft.com/office/drawing/2014/main" id="{FBF700D5-C723-B38F-3474-963EA293ED60}"/>
              </a:ext>
            </a:extLst>
          </p:cNvPr>
          <p:cNvSpPr/>
          <p:nvPr/>
        </p:nvSpPr>
        <p:spPr>
          <a:xfrm>
            <a:off x="6647483" y="2141381"/>
            <a:ext cx="734129" cy="734122"/>
          </a:xfrm>
          <a:custGeom>
            <a:avLst/>
            <a:gdLst>
              <a:gd name="csX0" fmla="*/ 33069 w 734129"/>
              <a:gd name="csY0" fmla="*/ 0 h 734122"/>
              <a:gd name="csX1" fmla="*/ 734130 w 734129"/>
              <a:gd name="csY1" fmla="*/ 701054 h 734122"/>
              <a:gd name="csX2" fmla="*/ 654287 w 734129"/>
              <a:gd name="csY2" fmla="*/ 734123 h 734122"/>
              <a:gd name="csX3" fmla="*/ 0 w 734129"/>
              <a:gd name="csY3" fmla="*/ 79837 h 734122"/>
              <a:gd name="csX4" fmla="*/ 33069 w 734129"/>
              <a:gd name="csY4" fmla="*/ 0 h 734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2">
                <a:moveTo>
                  <a:pt x="33069" y="0"/>
                </a:moveTo>
                <a:cubicBezTo>
                  <a:pt x="342958" y="141260"/>
                  <a:pt x="592870" y="391172"/>
                  <a:pt x="734130" y="701054"/>
                </a:cubicBezTo>
                <a:lnTo>
                  <a:pt x="654287" y="734123"/>
                </a:lnTo>
                <a:cubicBezTo>
                  <a:pt x="521846" y="445318"/>
                  <a:pt x="288805" y="212270"/>
                  <a:pt x="0" y="79837"/>
                </a:cubicBezTo>
                <a:lnTo>
                  <a:pt x="33069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Box 89">
            <a:hlinkClick r:id="rId10" action="ppaction://hlinksldjump"/>
            <a:extLst>
              <a:ext uri="{FF2B5EF4-FFF2-40B4-BE49-F238E27FC236}">
                <a16:creationId xmlns:a16="http://schemas.microsoft.com/office/drawing/2014/main" id="{D3925461-843B-5B7C-9300-C4F24AEBBAA5}"/>
              </a:ext>
            </a:extLst>
          </p:cNvPr>
          <p:cNvSpPr txBox="1"/>
          <p:nvPr/>
        </p:nvSpPr>
        <p:spPr>
          <a:xfrm>
            <a:off x="5342864" y="852134"/>
            <a:ext cx="155412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Movement</a:t>
            </a:r>
          </a:p>
        </p:txBody>
      </p:sp>
      <p:sp>
        <p:nvSpPr>
          <p:cNvPr id="92" name="TextBox 91">
            <a:hlinkClick r:id="rId6" action="ppaction://hlinksldjump"/>
            <a:extLst>
              <a:ext uri="{FF2B5EF4-FFF2-40B4-BE49-F238E27FC236}">
                <a16:creationId xmlns:a16="http://schemas.microsoft.com/office/drawing/2014/main" id="{F103DF3F-EA1B-E712-E679-7BBA6DBCEB0E}"/>
              </a:ext>
            </a:extLst>
          </p:cNvPr>
          <p:cNvSpPr txBox="1"/>
          <p:nvPr/>
        </p:nvSpPr>
        <p:spPr>
          <a:xfrm>
            <a:off x="7565794" y="3169636"/>
            <a:ext cx="168453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and EM Spectrum</a:t>
            </a:r>
          </a:p>
        </p:txBody>
      </p:sp>
      <p:sp>
        <p:nvSpPr>
          <p:cNvPr id="94" name="TextBox 93">
            <a:hlinkClick r:id="rId3" action="ppaction://hlinksldjump"/>
            <a:extLst>
              <a:ext uri="{FF2B5EF4-FFF2-40B4-BE49-F238E27FC236}">
                <a16:creationId xmlns:a16="http://schemas.microsoft.com/office/drawing/2014/main" id="{BB38A76B-76FD-8F55-43BF-BD26D7139CCC}"/>
              </a:ext>
            </a:extLst>
          </p:cNvPr>
          <p:cNvSpPr txBox="1"/>
          <p:nvPr/>
        </p:nvSpPr>
        <p:spPr>
          <a:xfrm>
            <a:off x="5356634" y="5562891"/>
            <a:ext cx="147873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Integration</a:t>
            </a:r>
          </a:p>
        </p:txBody>
      </p:sp>
      <p:sp>
        <p:nvSpPr>
          <p:cNvPr id="96" name="TextBox 95">
            <a:hlinkClick r:id="rId7" action="ppaction://hlinksldjump"/>
            <a:extLst>
              <a:ext uri="{FF2B5EF4-FFF2-40B4-BE49-F238E27FC236}">
                <a16:creationId xmlns:a16="http://schemas.microsoft.com/office/drawing/2014/main" id="{D66F00FC-54DC-84CE-710A-35DB6CD3238D}"/>
              </a:ext>
            </a:extLst>
          </p:cNvPr>
          <p:cNvSpPr txBox="1"/>
          <p:nvPr/>
        </p:nvSpPr>
        <p:spPr>
          <a:xfrm>
            <a:off x="2951042" y="3272932"/>
            <a:ext cx="16863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&amp; Simulation</a:t>
            </a:r>
          </a:p>
        </p:txBody>
      </p:sp>
      <p:sp>
        <p:nvSpPr>
          <p:cNvPr id="98" name="TextBox 97">
            <a:hlinkClick r:id="rId9" action="ppaction://hlinksldjump"/>
            <a:extLst>
              <a:ext uri="{FF2B5EF4-FFF2-40B4-BE49-F238E27FC236}">
                <a16:creationId xmlns:a16="http://schemas.microsoft.com/office/drawing/2014/main" id="{D7EF1E4E-1E8D-D469-8C35-0F0F4AE24093}"/>
              </a:ext>
            </a:extLst>
          </p:cNvPr>
          <p:cNvSpPr txBox="1"/>
          <p:nvPr/>
        </p:nvSpPr>
        <p:spPr>
          <a:xfrm>
            <a:off x="7064912" y="1635079"/>
            <a:ext cx="153402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Multi-Domain Fusion</a:t>
            </a:r>
          </a:p>
        </p:txBody>
      </p:sp>
      <p:sp>
        <p:nvSpPr>
          <p:cNvPr id="100" name="TextBox 99">
            <a:hlinkClick r:id="rId5" action="ppaction://hlinksldjump"/>
            <a:extLst>
              <a:ext uri="{FF2B5EF4-FFF2-40B4-BE49-F238E27FC236}">
                <a16:creationId xmlns:a16="http://schemas.microsoft.com/office/drawing/2014/main" id="{6F682A65-B502-8652-FFFB-F9ECF1A4268E}"/>
              </a:ext>
            </a:extLst>
          </p:cNvPr>
          <p:cNvSpPr txBox="1"/>
          <p:nvPr/>
        </p:nvSpPr>
        <p:spPr>
          <a:xfrm>
            <a:off x="7037751" y="4896464"/>
            <a:ext cx="158834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Decision Advantage</a:t>
            </a:r>
          </a:p>
        </p:txBody>
      </p:sp>
      <p:sp>
        <p:nvSpPr>
          <p:cNvPr id="102" name="TextBox 101">
            <a:hlinkClick r:id="rId4" action="ppaction://hlinksldjump"/>
            <a:extLst>
              <a:ext uri="{FF2B5EF4-FFF2-40B4-BE49-F238E27FC236}">
                <a16:creationId xmlns:a16="http://schemas.microsoft.com/office/drawing/2014/main" id="{06A55F0B-9FDD-6E49-3CB6-9D38115EFB1B}"/>
              </a:ext>
            </a:extLst>
          </p:cNvPr>
          <p:cNvSpPr txBox="1"/>
          <p:nvPr/>
        </p:nvSpPr>
        <p:spPr>
          <a:xfrm>
            <a:off x="3589806" y="4981102"/>
            <a:ext cx="151242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Tactical Edge</a:t>
            </a:r>
          </a:p>
        </p:txBody>
      </p:sp>
      <p:sp>
        <p:nvSpPr>
          <p:cNvPr id="104" name="TextBox 103">
            <a:hlinkClick r:id="rId8" action="ppaction://hlinksldjump"/>
            <a:extLst>
              <a:ext uri="{FF2B5EF4-FFF2-40B4-BE49-F238E27FC236}">
                <a16:creationId xmlns:a16="http://schemas.microsoft.com/office/drawing/2014/main" id="{C2AB3363-3480-1C79-DF79-BF0A4DE90162}"/>
              </a:ext>
            </a:extLst>
          </p:cNvPr>
          <p:cNvSpPr txBox="1"/>
          <p:nvPr/>
        </p:nvSpPr>
        <p:spPr>
          <a:xfrm>
            <a:off x="3508822" y="1635079"/>
            <a:ext cx="167439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&amp; Sovereignty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63278E7-77C7-1404-989D-D00BE4EE63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2879912" y="212912"/>
            <a:ext cx="6432176" cy="6432176"/>
          </a:xfrm>
          <a:prstGeom prst="rect">
            <a:avLst/>
          </a:prstGeom>
        </p:spPr>
      </p:pic>
      <p:sp>
        <p:nvSpPr>
          <p:cNvPr id="53" name="!!D">
            <a:extLst>
              <a:ext uri="{FF2B5EF4-FFF2-40B4-BE49-F238E27FC236}">
                <a16:creationId xmlns:a16="http://schemas.microsoft.com/office/drawing/2014/main" id="{72BFC897-AB84-0F11-4A35-A2D0787D1897}"/>
              </a:ext>
            </a:extLst>
          </p:cNvPr>
          <p:cNvSpPr/>
          <p:nvPr/>
        </p:nvSpPr>
        <p:spPr>
          <a:xfrm>
            <a:off x="-1685581" y="-1122398"/>
            <a:ext cx="951124" cy="709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Title 55">
            <a:extLst>
              <a:ext uri="{FF2B5EF4-FFF2-40B4-BE49-F238E27FC236}">
                <a16:creationId xmlns:a16="http://schemas.microsoft.com/office/drawing/2014/main" id="{FBCDEF4D-046D-CB98-92E4-24317BE69B06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CW3</a:t>
            </a:r>
          </a:p>
        </p:txBody>
      </p:sp>
      <p:grpSp>
        <p:nvGrpSpPr>
          <p:cNvPr id="2" name="!!Circle">
            <a:extLst>
              <a:ext uri="{FF2B5EF4-FFF2-40B4-BE49-F238E27FC236}">
                <a16:creationId xmlns:a16="http://schemas.microsoft.com/office/drawing/2014/main" id="{08B92417-7978-F560-B0AA-92C3DB852030}"/>
              </a:ext>
            </a:extLst>
          </p:cNvPr>
          <p:cNvGrpSpPr/>
          <p:nvPr/>
        </p:nvGrpSpPr>
        <p:grpSpPr>
          <a:xfrm>
            <a:off x="4811806" y="2144806"/>
            <a:ext cx="2568388" cy="2568388"/>
            <a:chOff x="4473677" y="1806677"/>
            <a:chExt cx="3244646" cy="3244646"/>
          </a:xfrm>
        </p:grpSpPr>
        <p:sp>
          <p:nvSpPr>
            <p:cNvPr id="3" name="!!Content">
              <a:extLst>
                <a:ext uri="{FF2B5EF4-FFF2-40B4-BE49-F238E27FC236}">
                  <a16:creationId xmlns:a16="http://schemas.microsoft.com/office/drawing/2014/main" id="{80C333C8-5E1A-BB2F-A0E7-B02B29CAB5FD}"/>
                </a:ext>
              </a:extLst>
            </p:cNvPr>
            <p:cNvSpPr/>
            <p:nvPr/>
          </p:nvSpPr>
          <p:spPr>
            <a:xfrm>
              <a:off x="4473677" y="1806677"/>
              <a:ext cx="3244646" cy="3244646"/>
            </a:xfrm>
            <a:prstGeom prst="ellipse">
              <a:avLst/>
            </a:prstGeom>
            <a:solidFill>
              <a:srgbClr val="2728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C0BDB3A-5087-670F-53DE-B812F33057B2}"/>
                </a:ext>
              </a:extLst>
            </p:cNvPr>
            <p:cNvGrpSpPr/>
            <p:nvPr/>
          </p:nvGrpSpPr>
          <p:grpSpPr>
            <a:xfrm>
              <a:off x="4807698" y="2525651"/>
              <a:ext cx="2617944" cy="1438696"/>
              <a:chOff x="4763904" y="2568504"/>
              <a:chExt cx="2617944" cy="1438696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2F5041-EBE5-EE5F-6625-F9F8D039610D}"/>
                  </a:ext>
                </a:extLst>
              </p:cNvPr>
              <p:cNvSpPr txBox="1"/>
              <p:nvPr/>
            </p:nvSpPr>
            <p:spPr>
              <a:xfrm>
                <a:off x="4763904" y="2568504"/>
                <a:ext cx="2576606" cy="34993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Cyber and EM Spectrum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939616-D3BF-A145-0FBA-30D8A9FFEE4A}"/>
                  </a:ext>
                </a:extLst>
              </p:cNvPr>
              <p:cNvSpPr txBox="1"/>
              <p:nvPr/>
            </p:nvSpPr>
            <p:spPr>
              <a:xfrm>
                <a:off x="5052566" y="2989277"/>
                <a:ext cx="2074211" cy="42769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Upgrade, integrate and interoperate at pace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4A6FD0-E7E8-218D-AB80-E2330F9398CA}"/>
                  </a:ext>
                </a:extLst>
              </p:cNvPr>
              <p:cNvSpPr txBox="1"/>
              <p:nvPr/>
            </p:nvSpPr>
            <p:spPr>
              <a:xfrm>
                <a:off x="4797496" y="3482301"/>
                <a:ext cx="2584352" cy="524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Challenge: Integration of cyber and electronic warfare effects within operational planning and execution loops.</a:t>
                </a:r>
              </a:p>
            </p:txBody>
          </p:sp>
        </p:grpSp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937EF9F8-E122-A2F7-FA3C-A2509FA55EFC}"/>
                </a:ext>
              </a:extLst>
            </p:cNvPr>
            <p:cNvSpPr/>
            <p:nvPr/>
          </p:nvSpPr>
          <p:spPr>
            <a:xfrm>
              <a:off x="5353872" y="4082377"/>
              <a:ext cx="1494426" cy="376322"/>
            </a:xfrm>
            <a:prstGeom prst="rect">
              <a:avLst/>
            </a:prstGeom>
            <a:solidFill>
              <a:srgbClr val="E740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Explore solution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4979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C6956-FD28-5798-A3B1-25DC44C7A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!!Background">
            <a:extLst>
              <a:ext uri="{FF2B5EF4-FFF2-40B4-BE49-F238E27FC236}">
                <a16:creationId xmlns:a16="http://schemas.microsoft.com/office/drawing/2014/main" id="{4C203E24-4ADF-BEAE-A072-B19E06C57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" t="101" r="613" b="101"/>
          <a:stretch>
            <a:fillRect/>
          </a:stretch>
        </p:blipFill>
        <p:spPr>
          <a:xfrm>
            <a:off x="-717146" y="-413131"/>
            <a:ext cx="13626292" cy="7684262"/>
          </a:xfrm>
          <a:prstGeom prst="rect">
            <a:avLst/>
          </a:prstGeom>
        </p:spPr>
      </p:pic>
      <p:sp>
        <p:nvSpPr>
          <p:cNvPr id="72" name="Free-form: Shape 71">
            <a:hlinkClick r:id="rId3" action="ppaction://hlinksldjump"/>
            <a:extLst>
              <a:ext uri="{FF2B5EF4-FFF2-40B4-BE49-F238E27FC236}">
                <a16:creationId xmlns:a16="http://schemas.microsoft.com/office/drawing/2014/main" id="{1E29970E-A7BB-D289-869D-08940E4C172E}"/>
              </a:ext>
            </a:extLst>
          </p:cNvPr>
          <p:cNvSpPr/>
          <p:nvPr/>
        </p:nvSpPr>
        <p:spPr>
          <a:xfrm>
            <a:off x="4910219" y="4751868"/>
            <a:ext cx="2369542" cy="1888974"/>
          </a:xfrm>
          <a:custGeom>
            <a:avLst/>
            <a:gdLst>
              <a:gd name="csX0" fmla="*/ 689027 w 2369542"/>
              <a:gd name="csY0" fmla="*/ 0 h 1888974"/>
              <a:gd name="csX1" fmla="*/ 1184782 w 2369542"/>
              <a:gd name="csY1" fmla="*/ 89411 h 1888974"/>
              <a:gd name="csX2" fmla="*/ 1680516 w 2369542"/>
              <a:gd name="csY2" fmla="*/ 7 h 1888974"/>
              <a:gd name="csX3" fmla="*/ 2369543 w 2369542"/>
              <a:gd name="csY3" fmla="*/ 1663455 h 1888974"/>
              <a:gd name="csX4" fmla="*/ 1184782 w 2369542"/>
              <a:gd name="csY4" fmla="*/ 1888975 h 1888974"/>
              <a:gd name="csX5" fmla="*/ 0 w 2369542"/>
              <a:gd name="csY5" fmla="*/ 1663455 h 1888974"/>
              <a:gd name="csX6" fmla="*/ 689027 w 2369542"/>
              <a:gd name="csY6" fmla="*/ 0 h 1888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74">
                <a:moveTo>
                  <a:pt x="689027" y="0"/>
                </a:moveTo>
                <a:cubicBezTo>
                  <a:pt x="843285" y="57795"/>
                  <a:pt x="1010344" y="89411"/>
                  <a:pt x="1184782" y="89411"/>
                </a:cubicBezTo>
                <a:cubicBezTo>
                  <a:pt x="1359213" y="89411"/>
                  <a:pt x="1526258" y="57802"/>
                  <a:pt x="1680516" y="7"/>
                </a:cubicBezTo>
                <a:lnTo>
                  <a:pt x="2369543" y="1663455"/>
                </a:lnTo>
                <a:cubicBezTo>
                  <a:pt x="2002940" y="1808968"/>
                  <a:pt x="1603200" y="1888975"/>
                  <a:pt x="1184782" y="1888975"/>
                </a:cubicBezTo>
                <a:cubicBezTo>
                  <a:pt x="766350" y="1888975"/>
                  <a:pt x="366610" y="1808975"/>
                  <a:pt x="0" y="1663455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4" name="Free-form: Shape 73">
            <a:hlinkClick r:id="rId4" action="ppaction://hlinksldjump"/>
            <a:extLst>
              <a:ext uri="{FF2B5EF4-FFF2-40B4-BE49-F238E27FC236}">
                <a16:creationId xmlns:a16="http://schemas.microsoft.com/office/drawing/2014/main" id="{FE38F8D2-7668-6F3D-CCFB-50ADAFCCA87D}"/>
              </a:ext>
            </a:extLst>
          </p:cNvPr>
          <p:cNvSpPr/>
          <p:nvPr/>
        </p:nvSpPr>
        <p:spPr>
          <a:xfrm>
            <a:off x="3144913" y="4013553"/>
            <a:ext cx="2364515" cy="2364521"/>
          </a:xfrm>
          <a:custGeom>
            <a:avLst/>
            <a:gdLst>
              <a:gd name="csX0" fmla="*/ 1663449 w 2364515"/>
              <a:gd name="csY0" fmla="*/ 0 h 2364521"/>
              <a:gd name="csX1" fmla="*/ 2364516 w 2364515"/>
              <a:gd name="csY1" fmla="*/ 701074 h 2364521"/>
              <a:gd name="csX2" fmla="*/ 1675489 w 2364515"/>
              <a:gd name="csY2" fmla="*/ 2364522 h 2364521"/>
              <a:gd name="csX3" fmla="*/ 0 w 2364515"/>
              <a:gd name="csY3" fmla="*/ 689027 h 2364521"/>
              <a:gd name="csX4" fmla="*/ 1663449 w 2364515"/>
              <a:gd name="csY4" fmla="*/ 0 h 2364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1">
                <a:moveTo>
                  <a:pt x="1663449" y="0"/>
                </a:moveTo>
                <a:cubicBezTo>
                  <a:pt x="1804708" y="309888"/>
                  <a:pt x="2054627" y="559807"/>
                  <a:pt x="2364516" y="701074"/>
                </a:cubicBezTo>
                <a:lnTo>
                  <a:pt x="1675489" y="2364522"/>
                </a:lnTo>
                <a:cubicBezTo>
                  <a:pt x="925908" y="2040222"/>
                  <a:pt x="324296" y="1438608"/>
                  <a:pt x="0" y="689027"/>
                </a:cubicBezTo>
                <a:lnTo>
                  <a:pt x="1663449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6" name="Free-form: Shape 75">
            <a:hlinkClick r:id="rId5" action="ppaction://hlinksldjump"/>
            <a:extLst>
              <a:ext uri="{FF2B5EF4-FFF2-40B4-BE49-F238E27FC236}">
                <a16:creationId xmlns:a16="http://schemas.microsoft.com/office/drawing/2014/main" id="{0D9763E2-3BE3-ADD4-960B-48DD1A8411D4}"/>
              </a:ext>
            </a:extLst>
          </p:cNvPr>
          <p:cNvSpPr/>
          <p:nvPr/>
        </p:nvSpPr>
        <p:spPr>
          <a:xfrm>
            <a:off x="6680553" y="4013560"/>
            <a:ext cx="2364521" cy="2364514"/>
          </a:xfrm>
          <a:custGeom>
            <a:avLst/>
            <a:gdLst>
              <a:gd name="csX0" fmla="*/ 2364522 w 2364521"/>
              <a:gd name="csY0" fmla="*/ 689027 h 2364514"/>
              <a:gd name="csX1" fmla="*/ 689027 w 2364521"/>
              <a:gd name="csY1" fmla="*/ 2364515 h 2364514"/>
              <a:gd name="csX2" fmla="*/ 0 w 2364521"/>
              <a:gd name="csY2" fmla="*/ 701067 h 2364514"/>
              <a:gd name="csX3" fmla="*/ 701074 w 2364521"/>
              <a:gd name="csY3" fmla="*/ 0 h 2364514"/>
              <a:gd name="csX4" fmla="*/ 2364522 w 2364521"/>
              <a:gd name="csY4" fmla="*/ 689027 h 236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21" h="2364514">
                <a:moveTo>
                  <a:pt x="2364522" y="689027"/>
                </a:moveTo>
                <a:cubicBezTo>
                  <a:pt x="2040222" y="1438607"/>
                  <a:pt x="1438608" y="2040222"/>
                  <a:pt x="689027" y="2364515"/>
                </a:cubicBezTo>
                <a:lnTo>
                  <a:pt x="0" y="701067"/>
                </a:lnTo>
                <a:cubicBezTo>
                  <a:pt x="309888" y="559807"/>
                  <a:pt x="559814" y="309888"/>
                  <a:pt x="701074" y="0"/>
                </a:cubicBezTo>
                <a:lnTo>
                  <a:pt x="2364522" y="689027"/>
                </a:lnTo>
                <a:close/>
              </a:path>
            </a:pathLst>
          </a:custGeom>
          <a:solidFill>
            <a:srgbClr val="3D4146">
              <a:alpha val="95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8" name="Free-form: Shape 77">
            <a:hlinkClick r:id="rId6" action="ppaction://hlinksldjump"/>
            <a:extLst>
              <a:ext uri="{FF2B5EF4-FFF2-40B4-BE49-F238E27FC236}">
                <a16:creationId xmlns:a16="http://schemas.microsoft.com/office/drawing/2014/main" id="{F36B7783-CF4C-5279-305F-34D29E85EA1B}"/>
              </a:ext>
            </a:extLst>
          </p:cNvPr>
          <p:cNvSpPr/>
          <p:nvPr/>
        </p:nvSpPr>
        <p:spPr>
          <a:xfrm>
            <a:off x="7418868" y="2243226"/>
            <a:ext cx="1888974" cy="2369542"/>
          </a:xfrm>
          <a:custGeom>
            <a:avLst/>
            <a:gdLst>
              <a:gd name="csX0" fmla="*/ 1663455 w 1888974"/>
              <a:gd name="csY0" fmla="*/ 0 h 2369542"/>
              <a:gd name="csX1" fmla="*/ 1888975 w 1888974"/>
              <a:gd name="csY1" fmla="*/ 1184775 h 2369542"/>
              <a:gd name="csX2" fmla="*/ 1663455 w 1888974"/>
              <a:gd name="csY2" fmla="*/ 2369543 h 2369542"/>
              <a:gd name="csX3" fmla="*/ 0 w 1888974"/>
              <a:gd name="csY3" fmla="*/ 1680509 h 2369542"/>
              <a:gd name="csX4" fmla="*/ 89411 w 1888974"/>
              <a:gd name="csY4" fmla="*/ 1184775 h 2369542"/>
              <a:gd name="csX5" fmla="*/ 0 w 1888974"/>
              <a:gd name="csY5" fmla="*/ 689020 h 2369542"/>
              <a:gd name="csX6" fmla="*/ 1663455 w 1888974"/>
              <a:gd name="csY6" fmla="*/ 0 h 2369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74" h="2369542">
                <a:moveTo>
                  <a:pt x="1663455" y="0"/>
                </a:moveTo>
                <a:cubicBezTo>
                  <a:pt x="1808975" y="366610"/>
                  <a:pt x="1888975" y="766343"/>
                  <a:pt x="1888975" y="1184775"/>
                </a:cubicBezTo>
                <a:cubicBezTo>
                  <a:pt x="1888975" y="1603200"/>
                  <a:pt x="1808975" y="2002933"/>
                  <a:pt x="1663455" y="2369543"/>
                </a:cubicBezTo>
                <a:lnTo>
                  <a:pt x="0" y="1680509"/>
                </a:lnTo>
                <a:cubicBezTo>
                  <a:pt x="57795" y="1526251"/>
                  <a:pt x="89411" y="1359206"/>
                  <a:pt x="89411" y="1184775"/>
                </a:cubicBezTo>
                <a:cubicBezTo>
                  <a:pt x="89411" y="1010337"/>
                  <a:pt x="57795" y="843278"/>
                  <a:pt x="0" y="689020"/>
                </a:cubicBezTo>
                <a:lnTo>
                  <a:pt x="1663455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0" name="Free-form: Shape 79">
            <a:hlinkClick r:id="rId7" action="ppaction://hlinksldjump"/>
            <a:extLst>
              <a:ext uri="{FF2B5EF4-FFF2-40B4-BE49-F238E27FC236}">
                <a16:creationId xmlns:a16="http://schemas.microsoft.com/office/drawing/2014/main" id="{4369122B-D6C9-E3D4-369E-7D1507246DAA}"/>
              </a:ext>
            </a:extLst>
          </p:cNvPr>
          <p:cNvSpPr/>
          <p:nvPr/>
        </p:nvSpPr>
        <p:spPr>
          <a:xfrm>
            <a:off x="2882153" y="2243226"/>
            <a:ext cx="1888967" cy="2369536"/>
          </a:xfrm>
          <a:custGeom>
            <a:avLst/>
            <a:gdLst>
              <a:gd name="csX0" fmla="*/ 1888968 w 1888967"/>
              <a:gd name="csY0" fmla="*/ 689027 h 2369536"/>
              <a:gd name="csX1" fmla="*/ 1799571 w 1888967"/>
              <a:gd name="csY1" fmla="*/ 1184775 h 2369536"/>
              <a:gd name="csX2" fmla="*/ 1888961 w 1888967"/>
              <a:gd name="csY2" fmla="*/ 1680502 h 2369536"/>
              <a:gd name="csX3" fmla="*/ 225516 w 1888967"/>
              <a:gd name="csY3" fmla="*/ 2369536 h 2369536"/>
              <a:gd name="csX4" fmla="*/ 0 w 1888967"/>
              <a:gd name="csY4" fmla="*/ 1184775 h 2369536"/>
              <a:gd name="csX5" fmla="*/ 225516 w 1888967"/>
              <a:gd name="csY5" fmla="*/ 0 h 2369536"/>
              <a:gd name="csX6" fmla="*/ 1888968 w 1888967"/>
              <a:gd name="csY6" fmla="*/ 689027 h 2369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67" h="2369536">
                <a:moveTo>
                  <a:pt x="1888968" y="689027"/>
                </a:moveTo>
                <a:cubicBezTo>
                  <a:pt x="1831173" y="843285"/>
                  <a:pt x="1799571" y="1010337"/>
                  <a:pt x="1799571" y="1184775"/>
                </a:cubicBezTo>
                <a:cubicBezTo>
                  <a:pt x="1799571" y="1359199"/>
                  <a:pt x="1831173" y="1526251"/>
                  <a:pt x="1888961" y="1680502"/>
                </a:cubicBezTo>
                <a:lnTo>
                  <a:pt x="225516" y="2369536"/>
                </a:lnTo>
                <a:cubicBezTo>
                  <a:pt x="79999" y="2002933"/>
                  <a:pt x="0" y="1603193"/>
                  <a:pt x="0" y="1184775"/>
                </a:cubicBezTo>
                <a:cubicBezTo>
                  <a:pt x="0" y="766350"/>
                  <a:pt x="79998" y="366610"/>
                  <a:pt x="225516" y="0"/>
                </a:cubicBezTo>
                <a:lnTo>
                  <a:pt x="1888968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2" name="Free-form: Shape 81">
            <a:hlinkClick r:id="rId8" action="ppaction://hlinksldjump"/>
            <a:extLst>
              <a:ext uri="{FF2B5EF4-FFF2-40B4-BE49-F238E27FC236}">
                <a16:creationId xmlns:a16="http://schemas.microsoft.com/office/drawing/2014/main" id="{F7584A60-D495-CE8E-0F3F-1D01F4E11047}"/>
              </a:ext>
            </a:extLst>
          </p:cNvPr>
          <p:cNvSpPr/>
          <p:nvPr/>
        </p:nvSpPr>
        <p:spPr>
          <a:xfrm>
            <a:off x="3144913" y="477913"/>
            <a:ext cx="2364515" cy="2364522"/>
          </a:xfrm>
          <a:custGeom>
            <a:avLst/>
            <a:gdLst>
              <a:gd name="csX0" fmla="*/ 2364516 w 2364515"/>
              <a:gd name="csY0" fmla="*/ 1663449 h 2364522"/>
              <a:gd name="csX1" fmla="*/ 1663449 w 2364515"/>
              <a:gd name="csY1" fmla="*/ 2364522 h 2364522"/>
              <a:gd name="csX2" fmla="*/ 0 w 2364515"/>
              <a:gd name="csY2" fmla="*/ 1675495 h 2364522"/>
              <a:gd name="csX3" fmla="*/ 1675489 w 2364515"/>
              <a:gd name="csY3" fmla="*/ 0 h 2364522"/>
              <a:gd name="csX4" fmla="*/ 2364516 w 2364515"/>
              <a:gd name="csY4" fmla="*/ 1663449 h 23645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2">
                <a:moveTo>
                  <a:pt x="2364516" y="1663449"/>
                </a:moveTo>
                <a:cubicBezTo>
                  <a:pt x="2054627" y="1804708"/>
                  <a:pt x="1804708" y="2054634"/>
                  <a:pt x="1663449" y="2364522"/>
                </a:cubicBezTo>
                <a:lnTo>
                  <a:pt x="0" y="1675495"/>
                </a:lnTo>
                <a:cubicBezTo>
                  <a:pt x="324296" y="925915"/>
                  <a:pt x="925908" y="324298"/>
                  <a:pt x="1675489" y="0"/>
                </a:cubicBezTo>
                <a:lnTo>
                  <a:pt x="2364516" y="1663449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4" name="Free-form: Shape 83">
            <a:hlinkClick r:id="rId9" action="ppaction://hlinksldjump"/>
            <a:extLst>
              <a:ext uri="{FF2B5EF4-FFF2-40B4-BE49-F238E27FC236}">
                <a16:creationId xmlns:a16="http://schemas.microsoft.com/office/drawing/2014/main" id="{5AD2A810-7C94-6159-427C-E045F719B65E}"/>
              </a:ext>
            </a:extLst>
          </p:cNvPr>
          <p:cNvSpPr/>
          <p:nvPr/>
        </p:nvSpPr>
        <p:spPr>
          <a:xfrm>
            <a:off x="6680560" y="477913"/>
            <a:ext cx="2364514" cy="2364515"/>
          </a:xfrm>
          <a:custGeom>
            <a:avLst/>
            <a:gdLst>
              <a:gd name="csX0" fmla="*/ 689027 w 2364514"/>
              <a:gd name="csY0" fmla="*/ 0 h 2364515"/>
              <a:gd name="csX1" fmla="*/ 2364515 w 2364514"/>
              <a:gd name="csY1" fmla="*/ 1675495 h 2364515"/>
              <a:gd name="csX2" fmla="*/ 701067 w 2364514"/>
              <a:gd name="csY2" fmla="*/ 2364516 h 2364515"/>
              <a:gd name="csX3" fmla="*/ 0 w 2364514"/>
              <a:gd name="csY3" fmla="*/ 1663449 h 2364515"/>
              <a:gd name="csX4" fmla="*/ 689027 w 2364514"/>
              <a:gd name="csY4" fmla="*/ 0 h 2364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4" h="2364515">
                <a:moveTo>
                  <a:pt x="689027" y="0"/>
                </a:moveTo>
                <a:cubicBezTo>
                  <a:pt x="1438607" y="324297"/>
                  <a:pt x="2040222" y="925915"/>
                  <a:pt x="2364515" y="1675495"/>
                </a:cubicBezTo>
                <a:lnTo>
                  <a:pt x="701067" y="2364516"/>
                </a:lnTo>
                <a:cubicBezTo>
                  <a:pt x="559807" y="2054627"/>
                  <a:pt x="309888" y="1804708"/>
                  <a:pt x="0" y="1663449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6" name="Free-form: Shape 85">
            <a:hlinkClick r:id="rId10" action="ppaction://hlinksldjump"/>
            <a:extLst>
              <a:ext uri="{FF2B5EF4-FFF2-40B4-BE49-F238E27FC236}">
                <a16:creationId xmlns:a16="http://schemas.microsoft.com/office/drawing/2014/main" id="{1FCE113A-0393-80D1-AD97-4D8AF9B92AC9}"/>
              </a:ext>
            </a:extLst>
          </p:cNvPr>
          <p:cNvSpPr/>
          <p:nvPr/>
        </p:nvSpPr>
        <p:spPr>
          <a:xfrm>
            <a:off x="4910219" y="215153"/>
            <a:ext cx="2369542" cy="1888967"/>
          </a:xfrm>
          <a:custGeom>
            <a:avLst/>
            <a:gdLst>
              <a:gd name="csX0" fmla="*/ 1184782 w 2369542"/>
              <a:gd name="csY0" fmla="*/ 0 h 1888967"/>
              <a:gd name="csX1" fmla="*/ 2369543 w 2369542"/>
              <a:gd name="csY1" fmla="*/ 225516 h 1888967"/>
              <a:gd name="csX2" fmla="*/ 1680516 w 2369542"/>
              <a:gd name="csY2" fmla="*/ 1888961 h 1888967"/>
              <a:gd name="csX3" fmla="*/ 1184782 w 2369542"/>
              <a:gd name="csY3" fmla="*/ 1799571 h 1888967"/>
              <a:gd name="csX4" fmla="*/ 689027 w 2369542"/>
              <a:gd name="csY4" fmla="*/ 1888968 h 1888967"/>
              <a:gd name="csX5" fmla="*/ 0 w 2369542"/>
              <a:gd name="csY5" fmla="*/ 225516 h 1888967"/>
              <a:gd name="csX6" fmla="*/ 1184782 w 2369542"/>
              <a:gd name="csY6" fmla="*/ 0 h 18889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67">
                <a:moveTo>
                  <a:pt x="1184782" y="0"/>
                </a:moveTo>
                <a:cubicBezTo>
                  <a:pt x="1603200" y="0"/>
                  <a:pt x="2002940" y="79999"/>
                  <a:pt x="2369543" y="225516"/>
                </a:cubicBezTo>
                <a:lnTo>
                  <a:pt x="1680516" y="1888961"/>
                </a:lnTo>
                <a:cubicBezTo>
                  <a:pt x="1526258" y="1831173"/>
                  <a:pt x="1359213" y="1799571"/>
                  <a:pt x="1184782" y="1799571"/>
                </a:cubicBezTo>
                <a:cubicBezTo>
                  <a:pt x="1010344" y="1799571"/>
                  <a:pt x="843285" y="1831173"/>
                  <a:pt x="689027" y="1888968"/>
                </a:cubicBezTo>
                <a:lnTo>
                  <a:pt x="0" y="225516"/>
                </a:lnTo>
                <a:cubicBezTo>
                  <a:pt x="366610" y="79996"/>
                  <a:pt x="766350" y="0"/>
                  <a:pt x="1184782" y="0"/>
                </a:cubicBez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8" name="Free-form: Shape 87">
            <a:extLst>
              <a:ext uri="{FF2B5EF4-FFF2-40B4-BE49-F238E27FC236}">
                <a16:creationId xmlns:a16="http://schemas.microsoft.com/office/drawing/2014/main" id="{3FC40728-5E5F-011D-F823-188AC961ED90}"/>
              </a:ext>
            </a:extLst>
          </p:cNvPr>
          <p:cNvSpPr/>
          <p:nvPr/>
        </p:nvSpPr>
        <p:spPr>
          <a:xfrm>
            <a:off x="5599246" y="4672011"/>
            <a:ext cx="991488" cy="169267"/>
          </a:xfrm>
          <a:custGeom>
            <a:avLst/>
            <a:gdLst>
              <a:gd name="csX0" fmla="*/ 33076 w 991488"/>
              <a:gd name="csY0" fmla="*/ 0 h 169267"/>
              <a:gd name="csX1" fmla="*/ 495754 w 991488"/>
              <a:gd name="csY1" fmla="*/ 82928 h 169267"/>
              <a:gd name="csX2" fmla="*/ 958413 w 991488"/>
              <a:gd name="csY2" fmla="*/ 7 h 169267"/>
              <a:gd name="csX3" fmla="*/ 991489 w 991488"/>
              <a:gd name="csY3" fmla="*/ 79864 h 169267"/>
              <a:gd name="csX4" fmla="*/ 495754 w 991488"/>
              <a:gd name="csY4" fmla="*/ 169267 h 169267"/>
              <a:gd name="csX5" fmla="*/ 0 w 991488"/>
              <a:gd name="csY5" fmla="*/ 79857 h 169267"/>
              <a:gd name="csX6" fmla="*/ 33076 w 991488"/>
              <a:gd name="csY6" fmla="*/ 0 h 169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8" h="169267">
                <a:moveTo>
                  <a:pt x="33076" y="0"/>
                </a:moveTo>
                <a:cubicBezTo>
                  <a:pt x="177135" y="53603"/>
                  <a:pt x="333017" y="82928"/>
                  <a:pt x="495754" y="82928"/>
                </a:cubicBezTo>
                <a:cubicBezTo>
                  <a:pt x="658478" y="82928"/>
                  <a:pt x="814353" y="53610"/>
                  <a:pt x="958413" y="7"/>
                </a:cubicBezTo>
                <a:lnTo>
                  <a:pt x="991489" y="79864"/>
                </a:lnTo>
                <a:cubicBezTo>
                  <a:pt x="837231" y="137659"/>
                  <a:pt x="670186" y="169267"/>
                  <a:pt x="495754" y="169267"/>
                </a:cubicBezTo>
                <a:cubicBezTo>
                  <a:pt x="321317" y="169267"/>
                  <a:pt x="154258" y="137652"/>
                  <a:pt x="0" y="79857"/>
                </a:cubicBezTo>
                <a:lnTo>
                  <a:pt x="33076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0" name="Free-form: Shape 89">
            <a:extLst>
              <a:ext uri="{FF2B5EF4-FFF2-40B4-BE49-F238E27FC236}">
                <a16:creationId xmlns:a16="http://schemas.microsoft.com/office/drawing/2014/main" id="{8310FC92-AAA1-AC79-79B4-214C19DECFA0}"/>
              </a:ext>
            </a:extLst>
          </p:cNvPr>
          <p:cNvSpPr/>
          <p:nvPr/>
        </p:nvSpPr>
        <p:spPr>
          <a:xfrm>
            <a:off x="5599245" y="2014717"/>
            <a:ext cx="991489" cy="169260"/>
          </a:xfrm>
          <a:custGeom>
            <a:avLst/>
            <a:gdLst>
              <a:gd name="csX0" fmla="*/ 958413 w 991489"/>
              <a:gd name="csY0" fmla="*/ 169260 h 169260"/>
              <a:gd name="csX1" fmla="*/ 495741 w 991489"/>
              <a:gd name="csY1" fmla="*/ 86339 h 169260"/>
              <a:gd name="csX2" fmla="*/ 33076 w 991489"/>
              <a:gd name="csY2" fmla="*/ 169254 h 169260"/>
              <a:gd name="csX3" fmla="*/ 0 w 991489"/>
              <a:gd name="csY3" fmla="*/ 89397 h 169260"/>
              <a:gd name="csX4" fmla="*/ 495741 w 991489"/>
              <a:gd name="csY4" fmla="*/ 0 h 169260"/>
              <a:gd name="csX5" fmla="*/ 991489 w 991489"/>
              <a:gd name="csY5" fmla="*/ 89403 h 169260"/>
              <a:gd name="csX6" fmla="*/ 958413 w 991489"/>
              <a:gd name="csY6" fmla="*/ 169260 h 169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9" h="169260">
                <a:moveTo>
                  <a:pt x="958413" y="169260"/>
                </a:moveTo>
                <a:cubicBezTo>
                  <a:pt x="814354" y="115658"/>
                  <a:pt x="658472" y="86339"/>
                  <a:pt x="495741" y="86339"/>
                </a:cubicBezTo>
                <a:cubicBezTo>
                  <a:pt x="333010" y="86339"/>
                  <a:pt x="177135" y="115651"/>
                  <a:pt x="33076" y="169254"/>
                </a:cubicBezTo>
                <a:lnTo>
                  <a:pt x="0" y="89397"/>
                </a:lnTo>
                <a:cubicBezTo>
                  <a:pt x="154258" y="31602"/>
                  <a:pt x="321303" y="0"/>
                  <a:pt x="495741" y="0"/>
                </a:cubicBezTo>
                <a:cubicBezTo>
                  <a:pt x="670179" y="0"/>
                  <a:pt x="837231" y="31609"/>
                  <a:pt x="991489" y="89403"/>
                </a:cubicBezTo>
                <a:lnTo>
                  <a:pt x="958413" y="16926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2" name="Free-form: Shape 91">
            <a:extLst>
              <a:ext uri="{FF2B5EF4-FFF2-40B4-BE49-F238E27FC236}">
                <a16:creationId xmlns:a16="http://schemas.microsoft.com/office/drawing/2014/main" id="{DC0516A4-7E7C-7A71-F436-70E123CC974B}"/>
              </a:ext>
            </a:extLst>
          </p:cNvPr>
          <p:cNvSpPr/>
          <p:nvPr/>
        </p:nvSpPr>
        <p:spPr>
          <a:xfrm>
            <a:off x="4808361" y="3980477"/>
            <a:ext cx="734143" cy="734150"/>
          </a:xfrm>
          <a:custGeom>
            <a:avLst/>
            <a:gdLst>
              <a:gd name="csX0" fmla="*/ 79857 w 734143"/>
              <a:gd name="csY0" fmla="*/ 0 h 734150"/>
              <a:gd name="csX1" fmla="*/ 734143 w 734143"/>
              <a:gd name="csY1" fmla="*/ 654293 h 734150"/>
              <a:gd name="csX2" fmla="*/ 701067 w 734143"/>
              <a:gd name="csY2" fmla="*/ 734150 h 734150"/>
              <a:gd name="csX3" fmla="*/ 0 w 734143"/>
              <a:gd name="csY3" fmla="*/ 33076 h 734150"/>
              <a:gd name="csX4" fmla="*/ 79857 w 734143"/>
              <a:gd name="csY4" fmla="*/ 0 h 734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43" h="734150">
                <a:moveTo>
                  <a:pt x="79857" y="0"/>
                </a:moveTo>
                <a:cubicBezTo>
                  <a:pt x="212290" y="288805"/>
                  <a:pt x="445339" y="521853"/>
                  <a:pt x="734143" y="654293"/>
                </a:cubicBezTo>
                <a:lnTo>
                  <a:pt x="701067" y="734150"/>
                </a:lnTo>
                <a:cubicBezTo>
                  <a:pt x="391179" y="592883"/>
                  <a:pt x="141260" y="342964"/>
                  <a:pt x="0" y="33076"/>
                </a:cubicBezTo>
                <a:lnTo>
                  <a:pt x="79857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4" name="Free-form: Shape 93">
            <a:extLst>
              <a:ext uri="{FF2B5EF4-FFF2-40B4-BE49-F238E27FC236}">
                <a16:creationId xmlns:a16="http://schemas.microsoft.com/office/drawing/2014/main" id="{9ABC6EB8-5939-E13B-8E0B-FF6D031454DD}"/>
              </a:ext>
            </a:extLst>
          </p:cNvPr>
          <p:cNvSpPr/>
          <p:nvPr/>
        </p:nvSpPr>
        <p:spPr>
          <a:xfrm>
            <a:off x="6647477" y="3980483"/>
            <a:ext cx="734150" cy="734143"/>
          </a:xfrm>
          <a:custGeom>
            <a:avLst/>
            <a:gdLst>
              <a:gd name="csX0" fmla="*/ 734150 w 734150"/>
              <a:gd name="csY0" fmla="*/ 33076 h 734143"/>
              <a:gd name="csX1" fmla="*/ 33076 w 734150"/>
              <a:gd name="csY1" fmla="*/ 734143 h 734143"/>
              <a:gd name="csX2" fmla="*/ 0 w 734150"/>
              <a:gd name="csY2" fmla="*/ 654287 h 734143"/>
              <a:gd name="csX3" fmla="*/ 654293 w 734150"/>
              <a:gd name="csY3" fmla="*/ 0 h 734143"/>
              <a:gd name="csX4" fmla="*/ 734150 w 734150"/>
              <a:gd name="csY4" fmla="*/ 33076 h 734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50" h="734143">
                <a:moveTo>
                  <a:pt x="734150" y="33076"/>
                </a:moveTo>
                <a:cubicBezTo>
                  <a:pt x="592890" y="342964"/>
                  <a:pt x="342964" y="592883"/>
                  <a:pt x="33076" y="734143"/>
                </a:cubicBezTo>
                <a:lnTo>
                  <a:pt x="0" y="654287"/>
                </a:lnTo>
                <a:cubicBezTo>
                  <a:pt x="288805" y="521853"/>
                  <a:pt x="521853" y="288805"/>
                  <a:pt x="654293" y="0"/>
                </a:cubicBezTo>
                <a:lnTo>
                  <a:pt x="734150" y="33076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6" name="Free-form: Shape 95">
            <a:extLst>
              <a:ext uri="{FF2B5EF4-FFF2-40B4-BE49-F238E27FC236}">
                <a16:creationId xmlns:a16="http://schemas.microsoft.com/office/drawing/2014/main" id="{E6E2D5C3-A7D4-7BDA-ED55-77667F26D38E}"/>
              </a:ext>
            </a:extLst>
          </p:cNvPr>
          <p:cNvSpPr/>
          <p:nvPr/>
        </p:nvSpPr>
        <p:spPr>
          <a:xfrm>
            <a:off x="7339011" y="2932253"/>
            <a:ext cx="169267" cy="991481"/>
          </a:xfrm>
          <a:custGeom>
            <a:avLst/>
            <a:gdLst>
              <a:gd name="csX0" fmla="*/ 79844 w 169267"/>
              <a:gd name="csY0" fmla="*/ 0 h 991481"/>
              <a:gd name="csX1" fmla="*/ 169267 w 169267"/>
              <a:gd name="csY1" fmla="*/ 495748 h 991481"/>
              <a:gd name="csX2" fmla="*/ 79857 w 169267"/>
              <a:gd name="csY2" fmla="*/ 991482 h 991481"/>
              <a:gd name="csX3" fmla="*/ 7 w 169267"/>
              <a:gd name="csY3" fmla="*/ 958406 h 991481"/>
              <a:gd name="csX4" fmla="*/ 82928 w 169267"/>
              <a:gd name="csY4" fmla="*/ 495748 h 991481"/>
              <a:gd name="csX5" fmla="*/ 0 w 169267"/>
              <a:gd name="csY5" fmla="*/ 33069 h 991481"/>
              <a:gd name="csX6" fmla="*/ 79844 w 169267"/>
              <a:gd name="csY6" fmla="*/ 0 h 991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67" h="991481">
                <a:moveTo>
                  <a:pt x="79844" y="0"/>
                </a:moveTo>
                <a:cubicBezTo>
                  <a:pt x="137638" y="154258"/>
                  <a:pt x="169267" y="321310"/>
                  <a:pt x="169267" y="495748"/>
                </a:cubicBezTo>
                <a:cubicBezTo>
                  <a:pt x="169267" y="670179"/>
                  <a:pt x="137652" y="837224"/>
                  <a:pt x="79857" y="991482"/>
                </a:cubicBezTo>
                <a:lnTo>
                  <a:pt x="7" y="958406"/>
                </a:lnTo>
                <a:cubicBezTo>
                  <a:pt x="53610" y="814347"/>
                  <a:pt x="82928" y="658472"/>
                  <a:pt x="82928" y="495748"/>
                </a:cubicBezTo>
                <a:cubicBezTo>
                  <a:pt x="82928" y="333010"/>
                  <a:pt x="53603" y="177129"/>
                  <a:pt x="0" y="33069"/>
                </a:cubicBezTo>
                <a:lnTo>
                  <a:pt x="79844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8" name="Free-form: Shape 97">
            <a:extLst>
              <a:ext uri="{FF2B5EF4-FFF2-40B4-BE49-F238E27FC236}">
                <a16:creationId xmlns:a16="http://schemas.microsoft.com/office/drawing/2014/main" id="{FEA70085-E6A3-D536-B1A0-502BE13636DC}"/>
              </a:ext>
            </a:extLst>
          </p:cNvPr>
          <p:cNvSpPr/>
          <p:nvPr/>
        </p:nvSpPr>
        <p:spPr>
          <a:xfrm>
            <a:off x="4681723" y="2932260"/>
            <a:ext cx="169246" cy="991468"/>
          </a:xfrm>
          <a:custGeom>
            <a:avLst/>
            <a:gdLst>
              <a:gd name="csX0" fmla="*/ 169247 w 169246"/>
              <a:gd name="csY0" fmla="*/ 33069 h 991468"/>
              <a:gd name="csX1" fmla="*/ 86339 w 169246"/>
              <a:gd name="csY1" fmla="*/ 495741 h 991468"/>
              <a:gd name="csX2" fmla="*/ 169247 w 169246"/>
              <a:gd name="csY2" fmla="*/ 958392 h 991468"/>
              <a:gd name="csX3" fmla="*/ 89390 w 169246"/>
              <a:gd name="csY3" fmla="*/ 991469 h 991468"/>
              <a:gd name="csX4" fmla="*/ 0 w 169246"/>
              <a:gd name="csY4" fmla="*/ 495741 h 991468"/>
              <a:gd name="csX5" fmla="*/ 89403 w 169246"/>
              <a:gd name="csY5" fmla="*/ 0 h 991468"/>
              <a:gd name="csX6" fmla="*/ 169247 w 169246"/>
              <a:gd name="csY6" fmla="*/ 33069 h 991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46" h="991468">
                <a:moveTo>
                  <a:pt x="169247" y="33069"/>
                </a:moveTo>
                <a:cubicBezTo>
                  <a:pt x="115644" y="177129"/>
                  <a:pt x="86339" y="333010"/>
                  <a:pt x="86339" y="495741"/>
                </a:cubicBezTo>
                <a:cubicBezTo>
                  <a:pt x="86339" y="658465"/>
                  <a:pt x="115651" y="814340"/>
                  <a:pt x="169247" y="958392"/>
                </a:cubicBezTo>
                <a:lnTo>
                  <a:pt x="89390" y="991469"/>
                </a:lnTo>
                <a:cubicBezTo>
                  <a:pt x="31602" y="837217"/>
                  <a:pt x="0" y="670165"/>
                  <a:pt x="0" y="495741"/>
                </a:cubicBezTo>
                <a:cubicBezTo>
                  <a:pt x="0" y="321303"/>
                  <a:pt x="31609" y="154258"/>
                  <a:pt x="89403" y="0"/>
                </a:cubicBezTo>
                <a:lnTo>
                  <a:pt x="169247" y="33069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0" name="Free-form: Shape 99">
            <a:extLst>
              <a:ext uri="{FF2B5EF4-FFF2-40B4-BE49-F238E27FC236}">
                <a16:creationId xmlns:a16="http://schemas.microsoft.com/office/drawing/2014/main" id="{CC963905-D6D8-ACAF-2B6D-ADCB30E36E79}"/>
              </a:ext>
            </a:extLst>
          </p:cNvPr>
          <p:cNvSpPr/>
          <p:nvPr/>
        </p:nvSpPr>
        <p:spPr>
          <a:xfrm>
            <a:off x="4808368" y="2141381"/>
            <a:ext cx="734129" cy="734129"/>
          </a:xfrm>
          <a:custGeom>
            <a:avLst/>
            <a:gdLst>
              <a:gd name="csX0" fmla="*/ 734130 w 734129"/>
              <a:gd name="csY0" fmla="*/ 79837 h 734129"/>
              <a:gd name="csX1" fmla="*/ 79850 w 734129"/>
              <a:gd name="csY1" fmla="*/ 734130 h 734129"/>
              <a:gd name="csX2" fmla="*/ 0 w 734129"/>
              <a:gd name="csY2" fmla="*/ 701054 h 734129"/>
              <a:gd name="csX3" fmla="*/ 701067 w 734129"/>
              <a:gd name="csY3" fmla="*/ 0 h 734129"/>
              <a:gd name="csX4" fmla="*/ 734130 w 734129"/>
              <a:gd name="csY4" fmla="*/ 79837 h 7341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9">
                <a:moveTo>
                  <a:pt x="734130" y="79837"/>
                </a:moveTo>
                <a:cubicBezTo>
                  <a:pt x="445332" y="212277"/>
                  <a:pt x="212284" y="445325"/>
                  <a:pt x="79850" y="734130"/>
                </a:cubicBezTo>
                <a:lnTo>
                  <a:pt x="0" y="701054"/>
                </a:lnTo>
                <a:cubicBezTo>
                  <a:pt x="141260" y="391165"/>
                  <a:pt x="391179" y="141260"/>
                  <a:pt x="701067" y="0"/>
                </a:cubicBezTo>
                <a:lnTo>
                  <a:pt x="734130" y="79837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2" name="Free-form: Shape 101">
            <a:extLst>
              <a:ext uri="{FF2B5EF4-FFF2-40B4-BE49-F238E27FC236}">
                <a16:creationId xmlns:a16="http://schemas.microsoft.com/office/drawing/2014/main" id="{BF1E6FC2-ADBE-90FA-8143-20F81CCB2268}"/>
              </a:ext>
            </a:extLst>
          </p:cNvPr>
          <p:cNvSpPr/>
          <p:nvPr/>
        </p:nvSpPr>
        <p:spPr>
          <a:xfrm>
            <a:off x="6647483" y="2141381"/>
            <a:ext cx="734129" cy="734122"/>
          </a:xfrm>
          <a:custGeom>
            <a:avLst/>
            <a:gdLst>
              <a:gd name="csX0" fmla="*/ 33069 w 734129"/>
              <a:gd name="csY0" fmla="*/ 0 h 734122"/>
              <a:gd name="csX1" fmla="*/ 734130 w 734129"/>
              <a:gd name="csY1" fmla="*/ 701054 h 734122"/>
              <a:gd name="csX2" fmla="*/ 654287 w 734129"/>
              <a:gd name="csY2" fmla="*/ 734123 h 734122"/>
              <a:gd name="csX3" fmla="*/ 0 w 734129"/>
              <a:gd name="csY3" fmla="*/ 79837 h 734122"/>
              <a:gd name="csX4" fmla="*/ 33069 w 734129"/>
              <a:gd name="csY4" fmla="*/ 0 h 734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2">
                <a:moveTo>
                  <a:pt x="33069" y="0"/>
                </a:moveTo>
                <a:cubicBezTo>
                  <a:pt x="342958" y="141260"/>
                  <a:pt x="592870" y="391172"/>
                  <a:pt x="734130" y="701054"/>
                </a:cubicBezTo>
                <a:lnTo>
                  <a:pt x="654287" y="734123"/>
                </a:lnTo>
                <a:cubicBezTo>
                  <a:pt x="521846" y="445318"/>
                  <a:pt x="288805" y="212270"/>
                  <a:pt x="0" y="79837"/>
                </a:cubicBezTo>
                <a:lnTo>
                  <a:pt x="33069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4" name="TextBox 103">
            <a:hlinkClick r:id="rId10" action="ppaction://hlinksldjump"/>
            <a:extLst>
              <a:ext uri="{FF2B5EF4-FFF2-40B4-BE49-F238E27FC236}">
                <a16:creationId xmlns:a16="http://schemas.microsoft.com/office/drawing/2014/main" id="{46C751CE-1843-D769-9951-40C5CA220E75}"/>
              </a:ext>
            </a:extLst>
          </p:cNvPr>
          <p:cNvSpPr txBox="1"/>
          <p:nvPr/>
        </p:nvSpPr>
        <p:spPr>
          <a:xfrm>
            <a:off x="5342864" y="852134"/>
            <a:ext cx="155412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Movement</a:t>
            </a:r>
          </a:p>
        </p:txBody>
      </p:sp>
      <p:sp>
        <p:nvSpPr>
          <p:cNvPr id="106" name="TextBox 105">
            <a:hlinkClick r:id="rId6" action="ppaction://hlinksldjump"/>
            <a:extLst>
              <a:ext uri="{FF2B5EF4-FFF2-40B4-BE49-F238E27FC236}">
                <a16:creationId xmlns:a16="http://schemas.microsoft.com/office/drawing/2014/main" id="{7F930D4E-DBFD-B9F5-A1DA-0E54709DE35D}"/>
              </a:ext>
            </a:extLst>
          </p:cNvPr>
          <p:cNvSpPr txBox="1"/>
          <p:nvPr/>
        </p:nvSpPr>
        <p:spPr>
          <a:xfrm>
            <a:off x="7565794" y="3169636"/>
            <a:ext cx="168453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and EM Spectrum</a:t>
            </a:r>
          </a:p>
        </p:txBody>
      </p:sp>
      <p:sp>
        <p:nvSpPr>
          <p:cNvPr id="108" name="TextBox 107">
            <a:hlinkClick r:id="rId3" action="ppaction://hlinksldjump"/>
            <a:extLst>
              <a:ext uri="{FF2B5EF4-FFF2-40B4-BE49-F238E27FC236}">
                <a16:creationId xmlns:a16="http://schemas.microsoft.com/office/drawing/2014/main" id="{A72B019E-C8E5-7C9B-F5D3-C8D34A3FBE78}"/>
              </a:ext>
            </a:extLst>
          </p:cNvPr>
          <p:cNvSpPr txBox="1"/>
          <p:nvPr/>
        </p:nvSpPr>
        <p:spPr>
          <a:xfrm>
            <a:off x="5356634" y="5562891"/>
            <a:ext cx="147873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Integration</a:t>
            </a:r>
          </a:p>
        </p:txBody>
      </p:sp>
      <p:sp>
        <p:nvSpPr>
          <p:cNvPr id="110" name="TextBox 109">
            <a:hlinkClick r:id="rId7" action="ppaction://hlinksldjump"/>
            <a:extLst>
              <a:ext uri="{FF2B5EF4-FFF2-40B4-BE49-F238E27FC236}">
                <a16:creationId xmlns:a16="http://schemas.microsoft.com/office/drawing/2014/main" id="{1BD14F02-D45A-1F19-C468-18855C4B20AA}"/>
              </a:ext>
            </a:extLst>
          </p:cNvPr>
          <p:cNvSpPr txBox="1"/>
          <p:nvPr/>
        </p:nvSpPr>
        <p:spPr>
          <a:xfrm>
            <a:off x="2951042" y="3272932"/>
            <a:ext cx="16863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&amp; Simulation</a:t>
            </a:r>
          </a:p>
        </p:txBody>
      </p:sp>
      <p:sp>
        <p:nvSpPr>
          <p:cNvPr id="112" name="TextBox 111">
            <a:hlinkClick r:id="rId9" action="ppaction://hlinksldjump"/>
            <a:extLst>
              <a:ext uri="{FF2B5EF4-FFF2-40B4-BE49-F238E27FC236}">
                <a16:creationId xmlns:a16="http://schemas.microsoft.com/office/drawing/2014/main" id="{7C583F0E-BA99-C08E-386A-D8A277D8F267}"/>
              </a:ext>
            </a:extLst>
          </p:cNvPr>
          <p:cNvSpPr txBox="1"/>
          <p:nvPr/>
        </p:nvSpPr>
        <p:spPr>
          <a:xfrm>
            <a:off x="7064912" y="1635079"/>
            <a:ext cx="153402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Multi-Domain Fusion</a:t>
            </a:r>
          </a:p>
        </p:txBody>
      </p:sp>
      <p:sp>
        <p:nvSpPr>
          <p:cNvPr id="114" name="TextBox 113">
            <a:hlinkClick r:id="rId5" action="ppaction://hlinksldjump"/>
            <a:extLst>
              <a:ext uri="{FF2B5EF4-FFF2-40B4-BE49-F238E27FC236}">
                <a16:creationId xmlns:a16="http://schemas.microsoft.com/office/drawing/2014/main" id="{45CFB2E6-FC52-6167-40BB-256549E28B0A}"/>
              </a:ext>
            </a:extLst>
          </p:cNvPr>
          <p:cNvSpPr txBox="1"/>
          <p:nvPr/>
        </p:nvSpPr>
        <p:spPr>
          <a:xfrm>
            <a:off x="7037751" y="4896464"/>
            <a:ext cx="158834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Decision Advantage</a:t>
            </a:r>
          </a:p>
        </p:txBody>
      </p:sp>
      <p:sp>
        <p:nvSpPr>
          <p:cNvPr id="116" name="TextBox 115">
            <a:hlinkClick r:id="rId4" action="ppaction://hlinksldjump"/>
            <a:extLst>
              <a:ext uri="{FF2B5EF4-FFF2-40B4-BE49-F238E27FC236}">
                <a16:creationId xmlns:a16="http://schemas.microsoft.com/office/drawing/2014/main" id="{57D3DAA9-475D-7935-5808-F3A5965595A7}"/>
              </a:ext>
            </a:extLst>
          </p:cNvPr>
          <p:cNvSpPr txBox="1"/>
          <p:nvPr/>
        </p:nvSpPr>
        <p:spPr>
          <a:xfrm>
            <a:off x="3589806" y="4981102"/>
            <a:ext cx="151242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Tactical Edge</a:t>
            </a:r>
          </a:p>
        </p:txBody>
      </p:sp>
      <p:sp>
        <p:nvSpPr>
          <p:cNvPr id="118" name="TextBox 117">
            <a:hlinkClick r:id="rId8" action="ppaction://hlinksldjump"/>
            <a:extLst>
              <a:ext uri="{FF2B5EF4-FFF2-40B4-BE49-F238E27FC236}">
                <a16:creationId xmlns:a16="http://schemas.microsoft.com/office/drawing/2014/main" id="{2A1CC523-7CD3-D3A5-B4A4-B92DDA501F16}"/>
              </a:ext>
            </a:extLst>
          </p:cNvPr>
          <p:cNvSpPr txBox="1"/>
          <p:nvPr/>
        </p:nvSpPr>
        <p:spPr>
          <a:xfrm>
            <a:off x="3508822" y="1635079"/>
            <a:ext cx="167439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&amp; Sovereignty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7974146A-31C8-87B5-5721-05205D602E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8100000">
            <a:off x="2879912" y="212912"/>
            <a:ext cx="6432176" cy="6432176"/>
          </a:xfrm>
          <a:prstGeom prst="rect">
            <a:avLst/>
          </a:prstGeom>
        </p:spPr>
      </p:pic>
      <p:sp>
        <p:nvSpPr>
          <p:cNvPr id="69" name="!!D">
            <a:extLst>
              <a:ext uri="{FF2B5EF4-FFF2-40B4-BE49-F238E27FC236}">
                <a16:creationId xmlns:a16="http://schemas.microsoft.com/office/drawing/2014/main" id="{F8B5852A-2D6E-61B7-79D4-86051A66DA8F}"/>
              </a:ext>
            </a:extLst>
          </p:cNvPr>
          <p:cNvSpPr/>
          <p:nvPr/>
        </p:nvSpPr>
        <p:spPr>
          <a:xfrm>
            <a:off x="-1685581" y="-1122398"/>
            <a:ext cx="951124" cy="709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56993E08-16D3-6C54-5854-3F2441D3AFF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CW4</a:t>
            </a:r>
          </a:p>
        </p:txBody>
      </p:sp>
      <p:grpSp>
        <p:nvGrpSpPr>
          <p:cNvPr id="2" name="!!Circle">
            <a:extLst>
              <a:ext uri="{FF2B5EF4-FFF2-40B4-BE49-F238E27FC236}">
                <a16:creationId xmlns:a16="http://schemas.microsoft.com/office/drawing/2014/main" id="{70E78F34-97AB-805B-318E-17D6C9D286CE}"/>
              </a:ext>
            </a:extLst>
          </p:cNvPr>
          <p:cNvGrpSpPr/>
          <p:nvPr/>
        </p:nvGrpSpPr>
        <p:grpSpPr>
          <a:xfrm>
            <a:off x="4811806" y="2144806"/>
            <a:ext cx="2568388" cy="2568388"/>
            <a:chOff x="4473677" y="1806677"/>
            <a:chExt cx="3244646" cy="3244646"/>
          </a:xfrm>
        </p:grpSpPr>
        <p:sp>
          <p:nvSpPr>
            <p:cNvPr id="3" name="!!Content">
              <a:extLst>
                <a:ext uri="{FF2B5EF4-FFF2-40B4-BE49-F238E27FC236}">
                  <a16:creationId xmlns:a16="http://schemas.microsoft.com/office/drawing/2014/main" id="{88ECB12C-004E-494D-B132-43B27138C6D5}"/>
                </a:ext>
              </a:extLst>
            </p:cNvPr>
            <p:cNvSpPr/>
            <p:nvPr/>
          </p:nvSpPr>
          <p:spPr>
            <a:xfrm>
              <a:off x="4473677" y="1806677"/>
              <a:ext cx="3244646" cy="3244646"/>
            </a:xfrm>
            <a:prstGeom prst="ellipse">
              <a:avLst/>
            </a:prstGeom>
            <a:solidFill>
              <a:srgbClr val="2728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636285C-9234-EA56-CCE9-6B5F0E400B6C}"/>
                </a:ext>
              </a:extLst>
            </p:cNvPr>
            <p:cNvGrpSpPr/>
            <p:nvPr/>
          </p:nvGrpSpPr>
          <p:grpSpPr>
            <a:xfrm>
              <a:off x="4807698" y="2542764"/>
              <a:ext cx="2617944" cy="1276045"/>
              <a:chOff x="4763904" y="2585617"/>
              <a:chExt cx="2617944" cy="1276045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D26D1-FEF1-CB37-4778-B524D3D3FBA4}"/>
                  </a:ext>
                </a:extLst>
              </p:cNvPr>
              <p:cNvSpPr txBox="1"/>
              <p:nvPr/>
            </p:nvSpPr>
            <p:spPr>
              <a:xfrm>
                <a:off x="4763904" y="2585617"/>
                <a:ext cx="2576606" cy="34993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AI Decision Advantage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B65F4A-AF1B-8396-EF8A-443684398755}"/>
                  </a:ext>
                </a:extLst>
              </p:cNvPr>
              <p:cNvSpPr txBox="1"/>
              <p:nvPr/>
            </p:nvSpPr>
            <p:spPr>
              <a:xfrm>
                <a:off x="4926229" y="2988699"/>
                <a:ext cx="2326883" cy="42769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Build knowledge from information and make decisions faster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93529E-D111-8454-B662-7F6D69271CC8}"/>
                  </a:ext>
                </a:extLst>
              </p:cNvPr>
              <p:cNvSpPr txBox="1"/>
              <p:nvPr/>
            </p:nvSpPr>
            <p:spPr>
              <a:xfrm>
                <a:off x="4797496" y="3472847"/>
                <a:ext cx="2584352" cy="388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Challenge: Decision advantage through AI, automation, and human-machine teaming.</a:t>
                </a:r>
              </a:p>
            </p:txBody>
          </p:sp>
        </p:grpSp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7D3E7890-C0E2-DB46-A6FC-2C12EB371AD4}"/>
                </a:ext>
              </a:extLst>
            </p:cNvPr>
            <p:cNvSpPr/>
            <p:nvPr/>
          </p:nvSpPr>
          <p:spPr>
            <a:xfrm>
              <a:off x="5353872" y="4082377"/>
              <a:ext cx="1494426" cy="376322"/>
            </a:xfrm>
            <a:prstGeom prst="rect">
              <a:avLst/>
            </a:prstGeom>
            <a:solidFill>
              <a:srgbClr val="E740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Explore solution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8217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78116-C88B-B568-74A4-FE66274D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!!Background">
            <a:extLst>
              <a:ext uri="{FF2B5EF4-FFF2-40B4-BE49-F238E27FC236}">
                <a16:creationId xmlns:a16="http://schemas.microsoft.com/office/drawing/2014/main" id="{C8768F52-B004-9930-AF60-0C9E28A62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" r="513"/>
          <a:stretch/>
        </p:blipFill>
        <p:spPr>
          <a:xfrm>
            <a:off x="-716096" y="-412539"/>
            <a:ext cx="13624192" cy="7683078"/>
          </a:xfrm>
          <a:prstGeom prst="rect">
            <a:avLst/>
          </a:prstGeom>
        </p:spPr>
      </p:pic>
      <p:sp>
        <p:nvSpPr>
          <p:cNvPr id="54" name="Free-form: Shape 53">
            <a:hlinkClick r:id="rId3" action="ppaction://hlinksldjump"/>
            <a:extLst>
              <a:ext uri="{FF2B5EF4-FFF2-40B4-BE49-F238E27FC236}">
                <a16:creationId xmlns:a16="http://schemas.microsoft.com/office/drawing/2014/main" id="{2316C2DD-BD3C-E01A-0C18-15067729BD9F}"/>
              </a:ext>
            </a:extLst>
          </p:cNvPr>
          <p:cNvSpPr/>
          <p:nvPr/>
        </p:nvSpPr>
        <p:spPr>
          <a:xfrm>
            <a:off x="4910219" y="4751868"/>
            <a:ext cx="2369542" cy="1888974"/>
          </a:xfrm>
          <a:custGeom>
            <a:avLst/>
            <a:gdLst>
              <a:gd name="csX0" fmla="*/ 689027 w 2369542"/>
              <a:gd name="csY0" fmla="*/ 0 h 1888974"/>
              <a:gd name="csX1" fmla="*/ 1184782 w 2369542"/>
              <a:gd name="csY1" fmla="*/ 89411 h 1888974"/>
              <a:gd name="csX2" fmla="*/ 1680516 w 2369542"/>
              <a:gd name="csY2" fmla="*/ 7 h 1888974"/>
              <a:gd name="csX3" fmla="*/ 2369543 w 2369542"/>
              <a:gd name="csY3" fmla="*/ 1663455 h 1888974"/>
              <a:gd name="csX4" fmla="*/ 1184782 w 2369542"/>
              <a:gd name="csY4" fmla="*/ 1888975 h 1888974"/>
              <a:gd name="csX5" fmla="*/ 0 w 2369542"/>
              <a:gd name="csY5" fmla="*/ 1663455 h 1888974"/>
              <a:gd name="csX6" fmla="*/ 689027 w 2369542"/>
              <a:gd name="csY6" fmla="*/ 0 h 1888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74">
                <a:moveTo>
                  <a:pt x="689027" y="0"/>
                </a:moveTo>
                <a:cubicBezTo>
                  <a:pt x="843285" y="57795"/>
                  <a:pt x="1010344" y="89411"/>
                  <a:pt x="1184782" y="89411"/>
                </a:cubicBezTo>
                <a:cubicBezTo>
                  <a:pt x="1359213" y="89411"/>
                  <a:pt x="1526258" y="57802"/>
                  <a:pt x="1680516" y="7"/>
                </a:cubicBezTo>
                <a:lnTo>
                  <a:pt x="2369543" y="1663455"/>
                </a:lnTo>
                <a:cubicBezTo>
                  <a:pt x="2002940" y="1808968"/>
                  <a:pt x="1603200" y="1888975"/>
                  <a:pt x="1184782" y="1888975"/>
                </a:cubicBezTo>
                <a:cubicBezTo>
                  <a:pt x="766350" y="1888975"/>
                  <a:pt x="366610" y="1808975"/>
                  <a:pt x="0" y="1663455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95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8" name="Free-form: Shape 57">
            <a:hlinkClick r:id="rId4" action="ppaction://hlinksldjump"/>
            <a:extLst>
              <a:ext uri="{FF2B5EF4-FFF2-40B4-BE49-F238E27FC236}">
                <a16:creationId xmlns:a16="http://schemas.microsoft.com/office/drawing/2014/main" id="{9E71C2E2-B1D5-6BED-9795-304674A10517}"/>
              </a:ext>
            </a:extLst>
          </p:cNvPr>
          <p:cNvSpPr/>
          <p:nvPr/>
        </p:nvSpPr>
        <p:spPr>
          <a:xfrm>
            <a:off x="3144913" y="4013553"/>
            <a:ext cx="2364515" cy="2364521"/>
          </a:xfrm>
          <a:custGeom>
            <a:avLst/>
            <a:gdLst>
              <a:gd name="csX0" fmla="*/ 1663449 w 2364515"/>
              <a:gd name="csY0" fmla="*/ 0 h 2364521"/>
              <a:gd name="csX1" fmla="*/ 2364516 w 2364515"/>
              <a:gd name="csY1" fmla="*/ 701074 h 2364521"/>
              <a:gd name="csX2" fmla="*/ 1675489 w 2364515"/>
              <a:gd name="csY2" fmla="*/ 2364522 h 2364521"/>
              <a:gd name="csX3" fmla="*/ 0 w 2364515"/>
              <a:gd name="csY3" fmla="*/ 689027 h 2364521"/>
              <a:gd name="csX4" fmla="*/ 1663449 w 2364515"/>
              <a:gd name="csY4" fmla="*/ 0 h 2364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1">
                <a:moveTo>
                  <a:pt x="1663449" y="0"/>
                </a:moveTo>
                <a:cubicBezTo>
                  <a:pt x="1804708" y="309888"/>
                  <a:pt x="2054627" y="559807"/>
                  <a:pt x="2364516" y="701074"/>
                </a:cubicBezTo>
                <a:lnTo>
                  <a:pt x="1675489" y="2364522"/>
                </a:lnTo>
                <a:cubicBezTo>
                  <a:pt x="925908" y="2040222"/>
                  <a:pt x="324296" y="1438608"/>
                  <a:pt x="0" y="689027"/>
                </a:cubicBezTo>
                <a:lnTo>
                  <a:pt x="1663449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0" name="Free-form: Shape 59">
            <a:hlinkClick r:id="rId5" action="ppaction://hlinksldjump"/>
            <a:extLst>
              <a:ext uri="{FF2B5EF4-FFF2-40B4-BE49-F238E27FC236}">
                <a16:creationId xmlns:a16="http://schemas.microsoft.com/office/drawing/2014/main" id="{39D61F43-2D8D-7DEA-9DBE-8C348107B772}"/>
              </a:ext>
            </a:extLst>
          </p:cNvPr>
          <p:cNvSpPr/>
          <p:nvPr/>
        </p:nvSpPr>
        <p:spPr>
          <a:xfrm>
            <a:off x="6680553" y="4013560"/>
            <a:ext cx="2364521" cy="2364514"/>
          </a:xfrm>
          <a:custGeom>
            <a:avLst/>
            <a:gdLst>
              <a:gd name="csX0" fmla="*/ 2364522 w 2364521"/>
              <a:gd name="csY0" fmla="*/ 689027 h 2364514"/>
              <a:gd name="csX1" fmla="*/ 689027 w 2364521"/>
              <a:gd name="csY1" fmla="*/ 2364515 h 2364514"/>
              <a:gd name="csX2" fmla="*/ 0 w 2364521"/>
              <a:gd name="csY2" fmla="*/ 701067 h 2364514"/>
              <a:gd name="csX3" fmla="*/ 701074 w 2364521"/>
              <a:gd name="csY3" fmla="*/ 0 h 2364514"/>
              <a:gd name="csX4" fmla="*/ 2364522 w 2364521"/>
              <a:gd name="csY4" fmla="*/ 689027 h 236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21" h="2364514">
                <a:moveTo>
                  <a:pt x="2364522" y="689027"/>
                </a:moveTo>
                <a:cubicBezTo>
                  <a:pt x="2040222" y="1438607"/>
                  <a:pt x="1438608" y="2040222"/>
                  <a:pt x="689027" y="2364515"/>
                </a:cubicBezTo>
                <a:lnTo>
                  <a:pt x="0" y="701067"/>
                </a:lnTo>
                <a:cubicBezTo>
                  <a:pt x="309888" y="559807"/>
                  <a:pt x="559814" y="309888"/>
                  <a:pt x="701074" y="0"/>
                </a:cubicBezTo>
                <a:lnTo>
                  <a:pt x="2364522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2" name="Free-form: Shape 61">
            <a:hlinkClick r:id="rId6" action="ppaction://hlinksldjump"/>
            <a:extLst>
              <a:ext uri="{FF2B5EF4-FFF2-40B4-BE49-F238E27FC236}">
                <a16:creationId xmlns:a16="http://schemas.microsoft.com/office/drawing/2014/main" id="{CE02F34A-BFD4-C71B-DD13-3E6E5F5AB8F9}"/>
              </a:ext>
            </a:extLst>
          </p:cNvPr>
          <p:cNvSpPr/>
          <p:nvPr/>
        </p:nvSpPr>
        <p:spPr>
          <a:xfrm>
            <a:off x="7418868" y="2243226"/>
            <a:ext cx="1888974" cy="2369542"/>
          </a:xfrm>
          <a:custGeom>
            <a:avLst/>
            <a:gdLst>
              <a:gd name="csX0" fmla="*/ 1663455 w 1888974"/>
              <a:gd name="csY0" fmla="*/ 0 h 2369542"/>
              <a:gd name="csX1" fmla="*/ 1888975 w 1888974"/>
              <a:gd name="csY1" fmla="*/ 1184775 h 2369542"/>
              <a:gd name="csX2" fmla="*/ 1663455 w 1888974"/>
              <a:gd name="csY2" fmla="*/ 2369543 h 2369542"/>
              <a:gd name="csX3" fmla="*/ 0 w 1888974"/>
              <a:gd name="csY3" fmla="*/ 1680509 h 2369542"/>
              <a:gd name="csX4" fmla="*/ 89411 w 1888974"/>
              <a:gd name="csY4" fmla="*/ 1184775 h 2369542"/>
              <a:gd name="csX5" fmla="*/ 0 w 1888974"/>
              <a:gd name="csY5" fmla="*/ 689020 h 2369542"/>
              <a:gd name="csX6" fmla="*/ 1663455 w 1888974"/>
              <a:gd name="csY6" fmla="*/ 0 h 2369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74" h="2369542">
                <a:moveTo>
                  <a:pt x="1663455" y="0"/>
                </a:moveTo>
                <a:cubicBezTo>
                  <a:pt x="1808975" y="366610"/>
                  <a:pt x="1888975" y="766343"/>
                  <a:pt x="1888975" y="1184775"/>
                </a:cubicBezTo>
                <a:cubicBezTo>
                  <a:pt x="1888975" y="1603200"/>
                  <a:pt x="1808975" y="2002933"/>
                  <a:pt x="1663455" y="2369543"/>
                </a:cubicBezTo>
                <a:lnTo>
                  <a:pt x="0" y="1680509"/>
                </a:lnTo>
                <a:cubicBezTo>
                  <a:pt x="57795" y="1526251"/>
                  <a:pt x="89411" y="1359206"/>
                  <a:pt x="89411" y="1184775"/>
                </a:cubicBezTo>
                <a:cubicBezTo>
                  <a:pt x="89411" y="1010337"/>
                  <a:pt x="57795" y="843278"/>
                  <a:pt x="0" y="689020"/>
                </a:cubicBezTo>
                <a:lnTo>
                  <a:pt x="1663455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4" name="Free-form: Shape 63">
            <a:hlinkClick r:id="rId7" action="ppaction://hlinksldjump"/>
            <a:extLst>
              <a:ext uri="{FF2B5EF4-FFF2-40B4-BE49-F238E27FC236}">
                <a16:creationId xmlns:a16="http://schemas.microsoft.com/office/drawing/2014/main" id="{7CB20DEA-9088-9E38-A8D5-B31864A51323}"/>
              </a:ext>
            </a:extLst>
          </p:cNvPr>
          <p:cNvSpPr/>
          <p:nvPr/>
        </p:nvSpPr>
        <p:spPr>
          <a:xfrm>
            <a:off x="2882153" y="2243226"/>
            <a:ext cx="1888967" cy="2369536"/>
          </a:xfrm>
          <a:custGeom>
            <a:avLst/>
            <a:gdLst>
              <a:gd name="csX0" fmla="*/ 1888968 w 1888967"/>
              <a:gd name="csY0" fmla="*/ 689027 h 2369536"/>
              <a:gd name="csX1" fmla="*/ 1799571 w 1888967"/>
              <a:gd name="csY1" fmla="*/ 1184775 h 2369536"/>
              <a:gd name="csX2" fmla="*/ 1888961 w 1888967"/>
              <a:gd name="csY2" fmla="*/ 1680502 h 2369536"/>
              <a:gd name="csX3" fmla="*/ 225516 w 1888967"/>
              <a:gd name="csY3" fmla="*/ 2369536 h 2369536"/>
              <a:gd name="csX4" fmla="*/ 0 w 1888967"/>
              <a:gd name="csY4" fmla="*/ 1184775 h 2369536"/>
              <a:gd name="csX5" fmla="*/ 225516 w 1888967"/>
              <a:gd name="csY5" fmla="*/ 0 h 2369536"/>
              <a:gd name="csX6" fmla="*/ 1888968 w 1888967"/>
              <a:gd name="csY6" fmla="*/ 689027 h 2369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67" h="2369536">
                <a:moveTo>
                  <a:pt x="1888968" y="689027"/>
                </a:moveTo>
                <a:cubicBezTo>
                  <a:pt x="1831173" y="843285"/>
                  <a:pt x="1799571" y="1010337"/>
                  <a:pt x="1799571" y="1184775"/>
                </a:cubicBezTo>
                <a:cubicBezTo>
                  <a:pt x="1799571" y="1359199"/>
                  <a:pt x="1831173" y="1526251"/>
                  <a:pt x="1888961" y="1680502"/>
                </a:cubicBezTo>
                <a:lnTo>
                  <a:pt x="225516" y="2369536"/>
                </a:lnTo>
                <a:cubicBezTo>
                  <a:pt x="79999" y="2002933"/>
                  <a:pt x="0" y="1603193"/>
                  <a:pt x="0" y="1184775"/>
                </a:cubicBezTo>
                <a:cubicBezTo>
                  <a:pt x="0" y="766350"/>
                  <a:pt x="79998" y="366610"/>
                  <a:pt x="225516" y="0"/>
                </a:cubicBezTo>
                <a:lnTo>
                  <a:pt x="1888968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6" name="Free-form: Shape 65">
            <a:hlinkClick r:id="rId8" action="ppaction://hlinksldjump"/>
            <a:extLst>
              <a:ext uri="{FF2B5EF4-FFF2-40B4-BE49-F238E27FC236}">
                <a16:creationId xmlns:a16="http://schemas.microsoft.com/office/drawing/2014/main" id="{110DD937-5822-033C-D9E0-80803AF4AF5B}"/>
              </a:ext>
            </a:extLst>
          </p:cNvPr>
          <p:cNvSpPr/>
          <p:nvPr/>
        </p:nvSpPr>
        <p:spPr>
          <a:xfrm>
            <a:off x="3144913" y="477913"/>
            <a:ext cx="2364515" cy="2364522"/>
          </a:xfrm>
          <a:custGeom>
            <a:avLst/>
            <a:gdLst>
              <a:gd name="csX0" fmla="*/ 2364516 w 2364515"/>
              <a:gd name="csY0" fmla="*/ 1663449 h 2364522"/>
              <a:gd name="csX1" fmla="*/ 1663449 w 2364515"/>
              <a:gd name="csY1" fmla="*/ 2364522 h 2364522"/>
              <a:gd name="csX2" fmla="*/ 0 w 2364515"/>
              <a:gd name="csY2" fmla="*/ 1675495 h 2364522"/>
              <a:gd name="csX3" fmla="*/ 1675489 w 2364515"/>
              <a:gd name="csY3" fmla="*/ 0 h 2364522"/>
              <a:gd name="csX4" fmla="*/ 2364516 w 2364515"/>
              <a:gd name="csY4" fmla="*/ 1663449 h 23645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2">
                <a:moveTo>
                  <a:pt x="2364516" y="1663449"/>
                </a:moveTo>
                <a:cubicBezTo>
                  <a:pt x="2054627" y="1804708"/>
                  <a:pt x="1804708" y="2054634"/>
                  <a:pt x="1663449" y="2364522"/>
                </a:cubicBezTo>
                <a:lnTo>
                  <a:pt x="0" y="1675495"/>
                </a:lnTo>
                <a:cubicBezTo>
                  <a:pt x="324296" y="925915"/>
                  <a:pt x="925908" y="324298"/>
                  <a:pt x="1675489" y="0"/>
                </a:cubicBezTo>
                <a:lnTo>
                  <a:pt x="2364516" y="1663449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8" name="Free-form: Shape 67">
            <a:hlinkClick r:id="rId9" action="ppaction://hlinksldjump"/>
            <a:extLst>
              <a:ext uri="{FF2B5EF4-FFF2-40B4-BE49-F238E27FC236}">
                <a16:creationId xmlns:a16="http://schemas.microsoft.com/office/drawing/2014/main" id="{C06B19BF-B332-0B0C-AEE8-B17F80C8D948}"/>
              </a:ext>
            </a:extLst>
          </p:cNvPr>
          <p:cNvSpPr/>
          <p:nvPr/>
        </p:nvSpPr>
        <p:spPr>
          <a:xfrm>
            <a:off x="6680560" y="477913"/>
            <a:ext cx="2364514" cy="2364515"/>
          </a:xfrm>
          <a:custGeom>
            <a:avLst/>
            <a:gdLst>
              <a:gd name="csX0" fmla="*/ 689027 w 2364514"/>
              <a:gd name="csY0" fmla="*/ 0 h 2364515"/>
              <a:gd name="csX1" fmla="*/ 2364515 w 2364514"/>
              <a:gd name="csY1" fmla="*/ 1675495 h 2364515"/>
              <a:gd name="csX2" fmla="*/ 701067 w 2364514"/>
              <a:gd name="csY2" fmla="*/ 2364516 h 2364515"/>
              <a:gd name="csX3" fmla="*/ 0 w 2364514"/>
              <a:gd name="csY3" fmla="*/ 1663449 h 2364515"/>
              <a:gd name="csX4" fmla="*/ 689027 w 2364514"/>
              <a:gd name="csY4" fmla="*/ 0 h 2364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4" h="2364515">
                <a:moveTo>
                  <a:pt x="689027" y="0"/>
                </a:moveTo>
                <a:cubicBezTo>
                  <a:pt x="1438607" y="324297"/>
                  <a:pt x="2040222" y="925915"/>
                  <a:pt x="2364515" y="1675495"/>
                </a:cubicBezTo>
                <a:lnTo>
                  <a:pt x="701067" y="2364516"/>
                </a:lnTo>
                <a:cubicBezTo>
                  <a:pt x="559807" y="2054627"/>
                  <a:pt x="309888" y="1804708"/>
                  <a:pt x="0" y="1663449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0" name="Free-form: Shape 69">
            <a:hlinkClick r:id="rId10" action="ppaction://hlinksldjump"/>
            <a:extLst>
              <a:ext uri="{FF2B5EF4-FFF2-40B4-BE49-F238E27FC236}">
                <a16:creationId xmlns:a16="http://schemas.microsoft.com/office/drawing/2014/main" id="{70743841-D3AB-3FB9-E41F-02F2C869D7D5}"/>
              </a:ext>
            </a:extLst>
          </p:cNvPr>
          <p:cNvSpPr/>
          <p:nvPr/>
        </p:nvSpPr>
        <p:spPr>
          <a:xfrm>
            <a:off x="4910219" y="215153"/>
            <a:ext cx="2369542" cy="1888967"/>
          </a:xfrm>
          <a:custGeom>
            <a:avLst/>
            <a:gdLst>
              <a:gd name="csX0" fmla="*/ 1184782 w 2369542"/>
              <a:gd name="csY0" fmla="*/ 0 h 1888967"/>
              <a:gd name="csX1" fmla="*/ 2369543 w 2369542"/>
              <a:gd name="csY1" fmla="*/ 225516 h 1888967"/>
              <a:gd name="csX2" fmla="*/ 1680516 w 2369542"/>
              <a:gd name="csY2" fmla="*/ 1888961 h 1888967"/>
              <a:gd name="csX3" fmla="*/ 1184782 w 2369542"/>
              <a:gd name="csY3" fmla="*/ 1799571 h 1888967"/>
              <a:gd name="csX4" fmla="*/ 689027 w 2369542"/>
              <a:gd name="csY4" fmla="*/ 1888968 h 1888967"/>
              <a:gd name="csX5" fmla="*/ 0 w 2369542"/>
              <a:gd name="csY5" fmla="*/ 225516 h 1888967"/>
              <a:gd name="csX6" fmla="*/ 1184782 w 2369542"/>
              <a:gd name="csY6" fmla="*/ 0 h 18889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67">
                <a:moveTo>
                  <a:pt x="1184782" y="0"/>
                </a:moveTo>
                <a:cubicBezTo>
                  <a:pt x="1603200" y="0"/>
                  <a:pt x="2002940" y="79999"/>
                  <a:pt x="2369543" y="225516"/>
                </a:cubicBezTo>
                <a:lnTo>
                  <a:pt x="1680516" y="1888961"/>
                </a:lnTo>
                <a:cubicBezTo>
                  <a:pt x="1526258" y="1831173"/>
                  <a:pt x="1359213" y="1799571"/>
                  <a:pt x="1184782" y="1799571"/>
                </a:cubicBezTo>
                <a:cubicBezTo>
                  <a:pt x="1010344" y="1799571"/>
                  <a:pt x="843285" y="1831173"/>
                  <a:pt x="689027" y="1888968"/>
                </a:cubicBezTo>
                <a:lnTo>
                  <a:pt x="0" y="225516"/>
                </a:lnTo>
                <a:cubicBezTo>
                  <a:pt x="366610" y="79996"/>
                  <a:pt x="766350" y="0"/>
                  <a:pt x="1184782" y="0"/>
                </a:cubicBez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2" name="Free-form: Shape 71">
            <a:extLst>
              <a:ext uri="{FF2B5EF4-FFF2-40B4-BE49-F238E27FC236}">
                <a16:creationId xmlns:a16="http://schemas.microsoft.com/office/drawing/2014/main" id="{4A624326-14F0-C14B-FE1D-16DBA7C0A1C8}"/>
              </a:ext>
            </a:extLst>
          </p:cNvPr>
          <p:cNvSpPr/>
          <p:nvPr/>
        </p:nvSpPr>
        <p:spPr>
          <a:xfrm>
            <a:off x="5599246" y="4672011"/>
            <a:ext cx="991488" cy="169267"/>
          </a:xfrm>
          <a:custGeom>
            <a:avLst/>
            <a:gdLst>
              <a:gd name="csX0" fmla="*/ 33076 w 991488"/>
              <a:gd name="csY0" fmla="*/ 0 h 169267"/>
              <a:gd name="csX1" fmla="*/ 495754 w 991488"/>
              <a:gd name="csY1" fmla="*/ 82928 h 169267"/>
              <a:gd name="csX2" fmla="*/ 958413 w 991488"/>
              <a:gd name="csY2" fmla="*/ 7 h 169267"/>
              <a:gd name="csX3" fmla="*/ 991489 w 991488"/>
              <a:gd name="csY3" fmla="*/ 79864 h 169267"/>
              <a:gd name="csX4" fmla="*/ 495754 w 991488"/>
              <a:gd name="csY4" fmla="*/ 169267 h 169267"/>
              <a:gd name="csX5" fmla="*/ 0 w 991488"/>
              <a:gd name="csY5" fmla="*/ 79857 h 169267"/>
              <a:gd name="csX6" fmla="*/ 33076 w 991488"/>
              <a:gd name="csY6" fmla="*/ 0 h 169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8" h="169267">
                <a:moveTo>
                  <a:pt x="33076" y="0"/>
                </a:moveTo>
                <a:cubicBezTo>
                  <a:pt x="177135" y="53603"/>
                  <a:pt x="333017" y="82928"/>
                  <a:pt x="495754" y="82928"/>
                </a:cubicBezTo>
                <a:cubicBezTo>
                  <a:pt x="658478" y="82928"/>
                  <a:pt x="814353" y="53610"/>
                  <a:pt x="958413" y="7"/>
                </a:cubicBezTo>
                <a:lnTo>
                  <a:pt x="991489" y="79864"/>
                </a:lnTo>
                <a:cubicBezTo>
                  <a:pt x="837231" y="137659"/>
                  <a:pt x="670186" y="169267"/>
                  <a:pt x="495754" y="169267"/>
                </a:cubicBezTo>
                <a:cubicBezTo>
                  <a:pt x="321317" y="169267"/>
                  <a:pt x="154258" y="137652"/>
                  <a:pt x="0" y="79857"/>
                </a:cubicBezTo>
                <a:lnTo>
                  <a:pt x="33076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4" name="Free-form: Shape 73">
            <a:extLst>
              <a:ext uri="{FF2B5EF4-FFF2-40B4-BE49-F238E27FC236}">
                <a16:creationId xmlns:a16="http://schemas.microsoft.com/office/drawing/2014/main" id="{F8E384B8-8053-D8F6-7432-E40CF4B297E6}"/>
              </a:ext>
            </a:extLst>
          </p:cNvPr>
          <p:cNvSpPr/>
          <p:nvPr/>
        </p:nvSpPr>
        <p:spPr>
          <a:xfrm>
            <a:off x="5599245" y="2014717"/>
            <a:ext cx="991489" cy="169260"/>
          </a:xfrm>
          <a:custGeom>
            <a:avLst/>
            <a:gdLst>
              <a:gd name="csX0" fmla="*/ 958413 w 991489"/>
              <a:gd name="csY0" fmla="*/ 169260 h 169260"/>
              <a:gd name="csX1" fmla="*/ 495741 w 991489"/>
              <a:gd name="csY1" fmla="*/ 86339 h 169260"/>
              <a:gd name="csX2" fmla="*/ 33076 w 991489"/>
              <a:gd name="csY2" fmla="*/ 169254 h 169260"/>
              <a:gd name="csX3" fmla="*/ 0 w 991489"/>
              <a:gd name="csY3" fmla="*/ 89397 h 169260"/>
              <a:gd name="csX4" fmla="*/ 495741 w 991489"/>
              <a:gd name="csY4" fmla="*/ 0 h 169260"/>
              <a:gd name="csX5" fmla="*/ 991489 w 991489"/>
              <a:gd name="csY5" fmla="*/ 89403 h 169260"/>
              <a:gd name="csX6" fmla="*/ 958413 w 991489"/>
              <a:gd name="csY6" fmla="*/ 169260 h 169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9" h="169260">
                <a:moveTo>
                  <a:pt x="958413" y="169260"/>
                </a:moveTo>
                <a:cubicBezTo>
                  <a:pt x="814354" y="115658"/>
                  <a:pt x="658472" y="86339"/>
                  <a:pt x="495741" y="86339"/>
                </a:cubicBezTo>
                <a:cubicBezTo>
                  <a:pt x="333010" y="86339"/>
                  <a:pt x="177135" y="115651"/>
                  <a:pt x="33076" y="169254"/>
                </a:cubicBezTo>
                <a:lnTo>
                  <a:pt x="0" y="89397"/>
                </a:lnTo>
                <a:cubicBezTo>
                  <a:pt x="154258" y="31602"/>
                  <a:pt x="321303" y="0"/>
                  <a:pt x="495741" y="0"/>
                </a:cubicBezTo>
                <a:cubicBezTo>
                  <a:pt x="670179" y="0"/>
                  <a:pt x="837231" y="31609"/>
                  <a:pt x="991489" y="89403"/>
                </a:cubicBezTo>
                <a:lnTo>
                  <a:pt x="958413" y="16926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6" name="Free-form: Shape 75">
            <a:extLst>
              <a:ext uri="{FF2B5EF4-FFF2-40B4-BE49-F238E27FC236}">
                <a16:creationId xmlns:a16="http://schemas.microsoft.com/office/drawing/2014/main" id="{B22E0297-F4A2-73FF-1E95-F4EE60C0567D}"/>
              </a:ext>
            </a:extLst>
          </p:cNvPr>
          <p:cNvSpPr/>
          <p:nvPr/>
        </p:nvSpPr>
        <p:spPr>
          <a:xfrm>
            <a:off x="4808361" y="3980477"/>
            <a:ext cx="734143" cy="734150"/>
          </a:xfrm>
          <a:custGeom>
            <a:avLst/>
            <a:gdLst>
              <a:gd name="csX0" fmla="*/ 79857 w 734143"/>
              <a:gd name="csY0" fmla="*/ 0 h 734150"/>
              <a:gd name="csX1" fmla="*/ 734143 w 734143"/>
              <a:gd name="csY1" fmla="*/ 654293 h 734150"/>
              <a:gd name="csX2" fmla="*/ 701067 w 734143"/>
              <a:gd name="csY2" fmla="*/ 734150 h 734150"/>
              <a:gd name="csX3" fmla="*/ 0 w 734143"/>
              <a:gd name="csY3" fmla="*/ 33076 h 734150"/>
              <a:gd name="csX4" fmla="*/ 79857 w 734143"/>
              <a:gd name="csY4" fmla="*/ 0 h 734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43" h="734150">
                <a:moveTo>
                  <a:pt x="79857" y="0"/>
                </a:moveTo>
                <a:cubicBezTo>
                  <a:pt x="212290" y="288805"/>
                  <a:pt x="445339" y="521853"/>
                  <a:pt x="734143" y="654293"/>
                </a:cubicBezTo>
                <a:lnTo>
                  <a:pt x="701067" y="734150"/>
                </a:lnTo>
                <a:cubicBezTo>
                  <a:pt x="391179" y="592883"/>
                  <a:pt x="141260" y="342964"/>
                  <a:pt x="0" y="33076"/>
                </a:cubicBezTo>
                <a:lnTo>
                  <a:pt x="79857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8" name="Free-form: Shape 77">
            <a:extLst>
              <a:ext uri="{FF2B5EF4-FFF2-40B4-BE49-F238E27FC236}">
                <a16:creationId xmlns:a16="http://schemas.microsoft.com/office/drawing/2014/main" id="{B1F24E61-8994-6552-12AF-CFF3AC9B2F55}"/>
              </a:ext>
            </a:extLst>
          </p:cNvPr>
          <p:cNvSpPr/>
          <p:nvPr/>
        </p:nvSpPr>
        <p:spPr>
          <a:xfrm>
            <a:off x="6647477" y="3980483"/>
            <a:ext cx="734150" cy="734143"/>
          </a:xfrm>
          <a:custGeom>
            <a:avLst/>
            <a:gdLst>
              <a:gd name="csX0" fmla="*/ 734150 w 734150"/>
              <a:gd name="csY0" fmla="*/ 33076 h 734143"/>
              <a:gd name="csX1" fmla="*/ 33076 w 734150"/>
              <a:gd name="csY1" fmla="*/ 734143 h 734143"/>
              <a:gd name="csX2" fmla="*/ 0 w 734150"/>
              <a:gd name="csY2" fmla="*/ 654287 h 734143"/>
              <a:gd name="csX3" fmla="*/ 654293 w 734150"/>
              <a:gd name="csY3" fmla="*/ 0 h 734143"/>
              <a:gd name="csX4" fmla="*/ 734150 w 734150"/>
              <a:gd name="csY4" fmla="*/ 33076 h 734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50" h="734143">
                <a:moveTo>
                  <a:pt x="734150" y="33076"/>
                </a:moveTo>
                <a:cubicBezTo>
                  <a:pt x="592890" y="342964"/>
                  <a:pt x="342964" y="592883"/>
                  <a:pt x="33076" y="734143"/>
                </a:cubicBezTo>
                <a:lnTo>
                  <a:pt x="0" y="654287"/>
                </a:lnTo>
                <a:cubicBezTo>
                  <a:pt x="288805" y="521853"/>
                  <a:pt x="521853" y="288805"/>
                  <a:pt x="654293" y="0"/>
                </a:cubicBezTo>
                <a:lnTo>
                  <a:pt x="734150" y="33076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0" name="Free-form: Shape 79">
            <a:extLst>
              <a:ext uri="{FF2B5EF4-FFF2-40B4-BE49-F238E27FC236}">
                <a16:creationId xmlns:a16="http://schemas.microsoft.com/office/drawing/2014/main" id="{3F92C7CD-5354-277F-5AA7-F189BD670EFF}"/>
              </a:ext>
            </a:extLst>
          </p:cNvPr>
          <p:cNvSpPr/>
          <p:nvPr/>
        </p:nvSpPr>
        <p:spPr>
          <a:xfrm>
            <a:off x="7339011" y="2932253"/>
            <a:ext cx="169267" cy="991481"/>
          </a:xfrm>
          <a:custGeom>
            <a:avLst/>
            <a:gdLst>
              <a:gd name="csX0" fmla="*/ 79844 w 169267"/>
              <a:gd name="csY0" fmla="*/ 0 h 991481"/>
              <a:gd name="csX1" fmla="*/ 169267 w 169267"/>
              <a:gd name="csY1" fmla="*/ 495748 h 991481"/>
              <a:gd name="csX2" fmla="*/ 79857 w 169267"/>
              <a:gd name="csY2" fmla="*/ 991482 h 991481"/>
              <a:gd name="csX3" fmla="*/ 7 w 169267"/>
              <a:gd name="csY3" fmla="*/ 958406 h 991481"/>
              <a:gd name="csX4" fmla="*/ 82928 w 169267"/>
              <a:gd name="csY4" fmla="*/ 495748 h 991481"/>
              <a:gd name="csX5" fmla="*/ 0 w 169267"/>
              <a:gd name="csY5" fmla="*/ 33069 h 991481"/>
              <a:gd name="csX6" fmla="*/ 79844 w 169267"/>
              <a:gd name="csY6" fmla="*/ 0 h 991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67" h="991481">
                <a:moveTo>
                  <a:pt x="79844" y="0"/>
                </a:moveTo>
                <a:cubicBezTo>
                  <a:pt x="137638" y="154258"/>
                  <a:pt x="169267" y="321310"/>
                  <a:pt x="169267" y="495748"/>
                </a:cubicBezTo>
                <a:cubicBezTo>
                  <a:pt x="169267" y="670179"/>
                  <a:pt x="137652" y="837224"/>
                  <a:pt x="79857" y="991482"/>
                </a:cubicBezTo>
                <a:lnTo>
                  <a:pt x="7" y="958406"/>
                </a:lnTo>
                <a:cubicBezTo>
                  <a:pt x="53610" y="814347"/>
                  <a:pt x="82928" y="658472"/>
                  <a:pt x="82928" y="495748"/>
                </a:cubicBezTo>
                <a:cubicBezTo>
                  <a:pt x="82928" y="333010"/>
                  <a:pt x="53603" y="177129"/>
                  <a:pt x="0" y="33069"/>
                </a:cubicBezTo>
                <a:lnTo>
                  <a:pt x="79844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2" name="Free-form: Shape 81">
            <a:extLst>
              <a:ext uri="{FF2B5EF4-FFF2-40B4-BE49-F238E27FC236}">
                <a16:creationId xmlns:a16="http://schemas.microsoft.com/office/drawing/2014/main" id="{88E0FF71-7976-DD6F-79E8-D911B15A8279}"/>
              </a:ext>
            </a:extLst>
          </p:cNvPr>
          <p:cNvSpPr/>
          <p:nvPr/>
        </p:nvSpPr>
        <p:spPr>
          <a:xfrm>
            <a:off x="4681723" y="2932260"/>
            <a:ext cx="169246" cy="991468"/>
          </a:xfrm>
          <a:custGeom>
            <a:avLst/>
            <a:gdLst>
              <a:gd name="csX0" fmla="*/ 169247 w 169246"/>
              <a:gd name="csY0" fmla="*/ 33069 h 991468"/>
              <a:gd name="csX1" fmla="*/ 86339 w 169246"/>
              <a:gd name="csY1" fmla="*/ 495741 h 991468"/>
              <a:gd name="csX2" fmla="*/ 169247 w 169246"/>
              <a:gd name="csY2" fmla="*/ 958392 h 991468"/>
              <a:gd name="csX3" fmla="*/ 89390 w 169246"/>
              <a:gd name="csY3" fmla="*/ 991469 h 991468"/>
              <a:gd name="csX4" fmla="*/ 0 w 169246"/>
              <a:gd name="csY4" fmla="*/ 495741 h 991468"/>
              <a:gd name="csX5" fmla="*/ 89403 w 169246"/>
              <a:gd name="csY5" fmla="*/ 0 h 991468"/>
              <a:gd name="csX6" fmla="*/ 169247 w 169246"/>
              <a:gd name="csY6" fmla="*/ 33069 h 991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46" h="991468">
                <a:moveTo>
                  <a:pt x="169247" y="33069"/>
                </a:moveTo>
                <a:cubicBezTo>
                  <a:pt x="115644" y="177129"/>
                  <a:pt x="86339" y="333010"/>
                  <a:pt x="86339" y="495741"/>
                </a:cubicBezTo>
                <a:cubicBezTo>
                  <a:pt x="86339" y="658465"/>
                  <a:pt x="115651" y="814340"/>
                  <a:pt x="169247" y="958392"/>
                </a:cubicBezTo>
                <a:lnTo>
                  <a:pt x="89390" y="991469"/>
                </a:lnTo>
                <a:cubicBezTo>
                  <a:pt x="31602" y="837217"/>
                  <a:pt x="0" y="670165"/>
                  <a:pt x="0" y="495741"/>
                </a:cubicBezTo>
                <a:cubicBezTo>
                  <a:pt x="0" y="321303"/>
                  <a:pt x="31609" y="154258"/>
                  <a:pt x="89403" y="0"/>
                </a:cubicBezTo>
                <a:lnTo>
                  <a:pt x="169247" y="33069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4" name="Free-form: Shape 83">
            <a:extLst>
              <a:ext uri="{FF2B5EF4-FFF2-40B4-BE49-F238E27FC236}">
                <a16:creationId xmlns:a16="http://schemas.microsoft.com/office/drawing/2014/main" id="{2A0B2194-1216-24FF-DC60-EF75B6BEB0E3}"/>
              </a:ext>
            </a:extLst>
          </p:cNvPr>
          <p:cNvSpPr/>
          <p:nvPr/>
        </p:nvSpPr>
        <p:spPr>
          <a:xfrm>
            <a:off x="4808368" y="2141381"/>
            <a:ext cx="734129" cy="734129"/>
          </a:xfrm>
          <a:custGeom>
            <a:avLst/>
            <a:gdLst>
              <a:gd name="csX0" fmla="*/ 734130 w 734129"/>
              <a:gd name="csY0" fmla="*/ 79837 h 734129"/>
              <a:gd name="csX1" fmla="*/ 79850 w 734129"/>
              <a:gd name="csY1" fmla="*/ 734130 h 734129"/>
              <a:gd name="csX2" fmla="*/ 0 w 734129"/>
              <a:gd name="csY2" fmla="*/ 701054 h 734129"/>
              <a:gd name="csX3" fmla="*/ 701067 w 734129"/>
              <a:gd name="csY3" fmla="*/ 0 h 734129"/>
              <a:gd name="csX4" fmla="*/ 734130 w 734129"/>
              <a:gd name="csY4" fmla="*/ 79837 h 7341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9">
                <a:moveTo>
                  <a:pt x="734130" y="79837"/>
                </a:moveTo>
                <a:cubicBezTo>
                  <a:pt x="445332" y="212277"/>
                  <a:pt x="212284" y="445325"/>
                  <a:pt x="79850" y="734130"/>
                </a:cubicBezTo>
                <a:lnTo>
                  <a:pt x="0" y="701054"/>
                </a:lnTo>
                <a:cubicBezTo>
                  <a:pt x="141260" y="391165"/>
                  <a:pt x="391179" y="141260"/>
                  <a:pt x="701067" y="0"/>
                </a:cubicBezTo>
                <a:lnTo>
                  <a:pt x="734130" y="79837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6" name="Free-form: Shape 85">
            <a:extLst>
              <a:ext uri="{FF2B5EF4-FFF2-40B4-BE49-F238E27FC236}">
                <a16:creationId xmlns:a16="http://schemas.microsoft.com/office/drawing/2014/main" id="{2392F117-440D-5DCD-8DAA-54A68A9CC732}"/>
              </a:ext>
            </a:extLst>
          </p:cNvPr>
          <p:cNvSpPr/>
          <p:nvPr/>
        </p:nvSpPr>
        <p:spPr>
          <a:xfrm>
            <a:off x="6647483" y="2141381"/>
            <a:ext cx="734129" cy="734122"/>
          </a:xfrm>
          <a:custGeom>
            <a:avLst/>
            <a:gdLst>
              <a:gd name="csX0" fmla="*/ 33069 w 734129"/>
              <a:gd name="csY0" fmla="*/ 0 h 734122"/>
              <a:gd name="csX1" fmla="*/ 734130 w 734129"/>
              <a:gd name="csY1" fmla="*/ 701054 h 734122"/>
              <a:gd name="csX2" fmla="*/ 654287 w 734129"/>
              <a:gd name="csY2" fmla="*/ 734123 h 734122"/>
              <a:gd name="csX3" fmla="*/ 0 w 734129"/>
              <a:gd name="csY3" fmla="*/ 79837 h 734122"/>
              <a:gd name="csX4" fmla="*/ 33069 w 734129"/>
              <a:gd name="csY4" fmla="*/ 0 h 734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2">
                <a:moveTo>
                  <a:pt x="33069" y="0"/>
                </a:moveTo>
                <a:cubicBezTo>
                  <a:pt x="342958" y="141260"/>
                  <a:pt x="592870" y="391172"/>
                  <a:pt x="734130" y="701054"/>
                </a:cubicBezTo>
                <a:lnTo>
                  <a:pt x="654287" y="734123"/>
                </a:lnTo>
                <a:cubicBezTo>
                  <a:pt x="521846" y="445318"/>
                  <a:pt x="288805" y="212270"/>
                  <a:pt x="0" y="79837"/>
                </a:cubicBezTo>
                <a:lnTo>
                  <a:pt x="33069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Box 87">
            <a:hlinkClick r:id="rId10" action="ppaction://hlinksldjump"/>
            <a:extLst>
              <a:ext uri="{FF2B5EF4-FFF2-40B4-BE49-F238E27FC236}">
                <a16:creationId xmlns:a16="http://schemas.microsoft.com/office/drawing/2014/main" id="{B5A21390-16B9-A503-7AB9-2B7AE41063CF}"/>
              </a:ext>
            </a:extLst>
          </p:cNvPr>
          <p:cNvSpPr txBox="1"/>
          <p:nvPr/>
        </p:nvSpPr>
        <p:spPr>
          <a:xfrm>
            <a:off x="5342864" y="852134"/>
            <a:ext cx="155412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Movement</a:t>
            </a:r>
          </a:p>
        </p:txBody>
      </p:sp>
      <p:sp>
        <p:nvSpPr>
          <p:cNvPr id="90" name="TextBox 89">
            <a:hlinkClick r:id="rId6" action="ppaction://hlinksldjump"/>
            <a:extLst>
              <a:ext uri="{FF2B5EF4-FFF2-40B4-BE49-F238E27FC236}">
                <a16:creationId xmlns:a16="http://schemas.microsoft.com/office/drawing/2014/main" id="{5E183AAD-571A-ADF5-D5B0-649C0AB1ACCA}"/>
              </a:ext>
            </a:extLst>
          </p:cNvPr>
          <p:cNvSpPr txBox="1"/>
          <p:nvPr/>
        </p:nvSpPr>
        <p:spPr>
          <a:xfrm>
            <a:off x="7565794" y="3169636"/>
            <a:ext cx="168453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and EM Spectrum</a:t>
            </a:r>
          </a:p>
        </p:txBody>
      </p:sp>
      <p:sp>
        <p:nvSpPr>
          <p:cNvPr id="92" name="TextBox 91">
            <a:hlinkClick r:id="rId3" action="ppaction://hlinksldjump"/>
            <a:extLst>
              <a:ext uri="{FF2B5EF4-FFF2-40B4-BE49-F238E27FC236}">
                <a16:creationId xmlns:a16="http://schemas.microsoft.com/office/drawing/2014/main" id="{17B04D12-D7AA-CB0C-CB50-1032D3CBB11C}"/>
              </a:ext>
            </a:extLst>
          </p:cNvPr>
          <p:cNvSpPr txBox="1"/>
          <p:nvPr/>
        </p:nvSpPr>
        <p:spPr>
          <a:xfrm>
            <a:off x="5356634" y="5562891"/>
            <a:ext cx="147873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Integration</a:t>
            </a:r>
          </a:p>
        </p:txBody>
      </p:sp>
      <p:sp>
        <p:nvSpPr>
          <p:cNvPr id="94" name="TextBox 93">
            <a:hlinkClick r:id="rId7" action="ppaction://hlinksldjump"/>
            <a:extLst>
              <a:ext uri="{FF2B5EF4-FFF2-40B4-BE49-F238E27FC236}">
                <a16:creationId xmlns:a16="http://schemas.microsoft.com/office/drawing/2014/main" id="{EA944C5A-7C1D-D888-3F1B-A04E1049D449}"/>
              </a:ext>
            </a:extLst>
          </p:cNvPr>
          <p:cNvSpPr txBox="1"/>
          <p:nvPr/>
        </p:nvSpPr>
        <p:spPr>
          <a:xfrm>
            <a:off x="2951042" y="3272932"/>
            <a:ext cx="16863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&amp; Simulation</a:t>
            </a:r>
          </a:p>
        </p:txBody>
      </p:sp>
      <p:sp>
        <p:nvSpPr>
          <p:cNvPr id="96" name="TextBox 95">
            <a:hlinkClick r:id="rId9" action="ppaction://hlinksldjump"/>
            <a:extLst>
              <a:ext uri="{FF2B5EF4-FFF2-40B4-BE49-F238E27FC236}">
                <a16:creationId xmlns:a16="http://schemas.microsoft.com/office/drawing/2014/main" id="{EBA1681D-86C9-3840-CF46-59191ED5B66C}"/>
              </a:ext>
            </a:extLst>
          </p:cNvPr>
          <p:cNvSpPr txBox="1"/>
          <p:nvPr/>
        </p:nvSpPr>
        <p:spPr>
          <a:xfrm>
            <a:off x="7064912" y="1635079"/>
            <a:ext cx="153402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Multi-Domain Fusion</a:t>
            </a:r>
          </a:p>
        </p:txBody>
      </p:sp>
      <p:sp>
        <p:nvSpPr>
          <p:cNvPr id="98" name="TextBox 97">
            <a:hlinkClick r:id="rId5" action="ppaction://hlinksldjump"/>
            <a:extLst>
              <a:ext uri="{FF2B5EF4-FFF2-40B4-BE49-F238E27FC236}">
                <a16:creationId xmlns:a16="http://schemas.microsoft.com/office/drawing/2014/main" id="{FB94447E-35F4-76E7-C2A8-DAE63448DB41}"/>
              </a:ext>
            </a:extLst>
          </p:cNvPr>
          <p:cNvSpPr txBox="1"/>
          <p:nvPr/>
        </p:nvSpPr>
        <p:spPr>
          <a:xfrm>
            <a:off x="7037751" y="4896464"/>
            <a:ext cx="158834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Decision Advantage</a:t>
            </a:r>
          </a:p>
        </p:txBody>
      </p:sp>
      <p:sp>
        <p:nvSpPr>
          <p:cNvPr id="100" name="TextBox 99">
            <a:hlinkClick r:id="rId4" action="ppaction://hlinksldjump"/>
            <a:extLst>
              <a:ext uri="{FF2B5EF4-FFF2-40B4-BE49-F238E27FC236}">
                <a16:creationId xmlns:a16="http://schemas.microsoft.com/office/drawing/2014/main" id="{723FE407-5059-9B6D-13CE-D41F0B917292}"/>
              </a:ext>
            </a:extLst>
          </p:cNvPr>
          <p:cNvSpPr txBox="1"/>
          <p:nvPr/>
        </p:nvSpPr>
        <p:spPr>
          <a:xfrm>
            <a:off x="3589806" y="4981102"/>
            <a:ext cx="151242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Tactical Edge</a:t>
            </a:r>
          </a:p>
        </p:txBody>
      </p:sp>
      <p:sp>
        <p:nvSpPr>
          <p:cNvPr id="102" name="TextBox 101">
            <a:hlinkClick r:id="rId8" action="ppaction://hlinksldjump"/>
            <a:extLst>
              <a:ext uri="{FF2B5EF4-FFF2-40B4-BE49-F238E27FC236}">
                <a16:creationId xmlns:a16="http://schemas.microsoft.com/office/drawing/2014/main" id="{720E544E-44BA-5857-50B2-708D847E0B45}"/>
              </a:ext>
            </a:extLst>
          </p:cNvPr>
          <p:cNvSpPr txBox="1"/>
          <p:nvPr/>
        </p:nvSpPr>
        <p:spPr>
          <a:xfrm>
            <a:off x="3508822" y="1635079"/>
            <a:ext cx="167439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&amp; Sovereignty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345011F-33CC-6AD4-A11F-3F9E86553C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2879912" y="212912"/>
            <a:ext cx="6432176" cy="6432176"/>
          </a:xfrm>
          <a:prstGeom prst="rect">
            <a:avLst/>
          </a:prstGeom>
        </p:spPr>
      </p:pic>
      <p:sp>
        <p:nvSpPr>
          <p:cNvPr id="48" name="!!D">
            <a:extLst>
              <a:ext uri="{FF2B5EF4-FFF2-40B4-BE49-F238E27FC236}">
                <a16:creationId xmlns:a16="http://schemas.microsoft.com/office/drawing/2014/main" id="{7131F3A4-FC0C-2560-13EE-3A7ED866008A}"/>
              </a:ext>
            </a:extLst>
          </p:cNvPr>
          <p:cNvSpPr/>
          <p:nvPr/>
        </p:nvSpPr>
        <p:spPr>
          <a:xfrm>
            <a:off x="-1685581" y="-1122398"/>
            <a:ext cx="951124" cy="709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itle 49">
            <a:extLst>
              <a:ext uri="{FF2B5EF4-FFF2-40B4-BE49-F238E27FC236}">
                <a16:creationId xmlns:a16="http://schemas.microsoft.com/office/drawing/2014/main" id="{5A50DEE4-15D2-C12B-84A0-EF01DB67EE16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CW5</a:t>
            </a:r>
          </a:p>
        </p:txBody>
      </p:sp>
      <p:grpSp>
        <p:nvGrpSpPr>
          <p:cNvPr id="2" name="!!Circle">
            <a:extLst>
              <a:ext uri="{FF2B5EF4-FFF2-40B4-BE49-F238E27FC236}">
                <a16:creationId xmlns:a16="http://schemas.microsoft.com/office/drawing/2014/main" id="{C38BFFD8-F903-491F-6C2A-D07E6236578F}"/>
              </a:ext>
            </a:extLst>
          </p:cNvPr>
          <p:cNvGrpSpPr/>
          <p:nvPr/>
        </p:nvGrpSpPr>
        <p:grpSpPr>
          <a:xfrm>
            <a:off x="4811806" y="2144806"/>
            <a:ext cx="2568388" cy="2568388"/>
            <a:chOff x="4473677" y="1806677"/>
            <a:chExt cx="3244646" cy="3244646"/>
          </a:xfrm>
        </p:grpSpPr>
        <p:sp>
          <p:nvSpPr>
            <p:cNvPr id="3" name="!!Content">
              <a:extLst>
                <a:ext uri="{FF2B5EF4-FFF2-40B4-BE49-F238E27FC236}">
                  <a16:creationId xmlns:a16="http://schemas.microsoft.com/office/drawing/2014/main" id="{8659B8D5-071C-1270-CE15-08BEC64ACBD3}"/>
                </a:ext>
              </a:extLst>
            </p:cNvPr>
            <p:cNvSpPr/>
            <p:nvPr/>
          </p:nvSpPr>
          <p:spPr>
            <a:xfrm>
              <a:off x="4473677" y="1806677"/>
              <a:ext cx="3244646" cy="3244646"/>
            </a:xfrm>
            <a:prstGeom prst="ellipse">
              <a:avLst/>
            </a:prstGeom>
            <a:solidFill>
              <a:srgbClr val="2728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BE026DA-A121-4DED-E026-85A109D72909}"/>
                </a:ext>
              </a:extLst>
            </p:cNvPr>
            <p:cNvGrpSpPr/>
            <p:nvPr/>
          </p:nvGrpSpPr>
          <p:grpSpPr>
            <a:xfrm>
              <a:off x="4751404" y="2542764"/>
              <a:ext cx="2764124" cy="1421586"/>
              <a:chOff x="4707610" y="2585617"/>
              <a:chExt cx="2764124" cy="1421586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5D7922-6646-1A93-A752-6D6E35B7101F}"/>
                  </a:ext>
                </a:extLst>
              </p:cNvPr>
              <p:cNvSpPr txBox="1"/>
              <p:nvPr/>
            </p:nvSpPr>
            <p:spPr>
              <a:xfrm>
                <a:off x="4763904" y="2585617"/>
                <a:ext cx="2576606" cy="34993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Open Integration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C615C0-0039-41BB-8582-BEE6A20A8570}"/>
                  </a:ext>
                </a:extLst>
              </p:cNvPr>
              <p:cNvSpPr txBox="1"/>
              <p:nvPr/>
            </p:nvSpPr>
            <p:spPr>
              <a:xfrm>
                <a:off x="5130017" y="3000039"/>
                <a:ext cx="1919307" cy="42769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Upgrade, integrate and operate at pace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048748-E9ED-A41A-CDCB-0266249B9C6C}"/>
                  </a:ext>
                </a:extLst>
              </p:cNvPr>
              <p:cNvSpPr txBox="1"/>
              <p:nvPr/>
            </p:nvSpPr>
            <p:spPr>
              <a:xfrm>
                <a:off x="4707610" y="3482304"/>
                <a:ext cx="2764124" cy="524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Challenge: Pan-DLOD solutions, avoiding vendor lock-in, with interoperability across partners.</a:t>
                </a:r>
              </a:p>
            </p:txBody>
          </p:sp>
        </p:grpSp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6A87EC1E-5A39-2FE0-4936-D1DC584A0D6D}"/>
                </a:ext>
              </a:extLst>
            </p:cNvPr>
            <p:cNvSpPr/>
            <p:nvPr/>
          </p:nvSpPr>
          <p:spPr>
            <a:xfrm>
              <a:off x="5353872" y="4082377"/>
              <a:ext cx="1494426" cy="376322"/>
            </a:xfrm>
            <a:prstGeom prst="rect">
              <a:avLst/>
            </a:prstGeom>
            <a:solidFill>
              <a:srgbClr val="E740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Explore solution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8364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AF6EA-96B7-1F38-0A09-1982E2AC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!!Background">
            <a:extLst>
              <a:ext uri="{FF2B5EF4-FFF2-40B4-BE49-F238E27FC236}">
                <a16:creationId xmlns:a16="http://schemas.microsoft.com/office/drawing/2014/main" id="{C68E9F56-B9DF-761D-203B-ABCC31026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" r="250"/>
          <a:stretch/>
        </p:blipFill>
        <p:spPr>
          <a:xfrm>
            <a:off x="-729983" y="-425700"/>
            <a:ext cx="12984662" cy="7283700"/>
          </a:xfrm>
          <a:prstGeom prst="rect">
            <a:avLst/>
          </a:prstGeom>
        </p:spPr>
      </p:pic>
      <p:sp>
        <p:nvSpPr>
          <p:cNvPr id="54" name="Free-form: Shape 53">
            <a:hlinkClick r:id="rId3" action="ppaction://hlinksldjump"/>
            <a:extLst>
              <a:ext uri="{FF2B5EF4-FFF2-40B4-BE49-F238E27FC236}">
                <a16:creationId xmlns:a16="http://schemas.microsoft.com/office/drawing/2014/main" id="{62747AA8-9594-446D-C7D0-D2C15AE0E003}"/>
              </a:ext>
            </a:extLst>
          </p:cNvPr>
          <p:cNvSpPr/>
          <p:nvPr/>
        </p:nvSpPr>
        <p:spPr>
          <a:xfrm>
            <a:off x="4910219" y="4751868"/>
            <a:ext cx="2369542" cy="1888974"/>
          </a:xfrm>
          <a:custGeom>
            <a:avLst/>
            <a:gdLst>
              <a:gd name="csX0" fmla="*/ 689027 w 2369542"/>
              <a:gd name="csY0" fmla="*/ 0 h 1888974"/>
              <a:gd name="csX1" fmla="*/ 1184782 w 2369542"/>
              <a:gd name="csY1" fmla="*/ 89411 h 1888974"/>
              <a:gd name="csX2" fmla="*/ 1680516 w 2369542"/>
              <a:gd name="csY2" fmla="*/ 7 h 1888974"/>
              <a:gd name="csX3" fmla="*/ 2369543 w 2369542"/>
              <a:gd name="csY3" fmla="*/ 1663455 h 1888974"/>
              <a:gd name="csX4" fmla="*/ 1184782 w 2369542"/>
              <a:gd name="csY4" fmla="*/ 1888975 h 1888974"/>
              <a:gd name="csX5" fmla="*/ 0 w 2369542"/>
              <a:gd name="csY5" fmla="*/ 1663455 h 1888974"/>
              <a:gd name="csX6" fmla="*/ 689027 w 2369542"/>
              <a:gd name="csY6" fmla="*/ 0 h 1888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74">
                <a:moveTo>
                  <a:pt x="689027" y="0"/>
                </a:moveTo>
                <a:cubicBezTo>
                  <a:pt x="843285" y="57795"/>
                  <a:pt x="1010344" y="89411"/>
                  <a:pt x="1184782" y="89411"/>
                </a:cubicBezTo>
                <a:cubicBezTo>
                  <a:pt x="1359213" y="89411"/>
                  <a:pt x="1526258" y="57802"/>
                  <a:pt x="1680516" y="7"/>
                </a:cubicBezTo>
                <a:lnTo>
                  <a:pt x="2369543" y="1663455"/>
                </a:lnTo>
                <a:cubicBezTo>
                  <a:pt x="2002940" y="1808968"/>
                  <a:pt x="1603200" y="1888975"/>
                  <a:pt x="1184782" y="1888975"/>
                </a:cubicBezTo>
                <a:cubicBezTo>
                  <a:pt x="766350" y="1888975"/>
                  <a:pt x="366610" y="1808975"/>
                  <a:pt x="0" y="1663455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8" name="Free-form: Shape 57">
            <a:hlinkClick r:id="rId4" action="ppaction://hlinksldjump"/>
            <a:extLst>
              <a:ext uri="{FF2B5EF4-FFF2-40B4-BE49-F238E27FC236}">
                <a16:creationId xmlns:a16="http://schemas.microsoft.com/office/drawing/2014/main" id="{C21F4FF0-70DC-7EA8-A9DE-A194B7555BDF}"/>
              </a:ext>
            </a:extLst>
          </p:cNvPr>
          <p:cNvSpPr/>
          <p:nvPr/>
        </p:nvSpPr>
        <p:spPr>
          <a:xfrm>
            <a:off x="3144913" y="4013553"/>
            <a:ext cx="2364515" cy="2364521"/>
          </a:xfrm>
          <a:custGeom>
            <a:avLst/>
            <a:gdLst>
              <a:gd name="csX0" fmla="*/ 1663449 w 2364515"/>
              <a:gd name="csY0" fmla="*/ 0 h 2364521"/>
              <a:gd name="csX1" fmla="*/ 2364516 w 2364515"/>
              <a:gd name="csY1" fmla="*/ 701074 h 2364521"/>
              <a:gd name="csX2" fmla="*/ 1675489 w 2364515"/>
              <a:gd name="csY2" fmla="*/ 2364522 h 2364521"/>
              <a:gd name="csX3" fmla="*/ 0 w 2364515"/>
              <a:gd name="csY3" fmla="*/ 689027 h 2364521"/>
              <a:gd name="csX4" fmla="*/ 1663449 w 2364515"/>
              <a:gd name="csY4" fmla="*/ 0 h 2364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1">
                <a:moveTo>
                  <a:pt x="1663449" y="0"/>
                </a:moveTo>
                <a:cubicBezTo>
                  <a:pt x="1804708" y="309888"/>
                  <a:pt x="2054627" y="559807"/>
                  <a:pt x="2364516" y="701074"/>
                </a:cubicBezTo>
                <a:lnTo>
                  <a:pt x="1675489" y="2364522"/>
                </a:lnTo>
                <a:cubicBezTo>
                  <a:pt x="925908" y="2040222"/>
                  <a:pt x="324296" y="1438608"/>
                  <a:pt x="0" y="689027"/>
                </a:cubicBezTo>
                <a:lnTo>
                  <a:pt x="1663449" y="0"/>
                </a:lnTo>
                <a:close/>
              </a:path>
            </a:pathLst>
          </a:custGeom>
          <a:solidFill>
            <a:srgbClr val="3D4146">
              <a:alpha val="95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0" name="Free-form: Shape 59">
            <a:hlinkClick r:id="rId5" action="ppaction://hlinksldjump"/>
            <a:extLst>
              <a:ext uri="{FF2B5EF4-FFF2-40B4-BE49-F238E27FC236}">
                <a16:creationId xmlns:a16="http://schemas.microsoft.com/office/drawing/2014/main" id="{DCB82E23-33A4-06C7-FBEE-E6F59AAD6AAA}"/>
              </a:ext>
            </a:extLst>
          </p:cNvPr>
          <p:cNvSpPr/>
          <p:nvPr/>
        </p:nvSpPr>
        <p:spPr>
          <a:xfrm>
            <a:off x="6680553" y="4013560"/>
            <a:ext cx="2364521" cy="2364514"/>
          </a:xfrm>
          <a:custGeom>
            <a:avLst/>
            <a:gdLst>
              <a:gd name="csX0" fmla="*/ 2364522 w 2364521"/>
              <a:gd name="csY0" fmla="*/ 689027 h 2364514"/>
              <a:gd name="csX1" fmla="*/ 689027 w 2364521"/>
              <a:gd name="csY1" fmla="*/ 2364515 h 2364514"/>
              <a:gd name="csX2" fmla="*/ 0 w 2364521"/>
              <a:gd name="csY2" fmla="*/ 701067 h 2364514"/>
              <a:gd name="csX3" fmla="*/ 701074 w 2364521"/>
              <a:gd name="csY3" fmla="*/ 0 h 2364514"/>
              <a:gd name="csX4" fmla="*/ 2364522 w 2364521"/>
              <a:gd name="csY4" fmla="*/ 689027 h 236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21" h="2364514">
                <a:moveTo>
                  <a:pt x="2364522" y="689027"/>
                </a:moveTo>
                <a:cubicBezTo>
                  <a:pt x="2040222" y="1438607"/>
                  <a:pt x="1438608" y="2040222"/>
                  <a:pt x="689027" y="2364515"/>
                </a:cubicBezTo>
                <a:lnTo>
                  <a:pt x="0" y="701067"/>
                </a:lnTo>
                <a:cubicBezTo>
                  <a:pt x="309888" y="559807"/>
                  <a:pt x="559814" y="309888"/>
                  <a:pt x="701074" y="0"/>
                </a:cubicBezTo>
                <a:lnTo>
                  <a:pt x="2364522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2" name="Free-form: Shape 61">
            <a:hlinkClick r:id="rId6" action="ppaction://hlinksldjump"/>
            <a:extLst>
              <a:ext uri="{FF2B5EF4-FFF2-40B4-BE49-F238E27FC236}">
                <a16:creationId xmlns:a16="http://schemas.microsoft.com/office/drawing/2014/main" id="{7C388CFD-E5AD-BB56-B378-FDC672855416}"/>
              </a:ext>
            </a:extLst>
          </p:cNvPr>
          <p:cNvSpPr/>
          <p:nvPr/>
        </p:nvSpPr>
        <p:spPr>
          <a:xfrm>
            <a:off x="7418868" y="2243226"/>
            <a:ext cx="1888974" cy="2369542"/>
          </a:xfrm>
          <a:custGeom>
            <a:avLst/>
            <a:gdLst>
              <a:gd name="csX0" fmla="*/ 1663455 w 1888974"/>
              <a:gd name="csY0" fmla="*/ 0 h 2369542"/>
              <a:gd name="csX1" fmla="*/ 1888975 w 1888974"/>
              <a:gd name="csY1" fmla="*/ 1184775 h 2369542"/>
              <a:gd name="csX2" fmla="*/ 1663455 w 1888974"/>
              <a:gd name="csY2" fmla="*/ 2369543 h 2369542"/>
              <a:gd name="csX3" fmla="*/ 0 w 1888974"/>
              <a:gd name="csY3" fmla="*/ 1680509 h 2369542"/>
              <a:gd name="csX4" fmla="*/ 89411 w 1888974"/>
              <a:gd name="csY4" fmla="*/ 1184775 h 2369542"/>
              <a:gd name="csX5" fmla="*/ 0 w 1888974"/>
              <a:gd name="csY5" fmla="*/ 689020 h 2369542"/>
              <a:gd name="csX6" fmla="*/ 1663455 w 1888974"/>
              <a:gd name="csY6" fmla="*/ 0 h 2369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74" h="2369542">
                <a:moveTo>
                  <a:pt x="1663455" y="0"/>
                </a:moveTo>
                <a:cubicBezTo>
                  <a:pt x="1808975" y="366610"/>
                  <a:pt x="1888975" y="766343"/>
                  <a:pt x="1888975" y="1184775"/>
                </a:cubicBezTo>
                <a:cubicBezTo>
                  <a:pt x="1888975" y="1603200"/>
                  <a:pt x="1808975" y="2002933"/>
                  <a:pt x="1663455" y="2369543"/>
                </a:cubicBezTo>
                <a:lnTo>
                  <a:pt x="0" y="1680509"/>
                </a:lnTo>
                <a:cubicBezTo>
                  <a:pt x="57795" y="1526251"/>
                  <a:pt x="89411" y="1359206"/>
                  <a:pt x="89411" y="1184775"/>
                </a:cubicBezTo>
                <a:cubicBezTo>
                  <a:pt x="89411" y="1010337"/>
                  <a:pt x="57795" y="843278"/>
                  <a:pt x="0" y="689020"/>
                </a:cubicBezTo>
                <a:lnTo>
                  <a:pt x="1663455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4" name="Free-form: Shape 63">
            <a:hlinkClick r:id="rId7" action="ppaction://hlinksldjump"/>
            <a:extLst>
              <a:ext uri="{FF2B5EF4-FFF2-40B4-BE49-F238E27FC236}">
                <a16:creationId xmlns:a16="http://schemas.microsoft.com/office/drawing/2014/main" id="{E14D610C-BA2A-C3B3-330E-370993B21229}"/>
              </a:ext>
            </a:extLst>
          </p:cNvPr>
          <p:cNvSpPr/>
          <p:nvPr/>
        </p:nvSpPr>
        <p:spPr>
          <a:xfrm>
            <a:off x="2882153" y="2243226"/>
            <a:ext cx="1888967" cy="2369536"/>
          </a:xfrm>
          <a:custGeom>
            <a:avLst/>
            <a:gdLst>
              <a:gd name="csX0" fmla="*/ 1888968 w 1888967"/>
              <a:gd name="csY0" fmla="*/ 689027 h 2369536"/>
              <a:gd name="csX1" fmla="*/ 1799571 w 1888967"/>
              <a:gd name="csY1" fmla="*/ 1184775 h 2369536"/>
              <a:gd name="csX2" fmla="*/ 1888961 w 1888967"/>
              <a:gd name="csY2" fmla="*/ 1680502 h 2369536"/>
              <a:gd name="csX3" fmla="*/ 225516 w 1888967"/>
              <a:gd name="csY3" fmla="*/ 2369536 h 2369536"/>
              <a:gd name="csX4" fmla="*/ 0 w 1888967"/>
              <a:gd name="csY4" fmla="*/ 1184775 h 2369536"/>
              <a:gd name="csX5" fmla="*/ 225516 w 1888967"/>
              <a:gd name="csY5" fmla="*/ 0 h 2369536"/>
              <a:gd name="csX6" fmla="*/ 1888968 w 1888967"/>
              <a:gd name="csY6" fmla="*/ 689027 h 2369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67" h="2369536">
                <a:moveTo>
                  <a:pt x="1888968" y="689027"/>
                </a:moveTo>
                <a:cubicBezTo>
                  <a:pt x="1831173" y="843285"/>
                  <a:pt x="1799571" y="1010337"/>
                  <a:pt x="1799571" y="1184775"/>
                </a:cubicBezTo>
                <a:cubicBezTo>
                  <a:pt x="1799571" y="1359199"/>
                  <a:pt x="1831173" y="1526251"/>
                  <a:pt x="1888961" y="1680502"/>
                </a:cubicBezTo>
                <a:lnTo>
                  <a:pt x="225516" y="2369536"/>
                </a:lnTo>
                <a:cubicBezTo>
                  <a:pt x="79999" y="2002933"/>
                  <a:pt x="0" y="1603193"/>
                  <a:pt x="0" y="1184775"/>
                </a:cubicBezTo>
                <a:cubicBezTo>
                  <a:pt x="0" y="766350"/>
                  <a:pt x="79998" y="366610"/>
                  <a:pt x="225516" y="0"/>
                </a:cubicBezTo>
                <a:lnTo>
                  <a:pt x="1888968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6" name="Free-form: Shape 65">
            <a:hlinkClick r:id="rId8" action="ppaction://hlinksldjump"/>
            <a:extLst>
              <a:ext uri="{FF2B5EF4-FFF2-40B4-BE49-F238E27FC236}">
                <a16:creationId xmlns:a16="http://schemas.microsoft.com/office/drawing/2014/main" id="{E34830A1-9092-E79F-0CB6-3439DFF7B859}"/>
              </a:ext>
            </a:extLst>
          </p:cNvPr>
          <p:cNvSpPr/>
          <p:nvPr/>
        </p:nvSpPr>
        <p:spPr>
          <a:xfrm>
            <a:off x="3144913" y="477913"/>
            <a:ext cx="2364515" cy="2364522"/>
          </a:xfrm>
          <a:custGeom>
            <a:avLst/>
            <a:gdLst>
              <a:gd name="csX0" fmla="*/ 2364516 w 2364515"/>
              <a:gd name="csY0" fmla="*/ 1663449 h 2364522"/>
              <a:gd name="csX1" fmla="*/ 1663449 w 2364515"/>
              <a:gd name="csY1" fmla="*/ 2364522 h 2364522"/>
              <a:gd name="csX2" fmla="*/ 0 w 2364515"/>
              <a:gd name="csY2" fmla="*/ 1675495 h 2364522"/>
              <a:gd name="csX3" fmla="*/ 1675489 w 2364515"/>
              <a:gd name="csY3" fmla="*/ 0 h 2364522"/>
              <a:gd name="csX4" fmla="*/ 2364516 w 2364515"/>
              <a:gd name="csY4" fmla="*/ 1663449 h 23645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2">
                <a:moveTo>
                  <a:pt x="2364516" y="1663449"/>
                </a:moveTo>
                <a:cubicBezTo>
                  <a:pt x="2054627" y="1804708"/>
                  <a:pt x="1804708" y="2054634"/>
                  <a:pt x="1663449" y="2364522"/>
                </a:cubicBezTo>
                <a:lnTo>
                  <a:pt x="0" y="1675495"/>
                </a:lnTo>
                <a:cubicBezTo>
                  <a:pt x="324296" y="925915"/>
                  <a:pt x="925908" y="324298"/>
                  <a:pt x="1675489" y="0"/>
                </a:cubicBezTo>
                <a:lnTo>
                  <a:pt x="2364516" y="1663449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8" name="Free-form: Shape 67">
            <a:hlinkClick r:id="rId9" action="ppaction://hlinksldjump"/>
            <a:extLst>
              <a:ext uri="{FF2B5EF4-FFF2-40B4-BE49-F238E27FC236}">
                <a16:creationId xmlns:a16="http://schemas.microsoft.com/office/drawing/2014/main" id="{3C2C90B1-3218-E017-220C-90E2471DF37B}"/>
              </a:ext>
            </a:extLst>
          </p:cNvPr>
          <p:cNvSpPr/>
          <p:nvPr/>
        </p:nvSpPr>
        <p:spPr>
          <a:xfrm>
            <a:off x="6680560" y="477913"/>
            <a:ext cx="2364514" cy="2364515"/>
          </a:xfrm>
          <a:custGeom>
            <a:avLst/>
            <a:gdLst>
              <a:gd name="csX0" fmla="*/ 689027 w 2364514"/>
              <a:gd name="csY0" fmla="*/ 0 h 2364515"/>
              <a:gd name="csX1" fmla="*/ 2364515 w 2364514"/>
              <a:gd name="csY1" fmla="*/ 1675495 h 2364515"/>
              <a:gd name="csX2" fmla="*/ 701067 w 2364514"/>
              <a:gd name="csY2" fmla="*/ 2364516 h 2364515"/>
              <a:gd name="csX3" fmla="*/ 0 w 2364514"/>
              <a:gd name="csY3" fmla="*/ 1663449 h 2364515"/>
              <a:gd name="csX4" fmla="*/ 689027 w 2364514"/>
              <a:gd name="csY4" fmla="*/ 0 h 2364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4" h="2364515">
                <a:moveTo>
                  <a:pt x="689027" y="0"/>
                </a:moveTo>
                <a:cubicBezTo>
                  <a:pt x="1438607" y="324297"/>
                  <a:pt x="2040222" y="925915"/>
                  <a:pt x="2364515" y="1675495"/>
                </a:cubicBezTo>
                <a:lnTo>
                  <a:pt x="701067" y="2364516"/>
                </a:lnTo>
                <a:cubicBezTo>
                  <a:pt x="559807" y="2054627"/>
                  <a:pt x="309888" y="1804708"/>
                  <a:pt x="0" y="1663449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0" name="Free-form: Shape 69">
            <a:hlinkClick r:id="rId10" action="ppaction://hlinksldjump"/>
            <a:extLst>
              <a:ext uri="{FF2B5EF4-FFF2-40B4-BE49-F238E27FC236}">
                <a16:creationId xmlns:a16="http://schemas.microsoft.com/office/drawing/2014/main" id="{0B0C88A9-9EA7-0319-507D-AE2F627BCF64}"/>
              </a:ext>
            </a:extLst>
          </p:cNvPr>
          <p:cNvSpPr/>
          <p:nvPr/>
        </p:nvSpPr>
        <p:spPr>
          <a:xfrm>
            <a:off x="4910219" y="215153"/>
            <a:ext cx="2369542" cy="1888967"/>
          </a:xfrm>
          <a:custGeom>
            <a:avLst/>
            <a:gdLst>
              <a:gd name="csX0" fmla="*/ 1184782 w 2369542"/>
              <a:gd name="csY0" fmla="*/ 0 h 1888967"/>
              <a:gd name="csX1" fmla="*/ 2369543 w 2369542"/>
              <a:gd name="csY1" fmla="*/ 225516 h 1888967"/>
              <a:gd name="csX2" fmla="*/ 1680516 w 2369542"/>
              <a:gd name="csY2" fmla="*/ 1888961 h 1888967"/>
              <a:gd name="csX3" fmla="*/ 1184782 w 2369542"/>
              <a:gd name="csY3" fmla="*/ 1799571 h 1888967"/>
              <a:gd name="csX4" fmla="*/ 689027 w 2369542"/>
              <a:gd name="csY4" fmla="*/ 1888968 h 1888967"/>
              <a:gd name="csX5" fmla="*/ 0 w 2369542"/>
              <a:gd name="csY5" fmla="*/ 225516 h 1888967"/>
              <a:gd name="csX6" fmla="*/ 1184782 w 2369542"/>
              <a:gd name="csY6" fmla="*/ 0 h 18889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67">
                <a:moveTo>
                  <a:pt x="1184782" y="0"/>
                </a:moveTo>
                <a:cubicBezTo>
                  <a:pt x="1603200" y="0"/>
                  <a:pt x="2002940" y="79999"/>
                  <a:pt x="2369543" y="225516"/>
                </a:cubicBezTo>
                <a:lnTo>
                  <a:pt x="1680516" y="1888961"/>
                </a:lnTo>
                <a:cubicBezTo>
                  <a:pt x="1526258" y="1831173"/>
                  <a:pt x="1359213" y="1799571"/>
                  <a:pt x="1184782" y="1799571"/>
                </a:cubicBezTo>
                <a:cubicBezTo>
                  <a:pt x="1010344" y="1799571"/>
                  <a:pt x="843285" y="1831173"/>
                  <a:pt x="689027" y="1888968"/>
                </a:cubicBezTo>
                <a:lnTo>
                  <a:pt x="0" y="225516"/>
                </a:lnTo>
                <a:cubicBezTo>
                  <a:pt x="366610" y="79996"/>
                  <a:pt x="766350" y="0"/>
                  <a:pt x="1184782" y="0"/>
                </a:cubicBez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2" name="Free-form: Shape 71">
            <a:extLst>
              <a:ext uri="{FF2B5EF4-FFF2-40B4-BE49-F238E27FC236}">
                <a16:creationId xmlns:a16="http://schemas.microsoft.com/office/drawing/2014/main" id="{E403E649-12FF-0370-4483-B9C91572CD54}"/>
              </a:ext>
            </a:extLst>
          </p:cNvPr>
          <p:cNvSpPr/>
          <p:nvPr/>
        </p:nvSpPr>
        <p:spPr>
          <a:xfrm>
            <a:off x="5599246" y="4672011"/>
            <a:ext cx="991488" cy="169267"/>
          </a:xfrm>
          <a:custGeom>
            <a:avLst/>
            <a:gdLst>
              <a:gd name="csX0" fmla="*/ 33076 w 991488"/>
              <a:gd name="csY0" fmla="*/ 0 h 169267"/>
              <a:gd name="csX1" fmla="*/ 495754 w 991488"/>
              <a:gd name="csY1" fmla="*/ 82928 h 169267"/>
              <a:gd name="csX2" fmla="*/ 958413 w 991488"/>
              <a:gd name="csY2" fmla="*/ 7 h 169267"/>
              <a:gd name="csX3" fmla="*/ 991489 w 991488"/>
              <a:gd name="csY3" fmla="*/ 79864 h 169267"/>
              <a:gd name="csX4" fmla="*/ 495754 w 991488"/>
              <a:gd name="csY4" fmla="*/ 169267 h 169267"/>
              <a:gd name="csX5" fmla="*/ 0 w 991488"/>
              <a:gd name="csY5" fmla="*/ 79857 h 169267"/>
              <a:gd name="csX6" fmla="*/ 33076 w 991488"/>
              <a:gd name="csY6" fmla="*/ 0 h 169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8" h="169267">
                <a:moveTo>
                  <a:pt x="33076" y="0"/>
                </a:moveTo>
                <a:cubicBezTo>
                  <a:pt x="177135" y="53603"/>
                  <a:pt x="333017" y="82928"/>
                  <a:pt x="495754" y="82928"/>
                </a:cubicBezTo>
                <a:cubicBezTo>
                  <a:pt x="658478" y="82928"/>
                  <a:pt x="814353" y="53610"/>
                  <a:pt x="958413" y="7"/>
                </a:cubicBezTo>
                <a:lnTo>
                  <a:pt x="991489" y="79864"/>
                </a:lnTo>
                <a:cubicBezTo>
                  <a:pt x="837231" y="137659"/>
                  <a:pt x="670186" y="169267"/>
                  <a:pt x="495754" y="169267"/>
                </a:cubicBezTo>
                <a:cubicBezTo>
                  <a:pt x="321317" y="169267"/>
                  <a:pt x="154258" y="137652"/>
                  <a:pt x="0" y="79857"/>
                </a:cubicBezTo>
                <a:lnTo>
                  <a:pt x="33076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4" name="Free-form: Shape 73">
            <a:extLst>
              <a:ext uri="{FF2B5EF4-FFF2-40B4-BE49-F238E27FC236}">
                <a16:creationId xmlns:a16="http://schemas.microsoft.com/office/drawing/2014/main" id="{B54A769D-BF61-6D6E-3385-915078E36E9C}"/>
              </a:ext>
            </a:extLst>
          </p:cNvPr>
          <p:cNvSpPr/>
          <p:nvPr/>
        </p:nvSpPr>
        <p:spPr>
          <a:xfrm>
            <a:off x="5599245" y="2014717"/>
            <a:ext cx="991489" cy="169260"/>
          </a:xfrm>
          <a:custGeom>
            <a:avLst/>
            <a:gdLst>
              <a:gd name="csX0" fmla="*/ 958413 w 991489"/>
              <a:gd name="csY0" fmla="*/ 169260 h 169260"/>
              <a:gd name="csX1" fmla="*/ 495741 w 991489"/>
              <a:gd name="csY1" fmla="*/ 86339 h 169260"/>
              <a:gd name="csX2" fmla="*/ 33076 w 991489"/>
              <a:gd name="csY2" fmla="*/ 169254 h 169260"/>
              <a:gd name="csX3" fmla="*/ 0 w 991489"/>
              <a:gd name="csY3" fmla="*/ 89397 h 169260"/>
              <a:gd name="csX4" fmla="*/ 495741 w 991489"/>
              <a:gd name="csY4" fmla="*/ 0 h 169260"/>
              <a:gd name="csX5" fmla="*/ 991489 w 991489"/>
              <a:gd name="csY5" fmla="*/ 89403 h 169260"/>
              <a:gd name="csX6" fmla="*/ 958413 w 991489"/>
              <a:gd name="csY6" fmla="*/ 169260 h 169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9" h="169260">
                <a:moveTo>
                  <a:pt x="958413" y="169260"/>
                </a:moveTo>
                <a:cubicBezTo>
                  <a:pt x="814354" y="115658"/>
                  <a:pt x="658472" y="86339"/>
                  <a:pt x="495741" y="86339"/>
                </a:cubicBezTo>
                <a:cubicBezTo>
                  <a:pt x="333010" y="86339"/>
                  <a:pt x="177135" y="115651"/>
                  <a:pt x="33076" y="169254"/>
                </a:cubicBezTo>
                <a:lnTo>
                  <a:pt x="0" y="89397"/>
                </a:lnTo>
                <a:cubicBezTo>
                  <a:pt x="154258" y="31602"/>
                  <a:pt x="321303" y="0"/>
                  <a:pt x="495741" y="0"/>
                </a:cubicBezTo>
                <a:cubicBezTo>
                  <a:pt x="670179" y="0"/>
                  <a:pt x="837231" y="31609"/>
                  <a:pt x="991489" y="89403"/>
                </a:cubicBezTo>
                <a:lnTo>
                  <a:pt x="958413" y="16926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6" name="Free-form: Shape 75">
            <a:extLst>
              <a:ext uri="{FF2B5EF4-FFF2-40B4-BE49-F238E27FC236}">
                <a16:creationId xmlns:a16="http://schemas.microsoft.com/office/drawing/2014/main" id="{586735CA-3A62-6B70-785C-203E7ADFAE74}"/>
              </a:ext>
            </a:extLst>
          </p:cNvPr>
          <p:cNvSpPr/>
          <p:nvPr/>
        </p:nvSpPr>
        <p:spPr>
          <a:xfrm>
            <a:off x="4808361" y="3980477"/>
            <a:ext cx="734143" cy="734150"/>
          </a:xfrm>
          <a:custGeom>
            <a:avLst/>
            <a:gdLst>
              <a:gd name="csX0" fmla="*/ 79857 w 734143"/>
              <a:gd name="csY0" fmla="*/ 0 h 734150"/>
              <a:gd name="csX1" fmla="*/ 734143 w 734143"/>
              <a:gd name="csY1" fmla="*/ 654293 h 734150"/>
              <a:gd name="csX2" fmla="*/ 701067 w 734143"/>
              <a:gd name="csY2" fmla="*/ 734150 h 734150"/>
              <a:gd name="csX3" fmla="*/ 0 w 734143"/>
              <a:gd name="csY3" fmla="*/ 33076 h 734150"/>
              <a:gd name="csX4" fmla="*/ 79857 w 734143"/>
              <a:gd name="csY4" fmla="*/ 0 h 734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43" h="734150">
                <a:moveTo>
                  <a:pt x="79857" y="0"/>
                </a:moveTo>
                <a:cubicBezTo>
                  <a:pt x="212290" y="288805"/>
                  <a:pt x="445339" y="521853"/>
                  <a:pt x="734143" y="654293"/>
                </a:cubicBezTo>
                <a:lnTo>
                  <a:pt x="701067" y="734150"/>
                </a:lnTo>
                <a:cubicBezTo>
                  <a:pt x="391179" y="592883"/>
                  <a:pt x="141260" y="342964"/>
                  <a:pt x="0" y="33076"/>
                </a:cubicBezTo>
                <a:lnTo>
                  <a:pt x="79857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8" name="Free-form: Shape 77">
            <a:extLst>
              <a:ext uri="{FF2B5EF4-FFF2-40B4-BE49-F238E27FC236}">
                <a16:creationId xmlns:a16="http://schemas.microsoft.com/office/drawing/2014/main" id="{DE1BCB65-BA2E-1821-C48F-371BDB26CFC0}"/>
              </a:ext>
            </a:extLst>
          </p:cNvPr>
          <p:cNvSpPr/>
          <p:nvPr/>
        </p:nvSpPr>
        <p:spPr>
          <a:xfrm>
            <a:off x="6647477" y="3980483"/>
            <a:ext cx="734150" cy="734143"/>
          </a:xfrm>
          <a:custGeom>
            <a:avLst/>
            <a:gdLst>
              <a:gd name="csX0" fmla="*/ 734150 w 734150"/>
              <a:gd name="csY0" fmla="*/ 33076 h 734143"/>
              <a:gd name="csX1" fmla="*/ 33076 w 734150"/>
              <a:gd name="csY1" fmla="*/ 734143 h 734143"/>
              <a:gd name="csX2" fmla="*/ 0 w 734150"/>
              <a:gd name="csY2" fmla="*/ 654287 h 734143"/>
              <a:gd name="csX3" fmla="*/ 654293 w 734150"/>
              <a:gd name="csY3" fmla="*/ 0 h 734143"/>
              <a:gd name="csX4" fmla="*/ 734150 w 734150"/>
              <a:gd name="csY4" fmla="*/ 33076 h 734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50" h="734143">
                <a:moveTo>
                  <a:pt x="734150" y="33076"/>
                </a:moveTo>
                <a:cubicBezTo>
                  <a:pt x="592890" y="342964"/>
                  <a:pt x="342964" y="592883"/>
                  <a:pt x="33076" y="734143"/>
                </a:cubicBezTo>
                <a:lnTo>
                  <a:pt x="0" y="654287"/>
                </a:lnTo>
                <a:cubicBezTo>
                  <a:pt x="288805" y="521853"/>
                  <a:pt x="521853" y="288805"/>
                  <a:pt x="654293" y="0"/>
                </a:cubicBezTo>
                <a:lnTo>
                  <a:pt x="734150" y="33076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0" name="Free-form: Shape 79">
            <a:extLst>
              <a:ext uri="{FF2B5EF4-FFF2-40B4-BE49-F238E27FC236}">
                <a16:creationId xmlns:a16="http://schemas.microsoft.com/office/drawing/2014/main" id="{D1A99362-1904-6702-0091-F35F860CA1AD}"/>
              </a:ext>
            </a:extLst>
          </p:cNvPr>
          <p:cNvSpPr/>
          <p:nvPr/>
        </p:nvSpPr>
        <p:spPr>
          <a:xfrm>
            <a:off x="7339011" y="2932253"/>
            <a:ext cx="169267" cy="991481"/>
          </a:xfrm>
          <a:custGeom>
            <a:avLst/>
            <a:gdLst>
              <a:gd name="csX0" fmla="*/ 79844 w 169267"/>
              <a:gd name="csY0" fmla="*/ 0 h 991481"/>
              <a:gd name="csX1" fmla="*/ 169267 w 169267"/>
              <a:gd name="csY1" fmla="*/ 495748 h 991481"/>
              <a:gd name="csX2" fmla="*/ 79857 w 169267"/>
              <a:gd name="csY2" fmla="*/ 991482 h 991481"/>
              <a:gd name="csX3" fmla="*/ 7 w 169267"/>
              <a:gd name="csY3" fmla="*/ 958406 h 991481"/>
              <a:gd name="csX4" fmla="*/ 82928 w 169267"/>
              <a:gd name="csY4" fmla="*/ 495748 h 991481"/>
              <a:gd name="csX5" fmla="*/ 0 w 169267"/>
              <a:gd name="csY5" fmla="*/ 33069 h 991481"/>
              <a:gd name="csX6" fmla="*/ 79844 w 169267"/>
              <a:gd name="csY6" fmla="*/ 0 h 991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67" h="991481">
                <a:moveTo>
                  <a:pt x="79844" y="0"/>
                </a:moveTo>
                <a:cubicBezTo>
                  <a:pt x="137638" y="154258"/>
                  <a:pt x="169267" y="321310"/>
                  <a:pt x="169267" y="495748"/>
                </a:cubicBezTo>
                <a:cubicBezTo>
                  <a:pt x="169267" y="670179"/>
                  <a:pt x="137652" y="837224"/>
                  <a:pt x="79857" y="991482"/>
                </a:cubicBezTo>
                <a:lnTo>
                  <a:pt x="7" y="958406"/>
                </a:lnTo>
                <a:cubicBezTo>
                  <a:pt x="53610" y="814347"/>
                  <a:pt x="82928" y="658472"/>
                  <a:pt x="82928" y="495748"/>
                </a:cubicBezTo>
                <a:cubicBezTo>
                  <a:pt x="82928" y="333010"/>
                  <a:pt x="53603" y="177129"/>
                  <a:pt x="0" y="33069"/>
                </a:cubicBezTo>
                <a:lnTo>
                  <a:pt x="79844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2" name="Free-form: Shape 81">
            <a:extLst>
              <a:ext uri="{FF2B5EF4-FFF2-40B4-BE49-F238E27FC236}">
                <a16:creationId xmlns:a16="http://schemas.microsoft.com/office/drawing/2014/main" id="{7AF83F06-DAF7-607B-3997-A0B7B7B91385}"/>
              </a:ext>
            </a:extLst>
          </p:cNvPr>
          <p:cNvSpPr/>
          <p:nvPr/>
        </p:nvSpPr>
        <p:spPr>
          <a:xfrm>
            <a:off x="4681723" y="2932260"/>
            <a:ext cx="169246" cy="991468"/>
          </a:xfrm>
          <a:custGeom>
            <a:avLst/>
            <a:gdLst>
              <a:gd name="csX0" fmla="*/ 169247 w 169246"/>
              <a:gd name="csY0" fmla="*/ 33069 h 991468"/>
              <a:gd name="csX1" fmla="*/ 86339 w 169246"/>
              <a:gd name="csY1" fmla="*/ 495741 h 991468"/>
              <a:gd name="csX2" fmla="*/ 169247 w 169246"/>
              <a:gd name="csY2" fmla="*/ 958392 h 991468"/>
              <a:gd name="csX3" fmla="*/ 89390 w 169246"/>
              <a:gd name="csY3" fmla="*/ 991469 h 991468"/>
              <a:gd name="csX4" fmla="*/ 0 w 169246"/>
              <a:gd name="csY4" fmla="*/ 495741 h 991468"/>
              <a:gd name="csX5" fmla="*/ 89403 w 169246"/>
              <a:gd name="csY5" fmla="*/ 0 h 991468"/>
              <a:gd name="csX6" fmla="*/ 169247 w 169246"/>
              <a:gd name="csY6" fmla="*/ 33069 h 991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46" h="991468">
                <a:moveTo>
                  <a:pt x="169247" y="33069"/>
                </a:moveTo>
                <a:cubicBezTo>
                  <a:pt x="115644" y="177129"/>
                  <a:pt x="86339" y="333010"/>
                  <a:pt x="86339" y="495741"/>
                </a:cubicBezTo>
                <a:cubicBezTo>
                  <a:pt x="86339" y="658465"/>
                  <a:pt x="115651" y="814340"/>
                  <a:pt x="169247" y="958392"/>
                </a:cubicBezTo>
                <a:lnTo>
                  <a:pt x="89390" y="991469"/>
                </a:lnTo>
                <a:cubicBezTo>
                  <a:pt x="31602" y="837217"/>
                  <a:pt x="0" y="670165"/>
                  <a:pt x="0" y="495741"/>
                </a:cubicBezTo>
                <a:cubicBezTo>
                  <a:pt x="0" y="321303"/>
                  <a:pt x="31609" y="154258"/>
                  <a:pt x="89403" y="0"/>
                </a:cubicBezTo>
                <a:lnTo>
                  <a:pt x="169247" y="33069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4" name="Free-form: Shape 83">
            <a:extLst>
              <a:ext uri="{FF2B5EF4-FFF2-40B4-BE49-F238E27FC236}">
                <a16:creationId xmlns:a16="http://schemas.microsoft.com/office/drawing/2014/main" id="{163AF705-2AAC-C4CE-450F-465ECE424796}"/>
              </a:ext>
            </a:extLst>
          </p:cNvPr>
          <p:cNvSpPr/>
          <p:nvPr/>
        </p:nvSpPr>
        <p:spPr>
          <a:xfrm>
            <a:off x="4808368" y="2141381"/>
            <a:ext cx="734129" cy="734129"/>
          </a:xfrm>
          <a:custGeom>
            <a:avLst/>
            <a:gdLst>
              <a:gd name="csX0" fmla="*/ 734130 w 734129"/>
              <a:gd name="csY0" fmla="*/ 79837 h 734129"/>
              <a:gd name="csX1" fmla="*/ 79850 w 734129"/>
              <a:gd name="csY1" fmla="*/ 734130 h 734129"/>
              <a:gd name="csX2" fmla="*/ 0 w 734129"/>
              <a:gd name="csY2" fmla="*/ 701054 h 734129"/>
              <a:gd name="csX3" fmla="*/ 701067 w 734129"/>
              <a:gd name="csY3" fmla="*/ 0 h 734129"/>
              <a:gd name="csX4" fmla="*/ 734130 w 734129"/>
              <a:gd name="csY4" fmla="*/ 79837 h 7341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9">
                <a:moveTo>
                  <a:pt x="734130" y="79837"/>
                </a:moveTo>
                <a:cubicBezTo>
                  <a:pt x="445332" y="212277"/>
                  <a:pt x="212284" y="445325"/>
                  <a:pt x="79850" y="734130"/>
                </a:cubicBezTo>
                <a:lnTo>
                  <a:pt x="0" y="701054"/>
                </a:lnTo>
                <a:cubicBezTo>
                  <a:pt x="141260" y="391165"/>
                  <a:pt x="391179" y="141260"/>
                  <a:pt x="701067" y="0"/>
                </a:cubicBezTo>
                <a:lnTo>
                  <a:pt x="734130" y="79837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6" name="Free-form: Shape 85">
            <a:extLst>
              <a:ext uri="{FF2B5EF4-FFF2-40B4-BE49-F238E27FC236}">
                <a16:creationId xmlns:a16="http://schemas.microsoft.com/office/drawing/2014/main" id="{70729F7E-6CFF-47C4-19C6-83DEDB5E833B}"/>
              </a:ext>
            </a:extLst>
          </p:cNvPr>
          <p:cNvSpPr/>
          <p:nvPr/>
        </p:nvSpPr>
        <p:spPr>
          <a:xfrm>
            <a:off x="6647483" y="2141381"/>
            <a:ext cx="734129" cy="734122"/>
          </a:xfrm>
          <a:custGeom>
            <a:avLst/>
            <a:gdLst>
              <a:gd name="csX0" fmla="*/ 33069 w 734129"/>
              <a:gd name="csY0" fmla="*/ 0 h 734122"/>
              <a:gd name="csX1" fmla="*/ 734130 w 734129"/>
              <a:gd name="csY1" fmla="*/ 701054 h 734122"/>
              <a:gd name="csX2" fmla="*/ 654287 w 734129"/>
              <a:gd name="csY2" fmla="*/ 734123 h 734122"/>
              <a:gd name="csX3" fmla="*/ 0 w 734129"/>
              <a:gd name="csY3" fmla="*/ 79837 h 734122"/>
              <a:gd name="csX4" fmla="*/ 33069 w 734129"/>
              <a:gd name="csY4" fmla="*/ 0 h 734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2">
                <a:moveTo>
                  <a:pt x="33069" y="0"/>
                </a:moveTo>
                <a:cubicBezTo>
                  <a:pt x="342958" y="141260"/>
                  <a:pt x="592870" y="391172"/>
                  <a:pt x="734130" y="701054"/>
                </a:cubicBezTo>
                <a:lnTo>
                  <a:pt x="654287" y="734123"/>
                </a:lnTo>
                <a:cubicBezTo>
                  <a:pt x="521846" y="445318"/>
                  <a:pt x="288805" y="212270"/>
                  <a:pt x="0" y="79837"/>
                </a:cubicBezTo>
                <a:lnTo>
                  <a:pt x="33069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Box 87">
            <a:hlinkClick r:id="rId10" action="ppaction://hlinksldjump"/>
            <a:extLst>
              <a:ext uri="{FF2B5EF4-FFF2-40B4-BE49-F238E27FC236}">
                <a16:creationId xmlns:a16="http://schemas.microsoft.com/office/drawing/2014/main" id="{1A2B5690-DA5F-AACA-2B25-868DC9F60BF5}"/>
              </a:ext>
            </a:extLst>
          </p:cNvPr>
          <p:cNvSpPr txBox="1"/>
          <p:nvPr/>
        </p:nvSpPr>
        <p:spPr>
          <a:xfrm>
            <a:off x="5342864" y="852134"/>
            <a:ext cx="155412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Movement</a:t>
            </a:r>
          </a:p>
        </p:txBody>
      </p:sp>
      <p:sp>
        <p:nvSpPr>
          <p:cNvPr id="90" name="TextBox 89">
            <a:hlinkClick r:id="rId6" action="ppaction://hlinksldjump"/>
            <a:extLst>
              <a:ext uri="{FF2B5EF4-FFF2-40B4-BE49-F238E27FC236}">
                <a16:creationId xmlns:a16="http://schemas.microsoft.com/office/drawing/2014/main" id="{0D0B8473-949B-2613-3642-92B38FE321AD}"/>
              </a:ext>
            </a:extLst>
          </p:cNvPr>
          <p:cNvSpPr txBox="1"/>
          <p:nvPr/>
        </p:nvSpPr>
        <p:spPr>
          <a:xfrm>
            <a:off x="7565794" y="3169636"/>
            <a:ext cx="168453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and EM Spectrum</a:t>
            </a:r>
          </a:p>
        </p:txBody>
      </p:sp>
      <p:sp>
        <p:nvSpPr>
          <p:cNvPr id="92" name="TextBox 91">
            <a:hlinkClick r:id="rId3" action="ppaction://hlinksldjump"/>
            <a:extLst>
              <a:ext uri="{FF2B5EF4-FFF2-40B4-BE49-F238E27FC236}">
                <a16:creationId xmlns:a16="http://schemas.microsoft.com/office/drawing/2014/main" id="{51F2640C-50DC-9E95-78C7-C0A5208ACC32}"/>
              </a:ext>
            </a:extLst>
          </p:cNvPr>
          <p:cNvSpPr txBox="1"/>
          <p:nvPr/>
        </p:nvSpPr>
        <p:spPr>
          <a:xfrm>
            <a:off x="5356634" y="5562891"/>
            <a:ext cx="147873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Integration</a:t>
            </a:r>
          </a:p>
        </p:txBody>
      </p:sp>
      <p:sp>
        <p:nvSpPr>
          <p:cNvPr id="94" name="TextBox 93">
            <a:hlinkClick r:id="rId7" action="ppaction://hlinksldjump"/>
            <a:extLst>
              <a:ext uri="{FF2B5EF4-FFF2-40B4-BE49-F238E27FC236}">
                <a16:creationId xmlns:a16="http://schemas.microsoft.com/office/drawing/2014/main" id="{EBA76E8B-32A8-5F41-670F-350D09B62085}"/>
              </a:ext>
            </a:extLst>
          </p:cNvPr>
          <p:cNvSpPr txBox="1"/>
          <p:nvPr/>
        </p:nvSpPr>
        <p:spPr>
          <a:xfrm>
            <a:off x="2951042" y="3272932"/>
            <a:ext cx="16863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&amp; Simulation</a:t>
            </a:r>
          </a:p>
        </p:txBody>
      </p:sp>
      <p:sp>
        <p:nvSpPr>
          <p:cNvPr id="96" name="TextBox 95">
            <a:hlinkClick r:id="rId9" action="ppaction://hlinksldjump"/>
            <a:extLst>
              <a:ext uri="{FF2B5EF4-FFF2-40B4-BE49-F238E27FC236}">
                <a16:creationId xmlns:a16="http://schemas.microsoft.com/office/drawing/2014/main" id="{1CD076DA-2DBD-ED7C-B9FC-1607626C3316}"/>
              </a:ext>
            </a:extLst>
          </p:cNvPr>
          <p:cNvSpPr txBox="1"/>
          <p:nvPr/>
        </p:nvSpPr>
        <p:spPr>
          <a:xfrm>
            <a:off x="7064912" y="1635079"/>
            <a:ext cx="153402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Multi-Domain Fusion</a:t>
            </a:r>
          </a:p>
        </p:txBody>
      </p:sp>
      <p:sp>
        <p:nvSpPr>
          <p:cNvPr id="98" name="TextBox 97">
            <a:hlinkClick r:id="rId5" action="ppaction://hlinksldjump"/>
            <a:extLst>
              <a:ext uri="{FF2B5EF4-FFF2-40B4-BE49-F238E27FC236}">
                <a16:creationId xmlns:a16="http://schemas.microsoft.com/office/drawing/2014/main" id="{8318CEAE-CA15-6D9F-AC86-FF670A78EE94}"/>
              </a:ext>
            </a:extLst>
          </p:cNvPr>
          <p:cNvSpPr txBox="1"/>
          <p:nvPr/>
        </p:nvSpPr>
        <p:spPr>
          <a:xfrm>
            <a:off x="7037751" y="4896464"/>
            <a:ext cx="158834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Decision Advantage</a:t>
            </a:r>
          </a:p>
        </p:txBody>
      </p:sp>
      <p:sp>
        <p:nvSpPr>
          <p:cNvPr id="100" name="TextBox 99">
            <a:hlinkClick r:id="rId4" action="ppaction://hlinksldjump"/>
            <a:extLst>
              <a:ext uri="{FF2B5EF4-FFF2-40B4-BE49-F238E27FC236}">
                <a16:creationId xmlns:a16="http://schemas.microsoft.com/office/drawing/2014/main" id="{E823F905-31A6-9F57-22D8-0100D531F9FD}"/>
              </a:ext>
            </a:extLst>
          </p:cNvPr>
          <p:cNvSpPr txBox="1"/>
          <p:nvPr/>
        </p:nvSpPr>
        <p:spPr>
          <a:xfrm>
            <a:off x="3589806" y="4981102"/>
            <a:ext cx="151242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Tactical Edge</a:t>
            </a:r>
          </a:p>
        </p:txBody>
      </p:sp>
      <p:sp>
        <p:nvSpPr>
          <p:cNvPr id="102" name="TextBox 101">
            <a:hlinkClick r:id="rId8" action="ppaction://hlinksldjump"/>
            <a:extLst>
              <a:ext uri="{FF2B5EF4-FFF2-40B4-BE49-F238E27FC236}">
                <a16:creationId xmlns:a16="http://schemas.microsoft.com/office/drawing/2014/main" id="{2DDA8FE4-4712-EE66-E4D8-FA81F8EBE8E0}"/>
              </a:ext>
            </a:extLst>
          </p:cNvPr>
          <p:cNvSpPr txBox="1"/>
          <p:nvPr/>
        </p:nvSpPr>
        <p:spPr>
          <a:xfrm>
            <a:off x="3508822" y="1635079"/>
            <a:ext cx="167439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&amp; Sovereignty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EAD36036-D554-B94B-84C6-1ED98EBDA8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3500000">
            <a:off x="2879912" y="212912"/>
            <a:ext cx="6432176" cy="6432176"/>
          </a:xfrm>
          <a:prstGeom prst="rect">
            <a:avLst/>
          </a:prstGeom>
        </p:spPr>
      </p:pic>
      <p:sp>
        <p:nvSpPr>
          <p:cNvPr id="37" name="!!D">
            <a:extLst>
              <a:ext uri="{FF2B5EF4-FFF2-40B4-BE49-F238E27FC236}">
                <a16:creationId xmlns:a16="http://schemas.microsoft.com/office/drawing/2014/main" id="{9EA121C8-E832-D92C-1791-96E4EFF4C995}"/>
              </a:ext>
            </a:extLst>
          </p:cNvPr>
          <p:cNvSpPr/>
          <p:nvPr/>
        </p:nvSpPr>
        <p:spPr>
          <a:xfrm>
            <a:off x="-1685581" y="-1122398"/>
            <a:ext cx="951124" cy="709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itle 49">
            <a:extLst>
              <a:ext uri="{FF2B5EF4-FFF2-40B4-BE49-F238E27FC236}">
                <a16:creationId xmlns:a16="http://schemas.microsoft.com/office/drawing/2014/main" id="{937D06A2-4F03-5A20-2C96-51F875D84AF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CW6</a:t>
            </a:r>
          </a:p>
        </p:txBody>
      </p:sp>
      <p:grpSp>
        <p:nvGrpSpPr>
          <p:cNvPr id="2" name="!!Circle">
            <a:extLst>
              <a:ext uri="{FF2B5EF4-FFF2-40B4-BE49-F238E27FC236}">
                <a16:creationId xmlns:a16="http://schemas.microsoft.com/office/drawing/2014/main" id="{5AEA8793-7FC6-867E-5477-6ACD41E6A544}"/>
              </a:ext>
            </a:extLst>
          </p:cNvPr>
          <p:cNvGrpSpPr/>
          <p:nvPr/>
        </p:nvGrpSpPr>
        <p:grpSpPr>
          <a:xfrm>
            <a:off x="4811806" y="2144806"/>
            <a:ext cx="2568388" cy="2568388"/>
            <a:chOff x="4473677" y="1806677"/>
            <a:chExt cx="3244646" cy="3244646"/>
          </a:xfrm>
        </p:grpSpPr>
        <p:sp>
          <p:nvSpPr>
            <p:cNvPr id="3" name="!!Content">
              <a:extLst>
                <a:ext uri="{FF2B5EF4-FFF2-40B4-BE49-F238E27FC236}">
                  <a16:creationId xmlns:a16="http://schemas.microsoft.com/office/drawing/2014/main" id="{FDE16B72-B545-F681-C964-049DA7664267}"/>
                </a:ext>
              </a:extLst>
            </p:cNvPr>
            <p:cNvSpPr/>
            <p:nvPr/>
          </p:nvSpPr>
          <p:spPr>
            <a:xfrm>
              <a:off x="4473677" y="1806677"/>
              <a:ext cx="3244646" cy="3244646"/>
            </a:xfrm>
            <a:prstGeom prst="ellipse">
              <a:avLst/>
            </a:prstGeom>
            <a:solidFill>
              <a:srgbClr val="2728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30FABF-2372-AA0D-7BE1-A4B7D29E0ED8}"/>
                </a:ext>
              </a:extLst>
            </p:cNvPr>
            <p:cNvGrpSpPr/>
            <p:nvPr/>
          </p:nvGrpSpPr>
          <p:grpSpPr>
            <a:xfrm>
              <a:off x="4807698" y="2548864"/>
              <a:ext cx="2617944" cy="1246399"/>
              <a:chOff x="4763904" y="2591717"/>
              <a:chExt cx="2617944" cy="1246399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7E8290-5940-6E66-FF87-A4F405680502}"/>
                  </a:ext>
                </a:extLst>
              </p:cNvPr>
              <p:cNvSpPr txBox="1"/>
              <p:nvPr/>
            </p:nvSpPr>
            <p:spPr>
              <a:xfrm>
                <a:off x="4763904" y="2591717"/>
                <a:ext cx="2576606" cy="349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Tactical Edge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7A47D6-F6C1-9AFE-5756-B68D09C168AC}"/>
                  </a:ext>
                </a:extLst>
              </p:cNvPr>
              <p:cNvSpPr txBox="1"/>
              <p:nvPr/>
            </p:nvSpPr>
            <p:spPr>
              <a:xfrm>
                <a:off x="5120071" y="2908633"/>
                <a:ext cx="1939199" cy="42769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Providing the digital targeting at the edge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A15F31-3E8B-F9FE-5132-DC5FA9170DBD}"/>
                  </a:ext>
                </a:extLst>
              </p:cNvPr>
              <p:cNvSpPr txBox="1"/>
              <p:nvPr/>
            </p:nvSpPr>
            <p:spPr>
              <a:xfrm>
                <a:off x="4797496" y="3313217"/>
                <a:ext cx="2584352" cy="524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Challenge: Resilient, deployable compute and analytics in degraded or denied environments.</a:t>
                </a:r>
              </a:p>
            </p:txBody>
          </p:sp>
        </p:grpSp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7753CA3E-6138-A238-3B83-B153F8763AF8}"/>
                </a:ext>
              </a:extLst>
            </p:cNvPr>
            <p:cNvSpPr/>
            <p:nvPr/>
          </p:nvSpPr>
          <p:spPr>
            <a:xfrm>
              <a:off x="5353872" y="4082377"/>
              <a:ext cx="1494426" cy="376322"/>
            </a:xfrm>
            <a:prstGeom prst="rect">
              <a:avLst/>
            </a:prstGeom>
            <a:solidFill>
              <a:srgbClr val="E740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Explore solution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4756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5D498-728D-466F-3C11-F7158A998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96B6949-32EA-3AA7-734B-EDD1B07F9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7" t="3552" r="54643"/>
          <a:stretch/>
        </p:blipFill>
        <p:spPr>
          <a:xfrm>
            <a:off x="192088" y="2966791"/>
            <a:ext cx="2931458" cy="3684493"/>
          </a:xfrm>
          <a:custGeom>
            <a:avLst/>
            <a:gdLst>
              <a:gd name="csX0" fmla="*/ 51564 w 2931458"/>
              <a:gd name="csY0" fmla="*/ 0 h 3684493"/>
              <a:gd name="csX1" fmla="*/ 2879894 w 2931458"/>
              <a:gd name="csY1" fmla="*/ 0 h 3684493"/>
              <a:gd name="csX2" fmla="*/ 2931458 w 2931458"/>
              <a:gd name="csY2" fmla="*/ 51564 h 3684493"/>
              <a:gd name="csX3" fmla="*/ 2931458 w 2931458"/>
              <a:gd name="csY3" fmla="*/ 3632929 h 3684493"/>
              <a:gd name="csX4" fmla="*/ 2879894 w 2931458"/>
              <a:gd name="csY4" fmla="*/ 3684493 h 3684493"/>
              <a:gd name="csX5" fmla="*/ 51564 w 2931458"/>
              <a:gd name="csY5" fmla="*/ 3684493 h 3684493"/>
              <a:gd name="csX6" fmla="*/ 0 w 2931458"/>
              <a:gd name="csY6" fmla="*/ 3632929 h 3684493"/>
              <a:gd name="csX7" fmla="*/ 0 w 2931458"/>
              <a:gd name="csY7" fmla="*/ 51564 h 3684493"/>
              <a:gd name="csX8" fmla="*/ 51564 w 2931458"/>
              <a:gd name="csY8" fmla="*/ 0 h 36844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931458" h="3684493">
                <a:moveTo>
                  <a:pt x="51564" y="0"/>
                </a:moveTo>
                <a:lnTo>
                  <a:pt x="2879894" y="0"/>
                </a:lnTo>
                <a:cubicBezTo>
                  <a:pt x="2908372" y="0"/>
                  <a:pt x="2931458" y="23086"/>
                  <a:pt x="2931458" y="51564"/>
                </a:cubicBezTo>
                <a:lnTo>
                  <a:pt x="2931458" y="3632929"/>
                </a:lnTo>
                <a:cubicBezTo>
                  <a:pt x="2931458" y="3661407"/>
                  <a:pt x="2908372" y="3684493"/>
                  <a:pt x="2879894" y="3684493"/>
                </a:cubicBezTo>
                <a:lnTo>
                  <a:pt x="51564" y="3684493"/>
                </a:lnTo>
                <a:cubicBezTo>
                  <a:pt x="23086" y="3684493"/>
                  <a:pt x="0" y="3661407"/>
                  <a:pt x="0" y="3632929"/>
                </a:cubicBezTo>
                <a:lnTo>
                  <a:pt x="0" y="51564"/>
                </a:lnTo>
                <a:cubicBezTo>
                  <a:pt x="0" y="23086"/>
                  <a:pt x="23086" y="0"/>
                  <a:pt x="51564" y="0"/>
                </a:cubicBezTo>
                <a:close/>
              </a:path>
            </a:pathLst>
          </a:custGeom>
        </p:spPr>
      </p:pic>
      <p:pic>
        <p:nvPicPr>
          <p:cNvPr id="48" name="!!Background">
            <a:extLst>
              <a:ext uri="{FF2B5EF4-FFF2-40B4-BE49-F238E27FC236}">
                <a16:creationId xmlns:a16="http://schemas.microsoft.com/office/drawing/2014/main" id="{7A1A3D0D-CC56-2535-C06F-E6004832E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r="490"/>
          <a:stretch>
            <a:fillRect/>
          </a:stretch>
        </p:blipFill>
        <p:spPr>
          <a:xfrm>
            <a:off x="-727113" y="-409001"/>
            <a:ext cx="13646226" cy="7676002"/>
          </a:xfrm>
          <a:prstGeom prst="rect">
            <a:avLst/>
          </a:prstGeom>
        </p:spPr>
      </p:pic>
      <p:sp>
        <p:nvSpPr>
          <p:cNvPr id="54" name="Free-form: Shape 53">
            <a:hlinkClick r:id="rId4" action="ppaction://hlinksldjump"/>
            <a:extLst>
              <a:ext uri="{FF2B5EF4-FFF2-40B4-BE49-F238E27FC236}">
                <a16:creationId xmlns:a16="http://schemas.microsoft.com/office/drawing/2014/main" id="{A1752036-ED09-B2CA-E94E-75CAB6F18BB8}"/>
              </a:ext>
            </a:extLst>
          </p:cNvPr>
          <p:cNvSpPr/>
          <p:nvPr/>
        </p:nvSpPr>
        <p:spPr>
          <a:xfrm>
            <a:off x="4910219" y="4751868"/>
            <a:ext cx="2369542" cy="1888974"/>
          </a:xfrm>
          <a:custGeom>
            <a:avLst/>
            <a:gdLst>
              <a:gd name="csX0" fmla="*/ 689027 w 2369542"/>
              <a:gd name="csY0" fmla="*/ 0 h 1888974"/>
              <a:gd name="csX1" fmla="*/ 1184782 w 2369542"/>
              <a:gd name="csY1" fmla="*/ 89411 h 1888974"/>
              <a:gd name="csX2" fmla="*/ 1680516 w 2369542"/>
              <a:gd name="csY2" fmla="*/ 7 h 1888974"/>
              <a:gd name="csX3" fmla="*/ 2369543 w 2369542"/>
              <a:gd name="csY3" fmla="*/ 1663455 h 1888974"/>
              <a:gd name="csX4" fmla="*/ 1184782 w 2369542"/>
              <a:gd name="csY4" fmla="*/ 1888975 h 1888974"/>
              <a:gd name="csX5" fmla="*/ 0 w 2369542"/>
              <a:gd name="csY5" fmla="*/ 1663455 h 1888974"/>
              <a:gd name="csX6" fmla="*/ 689027 w 2369542"/>
              <a:gd name="csY6" fmla="*/ 0 h 1888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74">
                <a:moveTo>
                  <a:pt x="689027" y="0"/>
                </a:moveTo>
                <a:cubicBezTo>
                  <a:pt x="843285" y="57795"/>
                  <a:pt x="1010344" y="89411"/>
                  <a:pt x="1184782" y="89411"/>
                </a:cubicBezTo>
                <a:cubicBezTo>
                  <a:pt x="1359213" y="89411"/>
                  <a:pt x="1526258" y="57802"/>
                  <a:pt x="1680516" y="7"/>
                </a:cubicBezTo>
                <a:lnTo>
                  <a:pt x="2369543" y="1663455"/>
                </a:lnTo>
                <a:cubicBezTo>
                  <a:pt x="2002940" y="1808968"/>
                  <a:pt x="1603200" y="1888975"/>
                  <a:pt x="1184782" y="1888975"/>
                </a:cubicBezTo>
                <a:cubicBezTo>
                  <a:pt x="766350" y="1888975"/>
                  <a:pt x="366610" y="1808975"/>
                  <a:pt x="0" y="1663455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8" name="Free-form: Shape 57">
            <a:hlinkClick r:id="rId5" action="ppaction://hlinksldjump"/>
            <a:extLst>
              <a:ext uri="{FF2B5EF4-FFF2-40B4-BE49-F238E27FC236}">
                <a16:creationId xmlns:a16="http://schemas.microsoft.com/office/drawing/2014/main" id="{A2329084-C100-E87A-584D-5D4BFE95B5AC}"/>
              </a:ext>
            </a:extLst>
          </p:cNvPr>
          <p:cNvSpPr/>
          <p:nvPr/>
        </p:nvSpPr>
        <p:spPr>
          <a:xfrm>
            <a:off x="3144913" y="4013553"/>
            <a:ext cx="2364515" cy="2364521"/>
          </a:xfrm>
          <a:custGeom>
            <a:avLst/>
            <a:gdLst>
              <a:gd name="csX0" fmla="*/ 1663449 w 2364515"/>
              <a:gd name="csY0" fmla="*/ 0 h 2364521"/>
              <a:gd name="csX1" fmla="*/ 2364516 w 2364515"/>
              <a:gd name="csY1" fmla="*/ 701074 h 2364521"/>
              <a:gd name="csX2" fmla="*/ 1675489 w 2364515"/>
              <a:gd name="csY2" fmla="*/ 2364522 h 2364521"/>
              <a:gd name="csX3" fmla="*/ 0 w 2364515"/>
              <a:gd name="csY3" fmla="*/ 689027 h 2364521"/>
              <a:gd name="csX4" fmla="*/ 1663449 w 2364515"/>
              <a:gd name="csY4" fmla="*/ 0 h 2364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1">
                <a:moveTo>
                  <a:pt x="1663449" y="0"/>
                </a:moveTo>
                <a:cubicBezTo>
                  <a:pt x="1804708" y="309888"/>
                  <a:pt x="2054627" y="559807"/>
                  <a:pt x="2364516" y="701074"/>
                </a:cubicBezTo>
                <a:lnTo>
                  <a:pt x="1675489" y="2364522"/>
                </a:lnTo>
                <a:cubicBezTo>
                  <a:pt x="925908" y="2040222"/>
                  <a:pt x="324296" y="1438608"/>
                  <a:pt x="0" y="689027"/>
                </a:cubicBezTo>
                <a:lnTo>
                  <a:pt x="1663449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0" name="Free-form: Shape 59">
            <a:hlinkClick r:id="rId6" action="ppaction://hlinksldjump"/>
            <a:extLst>
              <a:ext uri="{FF2B5EF4-FFF2-40B4-BE49-F238E27FC236}">
                <a16:creationId xmlns:a16="http://schemas.microsoft.com/office/drawing/2014/main" id="{AABA438F-ADD4-1B9A-CD59-7A59BAB818FA}"/>
              </a:ext>
            </a:extLst>
          </p:cNvPr>
          <p:cNvSpPr/>
          <p:nvPr/>
        </p:nvSpPr>
        <p:spPr>
          <a:xfrm>
            <a:off x="6680553" y="4013560"/>
            <a:ext cx="2364521" cy="2364514"/>
          </a:xfrm>
          <a:custGeom>
            <a:avLst/>
            <a:gdLst>
              <a:gd name="csX0" fmla="*/ 2364522 w 2364521"/>
              <a:gd name="csY0" fmla="*/ 689027 h 2364514"/>
              <a:gd name="csX1" fmla="*/ 689027 w 2364521"/>
              <a:gd name="csY1" fmla="*/ 2364515 h 2364514"/>
              <a:gd name="csX2" fmla="*/ 0 w 2364521"/>
              <a:gd name="csY2" fmla="*/ 701067 h 2364514"/>
              <a:gd name="csX3" fmla="*/ 701074 w 2364521"/>
              <a:gd name="csY3" fmla="*/ 0 h 2364514"/>
              <a:gd name="csX4" fmla="*/ 2364522 w 2364521"/>
              <a:gd name="csY4" fmla="*/ 689027 h 236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21" h="2364514">
                <a:moveTo>
                  <a:pt x="2364522" y="689027"/>
                </a:moveTo>
                <a:cubicBezTo>
                  <a:pt x="2040222" y="1438607"/>
                  <a:pt x="1438608" y="2040222"/>
                  <a:pt x="689027" y="2364515"/>
                </a:cubicBezTo>
                <a:lnTo>
                  <a:pt x="0" y="701067"/>
                </a:lnTo>
                <a:cubicBezTo>
                  <a:pt x="309888" y="559807"/>
                  <a:pt x="559814" y="309888"/>
                  <a:pt x="701074" y="0"/>
                </a:cubicBezTo>
                <a:lnTo>
                  <a:pt x="2364522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2" name="Free-form: Shape 61">
            <a:hlinkClick r:id="rId7" action="ppaction://hlinksldjump"/>
            <a:extLst>
              <a:ext uri="{FF2B5EF4-FFF2-40B4-BE49-F238E27FC236}">
                <a16:creationId xmlns:a16="http://schemas.microsoft.com/office/drawing/2014/main" id="{C9A18ED3-B355-C37B-E5E3-D2FA6F5BA42D}"/>
              </a:ext>
            </a:extLst>
          </p:cNvPr>
          <p:cNvSpPr/>
          <p:nvPr/>
        </p:nvSpPr>
        <p:spPr>
          <a:xfrm>
            <a:off x="7418868" y="2243226"/>
            <a:ext cx="1888974" cy="2369542"/>
          </a:xfrm>
          <a:custGeom>
            <a:avLst/>
            <a:gdLst>
              <a:gd name="csX0" fmla="*/ 1663455 w 1888974"/>
              <a:gd name="csY0" fmla="*/ 0 h 2369542"/>
              <a:gd name="csX1" fmla="*/ 1888975 w 1888974"/>
              <a:gd name="csY1" fmla="*/ 1184775 h 2369542"/>
              <a:gd name="csX2" fmla="*/ 1663455 w 1888974"/>
              <a:gd name="csY2" fmla="*/ 2369543 h 2369542"/>
              <a:gd name="csX3" fmla="*/ 0 w 1888974"/>
              <a:gd name="csY3" fmla="*/ 1680509 h 2369542"/>
              <a:gd name="csX4" fmla="*/ 89411 w 1888974"/>
              <a:gd name="csY4" fmla="*/ 1184775 h 2369542"/>
              <a:gd name="csX5" fmla="*/ 0 w 1888974"/>
              <a:gd name="csY5" fmla="*/ 689020 h 2369542"/>
              <a:gd name="csX6" fmla="*/ 1663455 w 1888974"/>
              <a:gd name="csY6" fmla="*/ 0 h 2369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74" h="2369542">
                <a:moveTo>
                  <a:pt x="1663455" y="0"/>
                </a:moveTo>
                <a:cubicBezTo>
                  <a:pt x="1808975" y="366610"/>
                  <a:pt x="1888975" y="766343"/>
                  <a:pt x="1888975" y="1184775"/>
                </a:cubicBezTo>
                <a:cubicBezTo>
                  <a:pt x="1888975" y="1603200"/>
                  <a:pt x="1808975" y="2002933"/>
                  <a:pt x="1663455" y="2369543"/>
                </a:cubicBezTo>
                <a:lnTo>
                  <a:pt x="0" y="1680509"/>
                </a:lnTo>
                <a:cubicBezTo>
                  <a:pt x="57795" y="1526251"/>
                  <a:pt x="89411" y="1359206"/>
                  <a:pt x="89411" y="1184775"/>
                </a:cubicBezTo>
                <a:cubicBezTo>
                  <a:pt x="89411" y="1010337"/>
                  <a:pt x="57795" y="843278"/>
                  <a:pt x="0" y="689020"/>
                </a:cubicBezTo>
                <a:lnTo>
                  <a:pt x="1663455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4" name="Free-form: Shape 63">
            <a:hlinkClick r:id="rId8" action="ppaction://hlinksldjump"/>
            <a:extLst>
              <a:ext uri="{FF2B5EF4-FFF2-40B4-BE49-F238E27FC236}">
                <a16:creationId xmlns:a16="http://schemas.microsoft.com/office/drawing/2014/main" id="{A1FFC2A7-BA1F-7673-1907-B2070CABDD22}"/>
              </a:ext>
            </a:extLst>
          </p:cNvPr>
          <p:cNvSpPr/>
          <p:nvPr/>
        </p:nvSpPr>
        <p:spPr>
          <a:xfrm>
            <a:off x="2882153" y="2243226"/>
            <a:ext cx="1888967" cy="2369536"/>
          </a:xfrm>
          <a:custGeom>
            <a:avLst/>
            <a:gdLst>
              <a:gd name="csX0" fmla="*/ 1888968 w 1888967"/>
              <a:gd name="csY0" fmla="*/ 689027 h 2369536"/>
              <a:gd name="csX1" fmla="*/ 1799571 w 1888967"/>
              <a:gd name="csY1" fmla="*/ 1184775 h 2369536"/>
              <a:gd name="csX2" fmla="*/ 1888961 w 1888967"/>
              <a:gd name="csY2" fmla="*/ 1680502 h 2369536"/>
              <a:gd name="csX3" fmla="*/ 225516 w 1888967"/>
              <a:gd name="csY3" fmla="*/ 2369536 h 2369536"/>
              <a:gd name="csX4" fmla="*/ 0 w 1888967"/>
              <a:gd name="csY4" fmla="*/ 1184775 h 2369536"/>
              <a:gd name="csX5" fmla="*/ 225516 w 1888967"/>
              <a:gd name="csY5" fmla="*/ 0 h 2369536"/>
              <a:gd name="csX6" fmla="*/ 1888968 w 1888967"/>
              <a:gd name="csY6" fmla="*/ 689027 h 2369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67" h="2369536">
                <a:moveTo>
                  <a:pt x="1888968" y="689027"/>
                </a:moveTo>
                <a:cubicBezTo>
                  <a:pt x="1831173" y="843285"/>
                  <a:pt x="1799571" y="1010337"/>
                  <a:pt x="1799571" y="1184775"/>
                </a:cubicBezTo>
                <a:cubicBezTo>
                  <a:pt x="1799571" y="1359199"/>
                  <a:pt x="1831173" y="1526251"/>
                  <a:pt x="1888961" y="1680502"/>
                </a:cubicBezTo>
                <a:lnTo>
                  <a:pt x="225516" y="2369536"/>
                </a:lnTo>
                <a:cubicBezTo>
                  <a:pt x="79999" y="2002933"/>
                  <a:pt x="0" y="1603193"/>
                  <a:pt x="0" y="1184775"/>
                </a:cubicBezTo>
                <a:cubicBezTo>
                  <a:pt x="0" y="766350"/>
                  <a:pt x="79998" y="366610"/>
                  <a:pt x="225516" y="0"/>
                </a:cubicBezTo>
                <a:lnTo>
                  <a:pt x="1888968" y="689027"/>
                </a:lnTo>
                <a:close/>
              </a:path>
            </a:pathLst>
          </a:custGeom>
          <a:solidFill>
            <a:srgbClr val="3D4146">
              <a:alpha val="95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6" name="Free-form: Shape 65">
            <a:hlinkClick r:id="rId9" action="ppaction://hlinksldjump"/>
            <a:extLst>
              <a:ext uri="{FF2B5EF4-FFF2-40B4-BE49-F238E27FC236}">
                <a16:creationId xmlns:a16="http://schemas.microsoft.com/office/drawing/2014/main" id="{8ECF933F-F37C-6BFF-D9E1-CB8ED0E97F36}"/>
              </a:ext>
            </a:extLst>
          </p:cNvPr>
          <p:cNvSpPr/>
          <p:nvPr/>
        </p:nvSpPr>
        <p:spPr>
          <a:xfrm>
            <a:off x="3144913" y="477913"/>
            <a:ext cx="2364515" cy="2364522"/>
          </a:xfrm>
          <a:custGeom>
            <a:avLst/>
            <a:gdLst>
              <a:gd name="csX0" fmla="*/ 2364516 w 2364515"/>
              <a:gd name="csY0" fmla="*/ 1663449 h 2364522"/>
              <a:gd name="csX1" fmla="*/ 1663449 w 2364515"/>
              <a:gd name="csY1" fmla="*/ 2364522 h 2364522"/>
              <a:gd name="csX2" fmla="*/ 0 w 2364515"/>
              <a:gd name="csY2" fmla="*/ 1675495 h 2364522"/>
              <a:gd name="csX3" fmla="*/ 1675489 w 2364515"/>
              <a:gd name="csY3" fmla="*/ 0 h 2364522"/>
              <a:gd name="csX4" fmla="*/ 2364516 w 2364515"/>
              <a:gd name="csY4" fmla="*/ 1663449 h 23645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2">
                <a:moveTo>
                  <a:pt x="2364516" y="1663449"/>
                </a:moveTo>
                <a:cubicBezTo>
                  <a:pt x="2054627" y="1804708"/>
                  <a:pt x="1804708" y="2054634"/>
                  <a:pt x="1663449" y="2364522"/>
                </a:cubicBezTo>
                <a:lnTo>
                  <a:pt x="0" y="1675495"/>
                </a:lnTo>
                <a:cubicBezTo>
                  <a:pt x="324296" y="925915"/>
                  <a:pt x="925908" y="324298"/>
                  <a:pt x="1675489" y="0"/>
                </a:cubicBezTo>
                <a:lnTo>
                  <a:pt x="2364516" y="1663449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8" name="Free-form: Shape 67">
            <a:hlinkClick r:id="rId10" action="ppaction://hlinksldjump"/>
            <a:extLst>
              <a:ext uri="{FF2B5EF4-FFF2-40B4-BE49-F238E27FC236}">
                <a16:creationId xmlns:a16="http://schemas.microsoft.com/office/drawing/2014/main" id="{FE00273C-A4D1-DD8F-BFFB-6C9C657EDECB}"/>
              </a:ext>
            </a:extLst>
          </p:cNvPr>
          <p:cNvSpPr/>
          <p:nvPr/>
        </p:nvSpPr>
        <p:spPr>
          <a:xfrm>
            <a:off x="6680560" y="477913"/>
            <a:ext cx="2364514" cy="2364515"/>
          </a:xfrm>
          <a:custGeom>
            <a:avLst/>
            <a:gdLst>
              <a:gd name="csX0" fmla="*/ 689027 w 2364514"/>
              <a:gd name="csY0" fmla="*/ 0 h 2364515"/>
              <a:gd name="csX1" fmla="*/ 2364515 w 2364514"/>
              <a:gd name="csY1" fmla="*/ 1675495 h 2364515"/>
              <a:gd name="csX2" fmla="*/ 701067 w 2364514"/>
              <a:gd name="csY2" fmla="*/ 2364516 h 2364515"/>
              <a:gd name="csX3" fmla="*/ 0 w 2364514"/>
              <a:gd name="csY3" fmla="*/ 1663449 h 2364515"/>
              <a:gd name="csX4" fmla="*/ 689027 w 2364514"/>
              <a:gd name="csY4" fmla="*/ 0 h 2364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4" h="2364515">
                <a:moveTo>
                  <a:pt x="689027" y="0"/>
                </a:moveTo>
                <a:cubicBezTo>
                  <a:pt x="1438607" y="324297"/>
                  <a:pt x="2040222" y="925915"/>
                  <a:pt x="2364515" y="1675495"/>
                </a:cubicBezTo>
                <a:lnTo>
                  <a:pt x="701067" y="2364516"/>
                </a:lnTo>
                <a:cubicBezTo>
                  <a:pt x="559807" y="2054627"/>
                  <a:pt x="309888" y="1804708"/>
                  <a:pt x="0" y="1663449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0" name="Free-form: Shape 69">
            <a:hlinkClick r:id="rId11" action="ppaction://hlinksldjump"/>
            <a:extLst>
              <a:ext uri="{FF2B5EF4-FFF2-40B4-BE49-F238E27FC236}">
                <a16:creationId xmlns:a16="http://schemas.microsoft.com/office/drawing/2014/main" id="{E561494C-9555-9FED-A775-7F8C6F6602B4}"/>
              </a:ext>
            </a:extLst>
          </p:cNvPr>
          <p:cNvSpPr/>
          <p:nvPr/>
        </p:nvSpPr>
        <p:spPr>
          <a:xfrm>
            <a:off x="4910219" y="215153"/>
            <a:ext cx="2369542" cy="1888967"/>
          </a:xfrm>
          <a:custGeom>
            <a:avLst/>
            <a:gdLst>
              <a:gd name="csX0" fmla="*/ 1184782 w 2369542"/>
              <a:gd name="csY0" fmla="*/ 0 h 1888967"/>
              <a:gd name="csX1" fmla="*/ 2369543 w 2369542"/>
              <a:gd name="csY1" fmla="*/ 225516 h 1888967"/>
              <a:gd name="csX2" fmla="*/ 1680516 w 2369542"/>
              <a:gd name="csY2" fmla="*/ 1888961 h 1888967"/>
              <a:gd name="csX3" fmla="*/ 1184782 w 2369542"/>
              <a:gd name="csY3" fmla="*/ 1799571 h 1888967"/>
              <a:gd name="csX4" fmla="*/ 689027 w 2369542"/>
              <a:gd name="csY4" fmla="*/ 1888968 h 1888967"/>
              <a:gd name="csX5" fmla="*/ 0 w 2369542"/>
              <a:gd name="csY5" fmla="*/ 225516 h 1888967"/>
              <a:gd name="csX6" fmla="*/ 1184782 w 2369542"/>
              <a:gd name="csY6" fmla="*/ 0 h 18889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67">
                <a:moveTo>
                  <a:pt x="1184782" y="0"/>
                </a:moveTo>
                <a:cubicBezTo>
                  <a:pt x="1603200" y="0"/>
                  <a:pt x="2002940" y="79999"/>
                  <a:pt x="2369543" y="225516"/>
                </a:cubicBezTo>
                <a:lnTo>
                  <a:pt x="1680516" y="1888961"/>
                </a:lnTo>
                <a:cubicBezTo>
                  <a:pt x="1526258" y="1831173"/>
                  <a:pt x="1359213" y="1799571"/>
                  <a:pt x="1184782" y="1799571"/>
                </a:cubicBezTo>
                <a:cubicBezTo>
                  <a:pt x="1010344" y="1799571"/>
                  <a:pt x="843285" y="1831173"/>
                  <a:pt x="689027" y="1888968"/>
                </a:cubicBezTo>
                <a:lnTo>
                  <a:pt x="0" y="225516"/>
                </a:lnTo>
                <a:cubicBezTo>
                  <a:pt x="366610" y="79996"/>
                  <a:pt x="766350" y="0"/>
                  <a:pt x="1184782" y="0"/>
                </a:cubicBez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2" name="Free-form: Shape 71">
            <a:extLst>
              <a:ext uri="{FF2B5EF4-FFF2-40B4-BE49-F238E27FC236}">
                <a16:creationId xmlns:a16="http://schemas.microsoft.com/office/drawing/2014/main" id="{15B71EDC-D3B2-B4F0-83D7-C6E5179E1090}"/>
              </a:ext>
            </a:extLst>
          </p:cNvPr>
          <p:cNvSpPr/>
          <p:nvPr/>
        </p:nvSpPr>
        <p:spPr>
          <a:xfrm>
            <a:off x="5599246" y="4672011"/>
            <a:ext cx="991488" cy="169267"/>
          </a:xfrm>
          <a:custGeom>
            <a:avLst/>
            <a:gdLst>
              <a:gd name="csX0" fmla="*/ 33076 w 991488"/>
              <a:gd name="csY0" fmla="*/ 0 h 169267"/>
              <a:gd name="csX1" fmla="*/ 495754 w 991488"/>
              <a:gd name="csY1" fmla="*/ 82928 h 169267"/>
              <a:gd name="csX2" fmla="*/ 958413 w 991488"/>
              <a:gd name="csY2" fmla="*/ 7 h 169267"/>
              <a:gd name="csX3" fmla="*/ 991489 w 991488"/>
              <a:gd name="csY3" fmla="*/ 79864 h 169267"/>
              <a:gd name="csX4" fmla="*/ 495754 w 991488"/>
              <a:gd name="csY4" fmla="*/ 169267 h 169267"/>
              <a:gd name="csX5" fmla="*/ 0 w 991488"/>
              <a:gd name="csY5" fmla="*/ 79857 h 169267"/>
              <a:gd name="csX6" fmla="*/ 33076 w 991488"/>
              <a:gd name="csY6" fmla="*/ 0 h 169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8" h="169267">
                <a:moveTo>
                  <a:pt x="33076" y="0"/>
                </a:moveTo>
                <a:cubicBezTo>
                  <a:pt x="177135" y="53603"/>
                  <a:pt x="333017" y="82928"/>
                  <a:pt x="495754" y="82928"/>
                </a:cubicBezTo>
                <a:cubicBezTo>
                  <a:pt x="658478" y="82928"/>
                  <a:pt x="814353" y="53610"/>
                  <a:pt x="958413" y="7"/>
                </a:cubicBezTo>
                <a:lnTo>
                  <a:pt x="991489" y="79864"/>
                </a:lnTo>
                <a:cubicBezTo>
                  <a:pt x="837231" y="137659"/>
                  <a:pt x="670186" y="169267"/>
                  <a:pt x="495754" y="169267"/>
                </a:cubicBezTo>
                <a:cubicBezTo>
                  <a:pt x="321317" y="169267"/>
                  <a:pt x="154258" y="137652"/>
                  <a:pt x="0" y="79857"/>
                </a:cubicBezTo>
                <a:lnTo>
                  <a:pt x="33076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4" name="Free-form: Shape 73">
            <a:extLst>
              <a:ext uri="{FF2B5EF4-FFF2-40B4-BE49-F238E27FC236}">
                <a16:creationId xmlns:a16="http://schemas.microsoft.com/office/drawing/2014/main" id="{46E2FDF1-2A03-2CBC-D86E-BFE5CE621E0F}"/>
              </a:ext>
            </a:extLst>
          </p:cNvPr>
          <p:cNvSpPr/>
          <p:nvPr/>
        </p:nvSpPr>
        <p:spPr>
          <a:xfrm>
            <a:off x="5599245" y="2014717"/>
            <a:ext cx="991489" cy="169260"/>
          </a:xfrm>
          <a:custGeom>
            <a:avLst/>
            <a:gdLst>
              <a:gd name="csX0" fmla="*/ 958413 w 991489"/>
              <a:gd name="csY0" fmla="*/ 169260 h 169260"/>
              <a:gd name="csX1" fmla="*/ 495741 w 991489"/>
              <a:gd name="csY1" fmla="*/ 86339 h 169260"/>
              <a:gd name="csX2" fmla="*/ 33076 w 991489"/>
              <a:gd name="csY2" fmla="*/ 169254 h 169260"/>
              <a:gd name="csX3" fmla="*/ 0 w 991489"/>
              <a:gd name="csY3" fmla="*/ 89397 h 169260"/>
              <a:gd name="csX4" fmla="*/ 495741 w 991489"/>
              <a:gd name="csY4" fmla="*/ 0 h 169260"/>
              <a:gd name="csX5" fmla="*/ 991489 w 991489"/>
              <a:gd name="csY5" fmla="*/ 89403 h 169260"/>
              <a:gd name="csX6" fmla="*/ 958413 w 991489"/>
              <a:gd name="csY6" fmla="*/ 169260 h 169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9" h="169260">
                <a:moveTo>
                  <a:pt x="958413" y="169260"/>
                </a:moveTo>
                <a:cubicBezTo>
                  <a:pt x="814354" y="115658"/>
                  <a:pt x="658472" y="86339"/>
                  <a:pt x="495741" y="86339"/>
                </a:cubicBezTo>
                <a:cubicBezTo>
                  <a:pt x="333010" y="86339"/>
                  <a:pt x="177135" y="115651"/>
                  <a:pt x="33076" y="169254"/>
                </a:cubicBezTo>
                <a:lnTo>
                  <a:pt x="0" y="89397"/>
                </a:lnTo>
                <a:cubicBezTo>
                  <a:pt x="154258" y="31602"/>
                  <a:pt x="321303" y="0"/>
                  <a:pt x="495741" y="0"/>
                </a:cubicBezTo>
                <a:cubicBezTo>
                  <a:pt x="670179" y="0"/>
                  <a:pt x="837231" y="31609"/>
                  <a:pt x="991489" y="89403"/>
                </a:cubicBezTo>
                <a:lnTo>
                  <a:pt x="958413" y="16926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6" name="Free-form: Shape 75">
            <a:extLst>
              <a:ext uri="{FF2B5EF4-FFF2-40B4-BE49-F238E27FC236}">
                <a16:creationId xmlns:a16="http://schemas.microsoft.com/office/drawing/2014/main" id="{BFFE94A3-B9B0-E2F2-EDA8-1BF0F68D9F9F}"/>
              </a:ext>
            </a:extLst>
          </p:cNvPr>
          <p:cNvSpPr/>
          <p:nvPr/>
        </p:nvSpPr>
        <p:spPr>
          <a:xfrm>
            <a:off x="4808361" y="3980477"/>
            <a:ext cx="734143" cy="734150"/>
          </a:xfrm>
          <a:custGeom>
            <a:avLst/>
            <a:gdLst>
              <a:gd name="csX0" fmla="*/ 79857 w 734143"/>
              <a:gd name="csY0" fmla="*/ 0 h 734150"/>
              <a:gd name="csX1" fmla="*/ 734143 w 734143"/>
              <a:gd name="csY1" fmla="*/ 654293 h 734150"/>
              <a:gd name="csX2" fmla="*/ 701067 w 734143"/>
              <a:gd name="csY2" fmla="*/ 734150 h 734150"/>
              <a:gd name="csX3" fmla="*/ 0 w 734143"/>
              <a:gd name="csY3" fmla="*/ 33076 h 734150"/>
              <a:gd name="csX4" fmla="*/ 79857 w 734143"/>
              <a:gd name="csY4" fmla="*/ 0 h 734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43" h="734150">
                <a:moveTo>
                  <a:pt x="79857" y="0"/>
                </a:moveTo>
                <a:cubicBezTo>
                  <a:pt x="212290" y="288805"/>
                  <a:pt x="445339" y="521853"/>
                  <a:pt x="734143" y="654293"/>
                </a:cubicBezTo>
                <a:lnTo>
                  <a:pt x="701067" y="734150"/>
                </a:lnTo>
                <a:cubicBezTo>
                  <a:pt x="391179" y="592883"/>
                  <a:pt x="141260" y="342964"/>
                  <a:pt x="0" y="33076"/>
                </a:cubicBezTo>
                <a:lnTo>
                  <a:pt x="79857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8" name="Free-form: Shape 77">
            <a:extLst>
              <a:ext uri="{FF2B5EF4-FFF2-40B4-BE49-F238E27FC236}">
                <a16:creationId xmlns:a16="http://schemas.microsoft.com/office/drawing/2014/main" id="{A707DAC0-E376-0B66-14FC-33EF83B0FB79}"/>
              </a:ext>
            </a:extLst>
          </p:cNvPr>
          <p:cNvSpPr/>
          <p:nvPr/>
        </p:nvSpPr>
        <p:spPr>
          <a:xfrm>
            <a:off x="6647477" y="3980483"/>
            <a:ext cx="734150" cy="734143"/>
          </a:xfrm>
          <a:custGeom>
            <a:avLst/>
            <a:gdLst>
              <a:gd name="csX0" fmla="*/ 734150 w 734150"/>
              <a:gd name="csY0" fmla="*/ 33076 h 734143"/>
              <a:gd name="csX1" fmla="*/ 33076 w 734150"/>
              <a:gd name="csY1" fmla="*/ 734143 h 734143"/>
              <a:gd name="csX2" fmla="*/ 0 w 734150"/>
              <a:gd name="csY2" fmla="*/ 654287 h 734143"/>
              <a:gd name="csX3" fmla="*/ 654293 w 734150"/>
              <a:gd name="csY3" fmla="*/ 0 h 734143"/>
              <a:gd name="csX4" fmla="*/ 734150 w 734150"/>
              <a:gd name="csY4" fmla="*/ 33076 h 734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50" h="734143">
                <a:moveTo>
                  <a:pt x="734150" y="33076"/>
                </a:moveTo>
                <a:cubicBezTo>
                  <a:pt x="592890" y="342964"/>
                  <a:pt x="342964" y="592883"/>
                  <a:pt x="33076" y="734143"/>
                </a:cubicBezTo>
                <a:lnTo>
                  <a:pt x="0" y="654287"/>
                </a:lnTo>
                <a:cubicBezTo>
                  <a:pt x="288805" y="521853"/>
                  <a:pt x="521853" y="288805"/>
                  <a:pt x="654293" y="0"/>
                </a:cubicBezTo>
                <a:lnTo>
                  <a:pt x="734150" y="33076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0" name="Free-form: Shape 79">
            <a:extLst>
              <a:ext uri="{FF2B5EF4-FFF2-40B4-BE49-F238E27FC236}">
                <a16:creationId xmlns:a16="http://schemas.microsoft.com/office/drawing/2014/main" id="{F8328034-2120-2280-4CE3-9BEB268A435E}"/>
              </a:ext>
            </a:extLst>
          </p:cNvPr>
          <p:cNvSpPr/>
          <p:nvPr/>
        </p:nvSpPr>
        <p:spPr>
          <a:xfrm>
            <a:off x="7339011" y="2932253"/>
            <a:ext cx="169267" cy="991481"/>
          </a:xfrm>
          <a:custGeom>
            <a:avLst/>
            <a:gdLst>
              <a:gd name="csX0" fmla="*/ 79844 w 169267"/>
              <a:gd name="csY0" fmla="*/ 0 h 991481"/>
              <a:gd name="csX1" fmla="*/ 169267 w 169267"/>
              <a:gd name="csY1" fmla="*/ 495748 h 991481"/>
              <a:gd name="csX2" fmla="*/ 79857 w 169267"/>
              <a:gd name="csY2" fmla="*/ 991482 h 991481"/>
              <a:gd name="csX3" fmla="*/ 7 w 169267"/>
              <a:gd name="csY3" fmla="*/ 958406 h 991481"/>
              <a:gd name="csX4" fmla="*/ 82928 w 169267"/>
              <a:gd name="csY4" fmla="*/ 495748 h 991481"/>
              <a:gd name="csX5" fmla="*/ 0 w 169267"/>
              <a:gd name="csY5" fmla="*/ 33069 h 991481"/>
              <a:gd name="csX6" fmla="*/ 79844 w 169267"/>
              <a:gd name="csY6" fmla="*/ 0 h 991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67" h="991481">
                <a:moveTo>
                  <a:pt x="79844" y="0"/>
                </a:moveTo>
                <a:cubicBezTo>
                  <a:pt x="137638" y="154258"/>
                  <a:pt x="169267" y="321310"/>
                  <a:pt x="169267" y="495748"/>
                </a:cubicBezTo>
                <a:cubicBezTo>
                  <a:pt x="169267" y="670179"/>
                  <a:pt x="137652" y="837224"/>
                  <a:pt x="79857" y="991482"/>
                </a:cubicBezTo>
                <a:lnTo>
                  <a:pt x="7" y="958406"/>
                </a:lnTo>
                <a:cubicBezTo>
                  <a:pt x="53610" y="814347"/>
                  <a:pt x="82928" y="658472"/>
                  <a:pt x="82928" y="495748"/>
                </a:cubicBezTo>
                <a:cubicBezTo>
                  <a:pt x="82928" y="333010"/>
                  <a:pt x="53603" y="177129"/>
                  <a:pt x="0" y="33069"/>
                </a:cubicBezTo>
                <a:lnTo>
                  <a:pt x="79844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2" name="Free-form: Shape 81">
            <a:extLst>
              <a:ext uri="{FF2B5EF4-FFF2-40B4-BE49-F238E27FC236}">
                <a16:creationId xmlns:a16="http://schemas.microsoft.com/office/drawing/2014/main" id="{FAC81CC1-8542-4FC4-B2B9-2277443C99FA}"/>
              </a:ext>
            </a:extLst>
          </p:cNvPr>
          <p:cNvSpPr/>
          <p:nvPr/>
        </p:nvSpPr>
        <p:spPr>
          <a:xfrm>
            <a:off x="4681723" y="2932260"/>
            <a:ext cx="169246" cy="991468"/>
          </a:xfrm>
          <a:custGeom>
            <a:avLst/>
            <a:gdLst>
              <a:gd name="csX0" fmla="*/ 169247 w 169246"/>
              <a:gd name="csY0" fmla="*/ 33069 h 991468"/>
              <a:gd name="csX1" fmla="*/ 86339 w 169246"/>
              <a:gd name="csY1" fmla="*/ 495741 h 991468"/>
              <a:gd name="csX2" fmla="*/ 169247 w 169246"/>
              <a:gd name="csY2" fmla="*/ 958392 h 991468"/>
              <a:gd name="csX3" fmla="*/ 89390 w 169246"/>
              <a:gd name="csY3" fmla="*/ 991469 h 991468"/>
              <a:gd name="csX4" fmla="*/ 0 w 169246"/>
              <a:gd name="csY4" fmla="*/ 495741 h 991468"/>
              <a:gd name="csX5" fmla="*/ 89403 w 169246"/>
              <a:gd name="csY5" fmla="*/ 0 h 991468"/>
              <a:gd name="csX6" fmla="*/ 169247 w 169246"/>
              <a:gd name="csY6" fmla="*/ 33069 h 991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46" h="991468">
                <a:moveTo>
                  <a:pt x="169247" y="33069"/>
                </a:moveTo>
                <a:cubicBezTo>
                  <a:pt x="115644" y="177129"/>
                  <a:pt x="86339" y="333010"/>
                  <a:pt x="86339" y="495741"/>
                </a:cubicBezTo>
                <a:cubicBezTo>
                  <a:pt x="86339" y="658465"/>
                  <a:pt x="115651" y="814340"/>
                  <a:pt x="169247" y="958392"/>
                </a:cubicBezTo>
                <a:lnTo>
                  <a:pt x="89390" y="991469"/>
                </a:lnTo>
                <a:cubicBezTo>
                  <a:pt x="31602" y="837217"/>
                  <a:pt x="0" y="670165"/>
                  <a:pt x="0" y="495741"/>
                </a:cubicBezTo>
                <a:cubicBezTo>
                  <a:pt x="0" y="321303"/>
                  <a:pt x="31609" y="154258"/>
                  <a:pt x="89403" y="0"/>
                </a:cubicBezTo>
                <a:lnTo>
                  <a:pt x="169247" y="33069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4" name="Free-form: Shape 83">
            <a:extLst>
              <a:ext uri="{FF2B5EF4-FFF2-40B4-BE49-F238E27FC236}">
                <a16:creationId xmlns:a16="http://schemas.microsoft.com/office/drawing/2014/main" id="{92C4484C-DB47-C8FD-1512-064F987EF555}"/>
              </a:ext>
            </a:extLst>
          </p:cNvPr>
          <p:cNvSpPr/>
          <p:nvPr/>
        </p:nvSpPr>
        <p:spPr>
          <a:xfrm>
            <a:off x="4808368" y="2141381"/>
            <a:ext cx="734129" cy="734129"/>
          </a:xfrm>
          <a:custGeom>
            <a:avLst/>
            <a:gdLst>
              <a:gd name="csX0" fmla="*/ 734130 w 734129"/>
              <a:gd name="csY0" fmla="*/ 79837 h 734129"/>
              <a:gd name="csX1" fmla="*/ 79850 w 734129"/>
              <a:gd name="csY1" fmla="*/ 734130 h 734129"/>
              <a:gd name="csX2" fmla="*/ 0 w 734129"/>
              <a:gd name="csY2" fmla="*/ 701054 h 734129"/>
              <a:gd name="csX3" fmla="*/ 701067 w 734129"/>
              <a:gd name="csY3" fmla="*/ 0 h 734129"/>
              <a:gd name="csX4" fmla="*/ 734130 w 734129"/>
              <a:gd name="csY4" fmla="*/ 79837 h 7341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9">
                <a:moveTo>
                  <a:pt x="734130" y="79837"/>
                </a:moveTo>
                <a:cubicBezTo>
                  <a:pt x="445332" y="212277"/>
                  <a:pt x="212284" y="445325"/>
                  <a:pt x="79850" y="734130"/>
                </a:cubicBezTo>
                <a:lnTo>
                  <a:pt x="0" y="701054"/>
                </a:lnTo>
                <a:cubicBezTo>
                  <a:pt x="141260" y="391165"/>
                  <a:pt x="391179" y="141260"/>
                  <a:pt x="701067" y="0"/>
                </a:cubicBezTo>
                <a:lnTo>
                  <a:pt x="734130" y="79837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6" name="Free-form: Shape 85">
            <a:extLst>
              <a:ext uri="{FF2B5EF4-FFF2-40B4-BE49-F238E27FC236}">
                <a16:creationId xmlns:a16="http://schemas.microsoft.com/office/drawing/2014/main" id="{BEA60F0B-FDBF-85F0-8DFF-B082E01CF77B}"/>
              </a:ext>
            </a:extLst>
          </p:cNvPr>
          <p:cNvSpPr/>
          <p:nvPr/>
        </p:nvSpPr>
        <p:spPr>
          <a:xfrm>
            <a:off x="6647483" y="2141381"/>
            <a:ext cx="734129" cy="734122"/>
          </a:xfrm>
          <a:custGeom>
            <a:avLst/>
            <a:gdLst>
              <a:gd name="csX0" fmla="*/ 33069 w 734129"/>
              <a:gd name="csY0" fmla="*/ 0 h 734122"/>
              <a:gd name="csX1" fmla="*/ 734130 w 734129"/>
              <a:gd name="csY1" fmla="*/ 701054 h 734122"/>
              <a:gd name="csX2" fmla="*/ 654287 w 734129"/>
              <a:gd name="csY2" fmla="*/ 734123 h 734122"/>
              <a:gd name="csX3" fmla="*/ 0 w 734129"/>
              <a:gd name="csY3" fmla="*/ 79837 h 734122"/>
              <a:gd name="csX4" fmla="*/ 33069 w 734129"/>
              <a:gd name="csY4" fmla="*/ 0 h 734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2">
                <a:moveTo>
                  <a:pt x="33069" y="0"/>
                </a:moveTo>
                <a:cubicBezTo>
                  <a:pt x="342958" y="141260"/>
                  <a:pt x="592870" y="391172"/>
                  <a:pt x="734130" y="701054"/>
                </a:cubicBezTo>
                <a:lnTo>
                  <a:pt x="654287" y="734123"/>
                </a:lnTo>
                <a:cubicBezTo>
                  <a:pt x="521846" y="445318"/>
                  <a:pt x="288805" y="212270"/>
                  <a:pt x="0" y="79837"/>
                </a:cubicBezTo>
                <a:lnTo>
                  <a:pt x="33069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Box 87">
            <a:hlinkClick r:id="rId11" action="ppaction://hlinksldjump"/>
            <a:extLst>
              <a:ext uri="{FF2B5EF4-FFF2-40B4-BE49-F238E27FC236}">
                <a16:creationId xmlns:a16="http://schemas.microsoft.com/office/drawing/2014/main" id="{9510CA69-1FAB-384D-A734-45B2BAAEB3DC}"/>
              </a:ext>
            </a:extLst>
          </p:cNvPr>
          <p:cNvSpPr txBox="1"/>
          <p:nvPr/>
        </p:nvSpPr>
        <p:spPr>
          <a:xfrm>
            <a:off x="5342864" y="852134"/>
            <a:ext cx="155412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Movement</a:t>
            </a:r>
          </a:p>
        </p:txBody>
      </p:sp>
      <p:sp>
        <p:nvSpPr>
          <p:cNvPr id="90" name="TextBox 89">
            <a:hlinkClick r:id="rId7" action="ppaction://hlinksldjump"/>
            <a:extLst>
              <a:ext uri="{FF2B5EF4-FFF2-40B4-BE49-F238E27FC236}">
                <a16:creationId xmlns:a16="http://schemas.microsoft.com/office/drawing/2014/main" id="{DE0A64C7-5AE5-60F4-DBBD-8D6E3F0AD99D}"/>
              </a:ext>
            </a:extLst>
          </p:cNvPr>
          <p:cNvSpPr txBox="1"/>
          <p:nvPr/>
        </p:nvSpPr>
        <p:spPr>
          <a:xfrm>
            <a:off x="7565794" y="3169636"/>
            <a:ext cx="168453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and EM Spectrum</a:t>
            </a:r>
          </a:p>
        </p:txBody>
      </p:sp>
      <p:sp>
        <p:nvSpPr>
          <p:cNvPr id="92" name="TextBox 91">
            <a:hlinkClick r:id="rId4" action="ppaction://hlinksldjump"/>
            <a:extLst>
              <a:ext uri="{FF2B5EF4-FFF2-40B4-BE49-F238E27FC236}">
                <a16:creationId xmlns:a16="http://schemas.microsoft.com/office/drawing/2014/main" id="{9D795569-59B3-5C5C-0488-73BF6195A3ED}"/>
              </a:ext>
            </a:extLst>
          </p:cNvPr>
          <p:cNvSpPr txBox="1"/>
          <p:nvPr/>
        </p:nvSpPr>
        <p:spPr>
          <a:xfrm>
            <a:off x="5356634" y="5562891"/>
            <a:ext cx="147873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Integration</a:t>
            </a:r>
          </a:p>
        </p:txBody>
      </p:sp>
      <p:sp>
        <p:nvSpPr>
          <p:cNvPr id="94" name="TextBox 93">
            <a:hlinkClick r:id="rId8" action="ppaction://hlinksldjump"/>
            <a:extLst>
              <a:ext uri="{FF2B5EF4-FFF2-40B4-BE49-F238E27FC236}">
                <a16:creationId xmlns:a16="http://schemas.microsoft.com/office/drawing/2014/main" id="{E053FC03-FBC5-E595-E5CA-3C846734B0E6}"/>
              </a:ext>
            </a:extLst>
          </p:cNvPr>
          <p:cNvSpPr txBox="1"/>
          <p:nvPr/>
        </p:nvSpPr>
        <p:spPr>
          <a:xfrm>
            <a:off x="2951042" y="3272932"/>
            <a:ext cx="16863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&amp; Simulation</a:t>
            </a:r>
          </a:p>
        </p:txBody>
      </p:sp>
      <p:sp>
        <p:nvSpPr>
          <p:cNvPr id="96" name="TextBox 95">
            <a:hlinkClick r:id="rId10" action="ppaction://hlinksldjump"/>
            <a:extLst>
              <a:ext uri="{FF2B5EF4-FFF2-40B4-BE49-F238E27FC236}">
                <a16:creationId xmlns:a16="http://schemas.microsoft.com/office/drawing/2014/main" id="{0E50A963-B171-8896-8266-EE39EB46076E}"/>
              </a:ext>
            </a:extLst>
          </p:cNvPr>
          <p:cNvSpPr txBox="1"/>
          <p:nvPr/>
        </p:nvSpPr>
        <p:spPr>
          <a:xfrm>
            <a:off x="7064912" y="1635079"/>
            <a:ext cx="153402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Multi-Domain Fusion</a:t>
            </a:r>
          </a:p>
        </p:txBody>
      </p:sp>
      <p:sp>
        <p:nvSpPr>
          <p:cNvPr id="98" name="TextBox 97">
            <a:hlinkClick r:id="rId6" action="ppaction://hlinksldjump"/>
            <a:extLst>
              <a:ext uri="{FF2B5EF4-FFF2-40B4-BE49-F238E27FC236}">
                <a16:creationId xmlns:a16="http://schemas.microsoft.com/office/drawing/2014/main" id="{F6000C67-DE88-5C00-2222-E674F982C0CF}"/>
              </a:ext>
            </a:extLst>
          </p:cNvPr>
          <p:cNvSpPr txBox="1"/>
          <p:nvPr/>
        </p:nvSpPr>
        <p:spPr>
          <a:xfrm>
            <a:off x="7037751" y="4896464"/>
            <a:ext cx="158834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Decision Advantage</a:t>
            </a:r>
          </a:p>
        </p:txBody>
      </p:sp>
      <p:sp>
        <p:nvSpPr>
          <p:cNvPr id="100" name="TextBox 99">
            <a:hlinkClick r:id="rId5" action="ppaction://hlinksldjump"/>
            <a:extLst>
              <a:ext uri="{FF2B5EF4-FFF2-40B4-BE49-F238E27FC236}">
                <a16:creationId xmlns:a16="http://schemas.microsoft.com/office/drawing/2014/main" id="{7B115951-292B-22B8-6AB9-A93775F353FE}"/>
              </a:ext>
            </a:extLst>
          </p:cNvPr>
          <p:cNvSpPr txBox="1"/>
          <p:nvPr/>
        </p:nvSpPr>
        <p:spPr>
          <a:xfrm>
            <a:off x="3589806" y="4981102"/>
            <a:ext cx="151242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Tactical Edge</a:t>
            </a:r>
          </a:p>
        </p:txBody>
      </p:sp>
      <p:sp>
        <p:nvSpPr>
          <p:cNvPr id="102" name="TextBox 101">
            <a:hlinkClick r:id="rId9" action="ppaction://hlinksldjump"/>
            <a:extLst>
              <a:ext uri="{FF2B5EF4-FFF2-40B4-BE49-F238E27FC236}">
                <a16:creationId xmlns:a16="http://schemas.microsoft.com/office/drawing/2014/main" id="{4634398D-EAD1-71AC-13BB-3C57BD9F3979}"/>
              </a:ext>
            </a:extLst>
          </p:cNvPr>
          <p:cNvSpPr txBox="1"/>
          <p:nvPr/>
        </p:nvSpPr>
        <p:spPr>
          <a:xfrm>
            <a:off x="3508822" y="1635079"/>
            <a:ext cx="167439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&amp; Sovereignty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3F1C0FA-7041-3BC9-6003-5F826C1DA7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2879912" y="212912"/>
            <a:ext cx="6432176" cy="6432176"/>
          </a:xfrm>
          <a:prstGeom prst="rect">
            <a:avLst/>
          </a:prstGeom>
        </p:spPr>
      </p:pic>
      <p:sp>
        <p:nvSpPr>
          <p:cNvPr id="37" name="!!D">
            <a:extLst>
              <a:ext uri="{FF2B5EF4-FFF2-40B4-BE49-F238E27FC236}">
                <a16:creationId xmlns:a16="http://schemas.microsoft.com/office/drawing/2014/main" id="{5BA77EBA-9EA0-0C82-67A2-CC6BCB3308DE}"/>
              </a:ext>
            </a:extLst>
          </p:cNvPr>
          <p:cNvSpPr/>
          <p:nvPr/>
        </p:nvSpPr>
        <p:spPr>
          <a:xfrm>
            <a:off x="-1685581" y="-1122398"/>
            <a:ext cx="951124" cy="709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itle 49">
            <a:extLst>
              <a:ext uri="{FF2B5EF4-FFF2-40B4-BE49-F238E27FC236}">
                <a16:creationId xmlns:a16="http://schemas.microsoft.com/office/drawing/2014/main" id="{44EFC3C2-2CAF-FEF5-6978-879E2260A40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CW7</a:t>
            </a:r>
          </a:p>
        </p:txBody>
      </p:sp>
      <p:grpSp>
        <p:nvGrpSpPr>
          <p:cNvPr id="2" name="!!Circle">
            <a:extLst>
              <a:ext uri="{FF2B5EF4-FFF2-40B4-BE49-F238E27FC236}">
                <a16:creationId xmlns:a16="http://schemas.microsoft.com/office/drawing/2014/main" id="{DC4B7C48-67A6-191F-EE7D-37D608B30B67}"/>
              </a:ext>
            </a:extLst>
          </p:cNvPr>
          <p:cNvGrpSpPr/>
          <p:nvPr/>
        </p:nvGrpSpPr>
        <p:grpSpPr>
          <a:xfrm>
            <a:off x="4811806" y="2144806"/>
            <a:ext cx="2568388" cy="2568388"/>
            <a:chOff x="4473677" y="1806677"/>
            <a:chExt cx="3244646" cy="3244646"/>
          </a:xfrm>
        </p:grpSpPr>
        <p:sp>
          <p:nvSpPr>
            <p:cNvPr id="3" name="!!Content">
              <a:extLst>
                <a:ext uri="{FF2B5EF4-FFF2-40B4-BE49-F238E27FC236}">
                  <a16:creationId xmlns:a16="http://schemas.microsoft.com/office/drawing/2014/main" id="{0EA90D0D-52B8-5527-7209-457DE4DA2166}"/>
                </a:ext>
              </a:extLst>
            </p:cNvPr>
            <p:cNvSpPr/>
            <p:nvPr/>
          </p:nvSpPr>
          <p:spPr>
            <a:xfrm>
              <a:off x="4473677" y="1806677"/>
              <a:ext cx="3244646" cy="3244646"/>
            </a:xfrm>
            <a:prstGeom prst="ellipse">
              <a:avLst/>
            </a:prstGeom>
            <a:solidFill>
              <a:srgbClr val="2728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E810F2D-32A2-E3B5-215B-366E7301373D}"/>
                </a:ext>
              </a:extLst>
            </p:cNvPr>
            <p:cNvGrpSpPr/>
            <p:nvPr/>
          </p:nvGrpSpPr>
          <p:grpSpPr>
            <a:xfrm>
              <a:off x="4807698" y="2548864"/>
              <a:ext cx="2617944" cy="1246399"/>
              <a:chOff x="4763904" y="2591717"/>
              <a:chExt cx="2617944" cy="1246399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0FA4AE-0195-8A39-7C5D-B27FABAD3CD5}"/>
                  </a:ext>
                </a:extLst>
              </p:cNvPr>
              <p:cNvSpPr txBox="1"/>
              <p:nvPr/>
            </p:nvSpPr>
            <p:spPr>
              <a:xfrm>
                <a:off x="4763904" y="2591717"/>
                <a:ext cx="2576607" cy="349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Training &amp; Simulation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71D706-997E-C6C3-C965-A7E4EE0F375C}"/>
                  </a:ext>
                </a:extLst>
              </p:cNvPr>
              <p:cNvSpPr txBox="1"/>
              <p:nvPr/>
            </p:nvSpPr>
            <p:spPr>
              <a:xfrm>
                <a:off x="4980436" y="2986395"/>
                <a:ext cx="2218469" cy="27217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Provide skills, training and tools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FA5D2F-68CC-6161-9A93-A413B5625625}"/>
                  </a:ext>
                </a:extLst>
              </p:cNvPr>
              <p:cNvSpPr txBox="1"/>
              <p:nvPr/>
            </p:nvSpPr>
            <p:spPr>
              <a:xfrm>
                <a:off x="4797496" y="3313217"/>
                <a:ext cx="2584352" cy="524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Challenge: Rapid training pipelines and synthetic environments to reduce risk and accelerate adoption.</a:t>
                </a:r>
              </a:p>
            </p:txBody>
          </p:sp>
        </p:grpSp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0F09C25D-5703-236F-EF25-FAA76F11220C}"/>
                </a:ext>
              </a:extLst>
            </p:cNvPr>
            <p:cNvSpPr/>
            <p:nvPr/>
          </p:nvSpPr>
          <p:spPr>
            <a:xfrm>
              <a:off x="5353872" y="4082377"/>
              <a:ext cx="1494426" cy="376322"/>
            </a:xfrm>
            <a:prstGeom prst="rect">
              <a:avLst/>
            </a:prstGeom>
            <a:solidFill>
              <a:srgbClr val="E740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Explore solution</a:t>
              </a:r>
            </a:p>
          </p:txBody>
        </p:sp>
      </p:grpSp>
      <p:pic>
        <p:nvPicPr>
          <p:cNvPr id="12" name="!!Inset">
            <a:extLst>
              <a:ext uri="{FF2B5EF4-FFF2-40B4-BE49-F238E27FC236}">
                <a16:creationId xmlns:a16="http://schemas.microsoft.com/office/drawing/2014/main" id="{4D30156E-04DA-DA2F-D482-0F1BBA43B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6" t="17091" r="56917"/>
          <a:stretch>
            <a:fillRect/>
          </a:stretch>
        </p:blipFill>
        <p:spPr>
          <a:xfrm>
            <a:off x="192088" y="4548948"/>
            <a:ext cx="1784423" cy="2102336"/>
          </a:xfrm>
          <a:custGeom>
            <a:avLst/>
            <a:gdLst>
              <a:gd name="csX0" fmla="*/ 51564 w 2931458"/>
              <a:gd name="csY0" fmla="*/ 0 h 3684493"/>
              <a:gd name="csX1" fmla="*/ 2879894 w 2931458"/>
              <a:gd name="csY1" fmla="*/ 0 h 3684493"/>
              <a:gd name="csX2" fmla="*/ 2931458 w 2931458"/>
              <a:gd name="csY2" fmla="*/ 51564 h 3684493"/>
              <a:gd name="csX3" fmla="*/ 2931458 w 2931458"/>
              <a:gd name="csY3" fmla="*/ 3632929 h 3684493"/>
              <a:gd name="csX4" fmla="*/ 2879894 w 2931458"/>
              <a:gd name="csY4" fmla="*/ 3684493 h 3684493"/>
              <a:gd name="csX5" fmla="*/ 51564 w 2931458"/>
              <a:gd name="csY5" fmla="*/ 3684493 h 3684493"/>
              <a:gd name="csX6" fmla="*/ 0 w 2931458"/>
              <a:gd name="csY6" fmla="*/ 3632929 h 3684493"/>
              <a:gd name="csX7" fmla="*/ 0 w 2931458"/>
              <a:gd name="csY7" fmla="*/ 51564 h 3684493"/>
              <a:gd name="csX8" fmla="*/ 51564 w 2931458"/>
              <a:gd name="csY8" fmla="*/ 0 h 36844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931458" h="3684493">
                <a:moveTo>
                  <a:pt x="51564" y="0"/>
                </a:moveTo>
                <a:lnTo>
                  <a:pt x="2879894" y="0"/>
                </a:lnTo>
                <a:cubicBezTo>
                  <a:pt x="2908372" y="0"/>
                  <a:pt x="2931458" y="23086"/>
                  <a:pt x="2931458" y="51564"/>
                </a:cubicBezTo>
                <a:lnTo>
                  <a:pt x="2931458" y="3632929"/>
                </a:lnTo>
                <a:cubicBezTo>
                  <a:pt x="2931458" y="3661407"/>
                  <a:pt x="2908372" y="3684493"/>
                  <a:pt x="2879894" y="3684493"/>
                </a:cubicBezTo>
                <a:lnTo>
                  <a:pt x="51564" y="3684493"/>
                </a:lnTo>
                <a:cubicBezTo>
                  <a:pt x="23086" y="3684493"/>
                  <a:pt x="0" y="3661407"/>
                  <a:pt x="0" y="3632929"/>
                </a:cubicBezTo>
                <a:lnTo>
                  <a:pt x="0" y="51564"/>
                </a:lnTo>
                <a:cubicBezTo>
                  <a:pt x="0" y="23086"/>
                  <a:pt x="23086" y="0"/>
                  <a:pt x="5156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52450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09F24-7B07-D481-F807-1B9B64AA3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!!Background">
            <a:extLst>
              <a:ext uri="{FF2B5EF4-FFF2-40B4-BE49-F238E27FC236}">
                <a16:creationId xmlns:a16="http://schemas.microsoft.com/office/drawing/2014/main" id="{448449D9-649A-DEBE-87F4-05DA394C7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" t="504" r="888" b="504"/>
          <a:stretch>
            <a:fillRect/>
          </a:stretch>
        </p:blipFill>
        <p:spPr>
          <a:xfrm>
            <a:off x="-724664" y="-407624"/>
            <a:ext cx="13641328" cy="7673248"/>
          </a:xfrm>
          <a:prstGeom prst="rect">
            <a:avLst/>
          </a:prstGeom>
        </p:spPr>
      </p:pic>
      <p:sp>
        <p:nvSpPr>
          <p:cNvPr id="54" name="Free-form: Shape 53">
            <a:hlinkClick r:id="rId3" action="ppaction://hlinksldjump"/>
            <a:extLst>
              <a:ext uri="{FF2B5EF4-FFF2-40B4-BE49-F238E27FC236}">
                <a16:creationId xmlns:a16="http://schemas.microsoft.com/office/drawing/2014/main" id="{35458977-266B-3220-EA11-310733E01360}"/>
              </a:ext>
            </a:extLst>
          </p:cNvPr>
          <p:cNvSpPr/>
          <p:nvPr/>
        </p:nvSpPr>
        <p:spPr>
          <a:xfrm>
            <a:off x="4910219" y="4751868"/>
            <a:ext cx="2369542" cy="1888974"/>
          </a:xfrm>
          <a:custGeom>
            <a:avLst/>
            <a:gdLst>
              <a:gd name="csX0" fmla="*/ 689027 w 2369542"/>
              <a:gd name="csY0" fmla="*/ 0 h 1888974"/>
              <a:gd name="csX1" fmla="*/ 1184782 w 2369542"/>
              <a:gd name="csY1" fmla="*/ 89411 h 1888974"/>
              <a:gd name="csX2" fmla="*/ 1680516 w 2369542"/>
              <a:gd name="csY2" fmla="*/ 7 h 1888974"/>
              <a:gd name="csX3" fmla="*/ 2369543 w 2369542"/>
              <a:gd name="csY3" fmla="*/ 1663455 h 1888974"/>
              <a:gd name="csX4" fmla="*/ 1184782 w 2369542"/>
              <a:gd name="csY4" fmla="*/ 1888975 h 1888974"/>
              <a:gd name="csX5" fmla="*/ 0 w 2369542"/>
              <a:gd name="csY5" fmla="*/ 1663455 h 1888974"/>
              <a:gd name="csX6" fmla="*/ 689027 w 2369542"/>
              <a:gd name="csY6" fmla="*/ 0 h 1888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74">
                <a:moveTo>
                  <a:pt x="689027" y="0"/>
                </a:moveTo>
                <a:cubicBezTo>
                  <a:pt x="843285" y="57795"/>
                  <a:pt x="1010344" y="89411"/>
                  <a:pt x="1184782" y="89411"/>
                </a:cubicBezTo>
                <a:cubicBezTo>
                  <a:pt x="1359213" y="89411"/>
                  <a:pt x="1526258" y="57802"/>
                  <a:pt x="1680516" y="7"/>
                </a:cubicBezTo>
                <a:lnTo>
                  <a:pt x="2369543" y="1663455"/>
                </a:lnTo>
                <a:cubicBezTo>
                  <a:pt x="2002940" y="1808968"/>
                  <a:pt x="1603200" y="1888975"/>
                  <a:pt x="1184782" y="1888975"/>
                </a:cubicBezTo>
                <a:cubicBezTo>
                  <a:pt x="766350" y="1888975"/>
                  <a:pt x="366610" y="1808975"/>
                  <a:pt x="0" y="1663455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8" name="Free-form: Shape 57">
            <a:hlinkClick r:id="rId4" action="ppaction://hlinksldjump"/>
            <a:extLst>
              <a:ext uri="{FF2B5EF4-FFF2-40B4-BE49-F238E27FC236}">
                <a16:creationId xmlns:a16="http://schemas.microsoft.com/office/drawing/2014/main" id="{22A6CDF9-54A0-0BBC-59C4-FE40372A1869}"/>
              </a:ext>
            </a:extLst>
          </p:cNvPr>
          <p:cNvSpPr/>
          <p:nvPr/>
        </p:nvSpPr>
        <p:spPr>
          <a:xfrm>
            <a:off x="3144913" y="4013553"/>
            <a:ext cx="2364515" cy="2364521"/>
          </a:xfrm>
          <a:custGeom>
            <a:avLst/>
            <a:gdLst>
              <a:gd name="csX0" fmla="*/ 1663449 w 2364515"/>
              <a:gd name="csY0" fmla="*/ 0 h 2364521"/>
              <a:gd name="csX1" fmla="*/ 2364516 w 2364515"/>
              <a:gd name="csY1" fmla="*/ 701074 h 2364521"/>
              <a:gd name="csX2" fmla="*/ 1675489 w 2364515"/>
              <a:gd name="csY2" fmla="*/ 2364522 h 2364521"/>
              <a:gd name="csX3" fmla="*/ 0 w 2364515"/>
              <a:gd name="csY3" fmla="*/ 689027 h 2364521"/>
              <a:gd name="csX4" fmla="*/ 1663449 w 2364515"/>
              <a:gd name="csY4" fmla="*/ 0 h 2364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1">
                <a:moveTo>
                  <a:pt x="1663449" y="0"/>
                </a:moveTo>
                <a:cubicBezTo>
                  <a:pt x="1804708" y="309888"/>
                  <a:pt x="2054627" y="559807"/>
                  <a:pt x="2364516" y="701074"/>
                </a:cubicBezTo>
                <a:lnTo>
                  <a:pt x="1675489" y="2364522"/>
                </a:lnTo>
                <a:cubicBezTo>
                  <a:pt x="925908" y="2040222"/>
                  <a:pt x="324296" y="1438608"/>
                  <a:pt x="0" y="689027"/>
                </a:cubicBezTo>
                <a:lnTo>
                  <a:pt x="1663449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0" name="Free-form: Shape 59">
            <a:hlinkClick r:id="rId5" action="ppaction://hlinksldjump"/>
            <a:extLst>
              <a:ext uri="{FF2B5EF4-FFF2-40B4-BE49-F238E27FC236}">
                <a16:creationId xmlns:a16="http://schemas.microsoft.com/office/drawing/2014/main" id="{BD8E866A-6AC6-F681-F6AA-259231A5DA03}"/>
              </a:ext>
            </a:extLst>
          </p:cNvPr>
          <p:cNvSpPr/>
          <p:nvPr/>
        </p:nvSpPr>
        <p:spPr>
          <a:xfrm>
            <a:off x="6680553" y="4013560"/>
            <a:ext cx="2364521" cy="2364514"/>
          </a:xfrm>
          <a:custGeom>
            <a:avLst/>
            <a:gdLst>
              <a:gd name="csX0" fmla="*/ 2364522 w 2364521"/>
              <a:gd name="csY0" fmla="*/ 689027 h 2364514"/>
              <a:gd name="csX1" fmla="*/ 689027 w 2364521"/>
              <a:gd name="csY1" fmla="*/ 2364515 h 2364514"/>
              <a:gd name="csX2" fmla="*/ 0 w 2364521"/>
              <a:gd name="csY2" fmla="*/ 701067 h 2364514"/>
              <a:gd name="csX3" fmla="*/ 701074 w 2364521"/>
              <a:gd name="csY3" fmla="*/ 0 h 2364514"/>
              <a:gd name="csX4" fmla="*/ 2364522 w 2364521"/>
              <a:gd name="csY4" fmla="*/ 689027 h 236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21" h="2364514">
                <a:moveTo>
                  <a:pt x="2364522" y="689027"/>
                </a:moveTo>
                <a:cubicBezTo>
                  <a:pt x="2040222" y="1438607"/>
                  <a:pt x="1438608" y="2040222"/>
                  <a:pt x="689027" y="2364515"/>
                </a:cubicBezTo>
                <a:lnTo>
                  <a:pt x="0" y="701067"/>
                </a:lnTo>
                <a:cubicBezTo>
                  <a:pt x="309888" y="559807"/>
                  <a:pt x="559814" y="309888"/>
                  <a:pt x="701074" y="0"/>
                </a:cubicBezTo>
                <a:lnTo>
                  <a:pt x="2364522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2" name="Free-form: Shape 61">
            <a:hlinkClick r:id="rId6" action="ppaction://hlinksldjump"/>
            <a:extLst>
              <a:ext uri="{FF2B5EF4-FFF2-40B4-BE49-F238E27FC236}">
                <a16:creationId xmlns:a16="http://schemas.microsoft.com/office/drawing/2014/main" id="{C1BEBA26-4110-F635-BDD6-5BFCDD14E909}"/>
              </a:ext>
            </a:extLst>
          </p:cNvPr>
          <p:cNvSpPr/>
          <p:nvPr/>
        </p:nvSpPr>
        <p:spPr>
          <a:xfrm>
            <a:off x="7418868" y="2243226"/>
            <a:ext cx="1888974" cy="2369542"/>
          </a:xfrm>
          <a:custGeom>
            <a:avLst/>
            <a:gdLst>
              <a:gd name="csX0" fmla="*/ 1663455 w 1888974"/>
              <a:gd name="csY0" fmla="*/ 0 h 2369542"/>
              <a:gd name="csX1" fmla="*/ 1888975 w 1888974"/>
              <a:gd name="csY1" fmla="*/ 1184775 h 2369542"/>
              <a:gd name="csX2" fmla="*/ 1663455 w 1888974"/>
              <a:gd name="csY2" fmla="*/ 2369543 h 2369542"/>
              <a:gd name="csX3" fmla="*/ 0 w 1888974"/>
              <a:gd name="csY3" fmla="*/ 1680509 h 2369542"/>
              <a:gd name="csX4" fmla="*/ 89411 w 1888974"/>
              <a:gd name="csY4" fmla="*/ 1184775 h 2369542"/>
              <a:gd name="csX5" fmla="*/ 0 w 1888974"/>
              <a:gd name="csY5" fmla="*/ 689020 h 2369542"/>
              <a:gd name="csX6" fmla="*/ 1663455 w 1888974"/>
              <a:gd name="csY6" fmla="*/ 0 h 2369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74" h="2369542">
                <a:moveTo>
                  <a:pt x="1663455" y="0"/>
                </a:moveTo>
                <a:cubicBezTo>
                  <a:pt x="1808975" y="366610"/>
                  <a:pt x="1888975" y="766343"/>
                  <a:pt x="1888975" y="1184775"/>
                </a:cubicBezTo>
                <a:cubicBezTo>
                  <a:pt x="1888975" y="1603200"/>
                  <a:pt x="1808975" y="2002933"/>
                  <a:pt x="1663455" y="2369543"/>
                </a:cubicBezTo>
                <a:lnTo>
                  <a:pt x="0" y="1680509"/>
                </a:lnTo>
                <a:cubicBezTo>
                  <a:pt x="57795" y="1526251"/>
                  <a:pt x="89411" y="1359206"/>
                  <a:pt x="89411" y="1184775"/>
                </a:cubicBezTo>
                <a:cubicBezTo>
                  <a:pt x="89411" y="1010337"/>
                  <a:pt x="57795" y="843278"/>
                  <a:pt x="0" y="689020"/>
                </a:cubicBezTo>
                <a:lnTo>
                  <a:pt x="1663455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4" name="Free-form: Shape 63">
            <a:hlinkClick r:id="rId7" action="ppaction://hlinksldjump"/>
            <a:extLst>
              <a:ext uri="{FF2B5EF4-FFF2-40B4-BE49-F238E27FC236}">
                <a16:creationId xmlns:a16="http://schemas.microsoft.com/office/drawing/2014/main" id="{58A7C779-1B8B-E814-5A23-463306A6F20E}"/>
              </a:ext>
            </a:extLst>
          </p:cNvPr>
          <p:cNvSpPr/>
          <p:nvPr/>
        </p:nvSpPr>
        <p:spPr>
          <a:xfrm>
            <a:off x="2882153" y="2243226"/>
            <a:ext cx="1888967" cy="2369536"/>
          </a:xfrm>
          <a:custGeom>
            <a:avLst/>
            <a:gdLst>
              <a:gd name="csX0" fmla="*/ 1888968 w 1888967"/>
              <a:gd name="csY0" fmla="*/ 689027 h 2369536"/>
              <a:gd name="csX1" fmla="*/ 1799571 w 1888967"/>
              <a:gd name="csY1" fmla="*/ 1184775 h 2369536"/>
              <a:gd name="csX2" fmla="*/ 1888961 w 1888967"/>
              <a:gd name="csY2" fmla="*/ 1680502 h 2369536"/>
              <a:gd name="csX3" fmla="*/ 225516 w 1888967"/>
              <a:gd name="csY3" fmla="*/ 2369536 h 2369536"/>
              <a:gd name="csX4" fmla="*/ 0 w 1888967"/>
              <a:gd name="csY4" fmla="*/ 1184775 h 2369536"/>
              <a:gd name="csX5" fmla="*/ 225516 w 1888967"/>
              <a:gd name="csY5" fmla="*/ 0 h 2369536"/>
              <a:gd name="csX6" fmla="*/ 1888968 w 1888967"/>
              <a:gd name="csY6" fmla="*/ 689027 h 2369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88967" h="2369536">
                <a:moveTo>
                  <a:pt x="1888968" y="689027"/>
                </a:moveTo>
                <a:cubicBezTo>
                  <a:pt x="1831173" y="843285"/>
                  <a:pt x="1799571" y="1010337"/>
                  <a:pt x="1799571" y="1184775"/>
                </a:cubicBezTo>
                <a:cubicBezTo>
                  <a:pt x="1799571" y="1359199"/>
                  <a:pt x="1831173" y="1526251"/>
                  <a:pt x="1888961" y="1680502"/>
                </a:cubicBezTo>
                <a:lnTo>
                  <a:pt x="225516" y="2369536"/>
                </a:lnTo>
                <a:cubicBezTo>
                  <a:pt x="79999" y="2002933"/>
                  <a:pt x="0" y="1603193"/>
                  <a:pt x="0" y="1184775"/>
                </a:cubicBezTo>
                <a:cubicBezTo>
                  <a:pt x="0" y="766350"/>
                  <a:pt x="79998" y="366610"/>
                  <a:pt x="225516" y="0"/>
                </a:cubicBezTo>
                <a:lnTo>
                  <a:pt x="1888968" y="689027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6" name="Free-form: Shape 65">
            <a:hlinkClick r:id="rId8" action="ppaction://hlinksldjump"/>
            <a:extLst>
              <a:ext uri="{FF2B5EF4-FFF2-40B4-BE49-F238E27FC236}">
                <a16:creationId xmlns:a16="http://schemas.microsoft.com/office/drawing/2014/main" id="{773195D3-66F8-47F7-E927-2C23B58BFEFC}"/>
              </a:ext>
            </a:extLst>
          </p:cNvPr>
          <p:cNvSpPr/>
          <p:nvPr/>
        </p:nvSpPr>
        <p:spPr>
          <a:xfrm>
            <a:off x="3144913" y="477913"/>
            <a:ext cx="2364515" cy="2364522"/>
          </a:xfrm>
          <a:custGeom>
            <a:avLst/>
            <a:gdLst>
              <a:gd name="csX0" fmla="*/ 2364516 w 2364515"/>
              <a:gd name="csY0" fmla="*/ 1663449 h 2364522"/>
              <a:gd name="csX1" fmla="*/ 1663449 w 2364515"/>
              <a:gd name="csY1" fmla="*/ 2364522 h 2364522"/>
              <a:gd name="csX2" fmla="*/ 0 w 2364515"/>
              <a:gd name="csY2" fmla="*/ 1675495 h 2364522"/>
              <a:gd name="csX3" fmla="*/ 1675489 w 2364515"/>
              <a:gd name="csY3" fmla="*/ 0 h 2364522"/>
              <a:gd name="csX4" fmla="*/ 2364516 w 2364515"/>
              <a:gd name="csY4" fmla="*/ 1663449 h 23645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5" h="2364522">
                <a:moveTo>
                  <a:pt x="2364516" y="1663449"/>
                </a:moveTo>
                <a:cubicBezTo>
                  <a:pt x="2054627" y="1804708"/>
                  <a:pt x="1804708" y="2054634"/>
                  <a:pt x="1663449" y="2364522"/>
                </a:cubicBezTo>
                <a:lnTo>
                  <a:pt x="0" y="1675495"/>
                </a:lnTo>
                <a:cubicBezTo>
                  <a:pt x="324296" y="925915"/>
                  <a:pt x="925908" y="324298"/>
                  <a:pt x="1675489" y="0"/>
                </a:cubicBezTo>
                <a:lnTo>
                  <a:pt x="2364516" y="1663449"/>
                </a:lnTo>
                <a:close/>
              </a:path>
            </a:pathLst>
          </a:custGeom>
          <a:solidFill>
            <a:srgbClr val="3D4146">
              <a:alpha val="95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8" name="Free-form: Shape 67">
            <a:hlinkClick r:id="rId9" action="ppaction://hlinksldjump"/>
            <a:extLst>
              <a:ext uri="{FF2B5EF4-FFF2-40B4-BE49-F238E27FC236}">
                <a16:creationId xmlns:a16="http://schemas.microsoft.com/office/drawing/2014/main" id="{3589E55E-910B-52FA-8901-D1B9E62BE32B}"/>
              </a:ext>
            </a:extLst>
          </p:cNvPr>
          <p:cNvSpPr/>
          <p:nvPr/>
        </p:nvSpPr>
        <p:spPr>
          <a:xfrm>
            <a:off x="6680560" y="477913"/>
            <a:ext cx="2364514" cy="2364515"/>
          </a:xfrm>
          <a:custGeom>
            <a:avLst/>
            <a:gdLst>
              <a:gd name="csX0" fmla="*/ 689027 w 2364514"/>
              <a:gd name="csY0" fmla="*/ 0 h 2364515"/>
              <a:gd name="csX1" fmla="*/ 2364515 w 2364514"/>
              <a:gd name="csY1" fmla="*/ 1675495 h 2364515"/>
              <a:gd name="csX2" fmla="*/ 701067 w 2364514"/>
              <a:gd name="csY2" fmla="*/ 2364516 h 2364515"/>
              <a:gd name="csX3" fmla="*/ 0 w 2364514"/>
              <a:gd name="csY3" fmla="*/ 1663449 h 2364515"/>
              <a:gd name="csX4" fmla="*/ 689027 w 2364514"/>
              <a:gd name="csY4" fmla="*/ 0 h 2364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64514" h="2364515">
                <a:moveTo>
                  <a:pt x="689027" y="0"/>
                </a:moveTo>
                <a:cubicBezTo>
                  <a:pt x="1438607" y="324297"/>
                  <a:pt x="2040222" y="925915"/>
                  <a:pt x="2364515" y="1675495"/>
                </a:cubicBezTo>
                <a:lnTo>
                  <a:pt x="701067" y="2364516"/>
                </a:lnTo>
                <a:cubicBezTo>
                  <a:pt x="559807" y="2054627"/>
                  <a:pt x="309888" y="1804708"/>
                  <a:pt x="0" y="1663449"/>
                </a:cubicBezTo>
                <a:lnTo>
                  <a:pt x="689027" y="0"/>
                </a:ln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0" name="Free-form: Shape 69">
            <a:hlinkClick r:id="rId10" action="ppaction://hlinksldjump"/>
            <a:extLst>
              <a:ext uri="{FF2B5EF4-FFF2-40B4-BE49-F238E27FC236}">
                <a16:creationId xmlns:a16="http://schemas.microsoft.com/office/drawing/2014/main" id="{394C9DDD-2FE5-A109-A1A9-A2C8E549080F}"/>
              </a:ext>
            </a:extLst>
          </p:cNvPr>
          <p:cNvSpPr/>
          <p:nvPr/>
        </p:nvSpPr>
        <p:spPr>
          <a:xfrm>
            <a:off x="4910219" y="215153"/>
            <a:ext cx="2369542" cy="1888967"/>
          </a:xfrm>
          <a:custGeom>
            <a:avLst/>
            <a:gdLst>
              <a:gd name="csX0" fmla="*/ 1184782 w 2369542"/>
              <a:gd name="csY0" fmla="*/ 0 h 1888967"/>
              <a:gd name="csX1" fmla="*/ 2369543 w 2369542"/>
              <a:gd name="csY1" fmla="*/ 225516 h 1888967"/>
              <a:gd name="csX2" fmla="*/ 1680516 w 2369542"/>
              <a:gd name="csY2" fmla="*/ 1888961 h 1888967"/>
              <a:gd name="csX3" fmla="*/ 1184782 w 2369542"/>
              <a:gd name="csY3" fmla="*/ 1799571 h 1888967"/>
              <a:gd name="csX4" fmla="*/ 689027 w 2369542"/>
              <a:gd name="csY4" fmla="*/ 1888968 h 1888967"/>
              <a:gd name="csX5" fmla="*/ 0 w 2369542"/>
              <a:gd name="csY5" fmla="*/ 225516 h 1888967"/>
              <a:gd name="csX6" fmla="*/ 1184782 w 2369542"/>
              <a:gd name="csY6" fmla="*/ 0 h 18889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69542" h="1888967">
                <a:moveTo>
                  <a:pt x="1184782" y="0"/>
                </a:moveTo>
                <a:cubicBezTo>
                  <a:pt x="1603200" y="0"/>
                  <a:pt x="2002940" y="79999"/>
                  <a:pt x="2369543" y="225516"/>
                </a:cubicBezTo>
                <a:lnTo>
                  <a:pt x="1680516" y="1888961"/>
                </a:lnTo>
                <a:cubicBezTo>
                  <a:pt x="1526258" y="1831173"/>
                  <a:pt x="1359213" y="1799571"/>
                  <a:pt x="1184782" y="1799571"/>
                </a:cubicBezTo>
                <a:cubicBezTo>
                  <a:pt x="1010344" y="1799571"/>
                  <a:pt x="843285" y="1831173"/>
                  <a:pt x="689027" y="1888968"/>
                </a:cubicBezTo>
                <a:lnTo>
                  <a:pt x="0" y="225516"/>
                </a:lnTo>
                <a:cubicBezTo>
                  <a:pt x="366610" y="79996"/>
                  <a:pt x="766350" y="0"/>
                  <a:pt x="1184782" y="0"/>
                </a:cubicBezTo>
                <a:close/>
              </a:path>
            </a:pathLst>
          </a:custGeom>
          <a:solidFill>
            <a:srgbClr val="3D4146">
              <a:alpha val="5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2" name="Free-form: Shape 71">
            <a:extLst>
              <a:ext uri="{FF2B5EF4-FFF2-40B4-BE49-F238E27FC236}">
                <a16:creationId xmlns:a16="http://schemas.microsoft.com/office/drawing/2014/main" id="{832F5C71-CD3A-6E96-880D-E1B8B8E61E95}"/>
              </a:ext>
            </a:extLst>
          </p:cNvPr>
          <p:cNvSpPr/>
          <p:nvPr/>
        </p:nvSpPr>
        <p:spPr>
          <a:xfrm>
            <a:off x="5599246" y="4672011"/>
            <a:ext cx="991488" cy="169267"/>
          </a:xfrm>
          <a:custGeom>
            <a:avLst/>
            <a:gdLst>
              <a:gd name="csX0" fmla="*/ 33076 w 991488"/>
              <a:gd name="csY0" fmla="*/ 0 h 169267"/>
              <a:gd name="csX1" fmla="*/ 495754 w 991488"/>
              <a:gd name="csY1" fmla="*/ 82928 h 169267"/>
              <a:gd name="csX2" fmla="*/ 958413 w 991488"/>
              <a:gd name="csY2" fmla="*/ 7 h 169267"/>
              <a:gd name="csX3" fmla="*/ 991489 w 991488"/>
              <a:gd name="csY3" fmla="*/ 79864 h 169267"/>
              <a:gd name="csX4" fmla="*/ 495754 w 991488"/>
              <a:gd name="csY4" fmla="*/ 169267 h 169267"/>
              <a:gd name="csX5" fmla="*/ 0 w 991488"/>
              <a:gd name="csY5" fmla="*/ 79857 h 169267"/>
              <a:gd name="csX6" fmla="*/ 33076 w 991488"/>
              <a:gd name="csY6" fmla="*/ 0 h 169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8" h="169267">
                <a:moveTo>
                  <a:pt x="33076" y="0"/>
                </a:moveTo>
                <a:cubicBezTo>
                  <a:pt x="177135" y="53603"/>
                  <a:pt x="333017" y="82928"/>
                  <a:pt x="495754" y="82928"/>
                </a:cubicBezTo>
                <a:cubicBezTo>
                  <a:pt x="658478" y="82928"/>
                  <a:pt x="814353" y="53610"/>
                  <a:pt x="958413" y="7"/>
                </a:cubicBezTo>
                <a:lnTo>
                  <a:pt x="991489" y="79864"/>
                </a:lnTo>
                <a:cubicBezTo>
                  <a:pt x="837231" y="137659"/>
                  <a:pt x="670186" y="169267"/>
                  <a:pt x="495754" y="169267"/>
                </a:cubicBezTo>
                <a:cubicBezTo>
                  <a:pt x="321317" y="169267"/>
                  <a:pt x="154258" y="137652"/>
                  <a:pt x="0" y="79857"/>
                </a:cubicBezTo>
                <a:lnTo>
                  <a:pt x="33076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4" name="Free-form: Shape 73">
            <a:extLst>
              <a:ext uri="{FF2B5EF4-FFF2-40B4-BE49-F238E27FC236}">
                <a16:creationId xmlns:a16="http://schemas.microsoft.com/office/drawing/2014/main" id="{11F598AD-3F99-E391-53D9-63072438CD38}"/>
              </a:ext>
            </a:extLst>
          </p:cNvPr>
          <p:cNvSpPr/>
          <p:nvPr/>
        </p:nvSpPr>
        <p:spPr>
          <a:xfrm>
            <a:off x="5599245" y="2014717"/>
            <a:ext cx="991489" cy="169260"/>
          </a:xfrm>
          <a:custGeom>
            <a:avLst/>
            <a:gdLst>
              <a:gd name="csX0" fmla="*/ 958413 w 991489"/>
              <a:gd name="csY0" fmla="*/ 169260 h 169260"/>
              <a:gd name="csX1" fmla="*/ 495741 w 991489"/>
              <a:gd name="csY1" fmla="*/ 86339 h 169260"/>
              <a:gd name="csX2" fmla="*/ 33076 w 991489"/>
              <a:gd name="csY2" fmla="*/ 169254 h 169260"/>
              <a:gd name="csX3" fmla="*/ 0 w 991489"/>
              <a:gd name="csY3" fmla="*/ 89397 h 169260"/>
              <a:gd name="csX4" fmla="*/ 495741 w 991489"/>
              <a:gd name="csY4" fmla="*/ 0 h 169260"/>
              <a:gd name="csX5" fmla="*/ 991489 w 991489"/>
              <a:gd name="csY5" fmla="*/ 89403 h 169260"/>
              <a:gd name="csX6" fmla="*/ 958413 w 991489"/>
              <a:gd name="csY6" fmla="*/ 169260 h 169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1489" h="169260">
                <a:moveTo>
                  <a:pt x="958413" y="169260"/>
                </a:moveTo>
                <a:cubicBezTo>
                  <a:pt x="814354" y="115658"/>
                  <a:pt x="658472" y="86339"/>
                  <a:pt x="495741" y="86339"/>
                </a:cubicBezTo>
                <a:cubicBezTo>
                  <a:pt x="333010" y="86339"/>
                  <a:pt x="177135" y="115651"/>
                  <a:pt x="33076" y="169254"/>
                </a:cubicBezTo>
                <a:lnTo>
                  <a:pt x="0" y="89397"/>
                </a:lnTo>
                <a:cubicBezTo>
                  <a:pt x="154258" y="31602"/>
                  <a:pt x="321303" y="0"/>
                  <a:pt x="495741" y="0"/>
                </a:cubicBezTo>
                <a:cubicBezTo>
                  <a:pt x="670179" y="0"/>
                  <a:pt x="837231" y="31609"/>
                  <a:pt x="991489" y="89403"/>
                </a:cubicBezTo>
                <a:lnTo>
                  <a:pt x="958413" y="16926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6" name="Free-form: Shape 75">
            <a:extLst>
              <a:ext uri="{FF2B5EF4-FFF2-40B4-BE49-F238E27FC236}">
                <a16:creationId xmlns:a16="http://schemas.microsoft.com/office/drawing/2014/main" id="{3E0E19BF-0DB3-5836-F7F5-47519AAAC69E}"/>
              </a:ext>
            </a:extLst>
          </p:cNvPr>
          <p:cNvSpPr/>
          <p:nvPr/>
        </p:nvSpPr>
        <p:spPr>
          <a:xfrm>
            <a:off x="4808361" y="3980477"/>
            <a:ext cx="734143" cy="734150"/>
          </a:xfrm>
          <a:custGeom>
            <a:avLst/>
            <a:gdLst>
              <a:gd name="csX0" fmla="*/ 79857 w 734143"/>
              <a:gd name="csY0" fmla="*/ 0 h 734150"/>
              <a:gd name="csX1" fmla="*/ 734143 w 734143"/>
              <a:gd name="csY1" fmla="*/ 654293 h 734150"/>
              <a:gd name="csX2" fmla="*/ 701067 w 734143"/>
              <a:gd name="csY2" fmla="*/ 734150 h 734150"/>
              <a:gd name="csX3" fmla="*/ 0 w 734143"/>
              <a:gd name="csY3" fmla="*/ 33076 h 734150"/>
              <a:gd name="csX4" fmla="*/ 79857 w 734143"/>
              <a:gd name="csY4" fmla="*/ 0 h 734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43" h="734150">
                <a:moveTo>
                  <a:pt x="79857" y="0"/>
                </a:moveTo>
                <a:cubicBezTo>
                  <a:pt x="212290" y="288805"/>
                  <a:pt x="445339" y="521853"/>
                  <a:pt x="734143" y="654293"/>
                </a:cubicBezTo>
                <a:lnTo>
                  <a:pt x="701067" y="734150"/>
                </a:lnTo>
                <a:cubicBezTo>
                  <a:pt x="391179" y="592883"/>
                  <a:pt x="141260" y="342964"/>
                  <a:pt x="0" y="33076"/>
                </a:cubicBezTo>
                <a:lnTo>
                  <a:pt x="79857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8" name="Free-form: Shape 77">
            <a:extLst>
              <a:ext uri="{FF2B5EF4-FFF2-40B4-BE49-F238E27FC236}">
                <a16:creationId xmlns:a16="http://schemas.microsoft.com/office/drawing/2014/main" id="{1D136374-EC6B-D394-4C98-41575409148C}"/>
              </a:ext>
            </a:extLst>
          </p:cNvPr>
          <p:cNvSpPr/>
          <p:nvPr/>
        </p:nvSpPr>
        <p:spPr>
          <a:xfrm>
            <a:off x="6647477" y="3980483"/>
            <a:ext cx="734150" cy="734143"/>
          </a:xfrm>
          <a:custGeom>
            <a:avLst/>
            <a:gdLst>
              <a:gd name="csX0" fmla="*/ 734150 w 734150"/>
              <a:gd name="csY0" fmla="*/ 33076 h 734143"/>
              <a:gd name="csX1" fmla="*/ 33076 w 734150"/>
              <a:gd name="csY1" fmla="*/ 734143 h 734143"/>
              <a:gd name="csX2" fmla="*/ 0 w 734150"/>
              <a:gd name="csY2" fmla="*/ 654287 h 734143"/>
              <a:gd name="csX3" fmla="*/ 654293 w 734150"/>
              <a:gd name="csY3" fmla="*/ 0 h 734143"/>
              <a:gd name="csX4" fmla="*/ 734150 w 734150"/>
              <a:gd name="csY4" fmla="*/ 33076 h 734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50" h="734143">
                <a:moveTo>
                  <a:pt x="734150" y="33076"/>
                </a:moveTo>
                <a:cubicBezTo>
                  <a:pt x="592890" y="342964"/>
                  <a:pt x="342964" y="592883"/>
                  <a:pt x="33076" y="734143"/>
                </a:cubicBezTo>
                <a:lnTo>
                  <a:pt x="0" y="654287"/>
                </a:lnTo>
                <a:cubicBezTo>
                  <a:pt x="288805" y="521853"/>
                  <a:pt x="521853" y="288805"/>
                  <a:pt x="654293" y="0"/>
                </a:cubicBezTo>
                <a:lnTo>
                  <a:pt x="734150" y="33076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0" name="Free-form: Shape 79">
            <a:extLst>
              <a:ext uri="{FF2B5EF4-FFF2-40B4-BE49-F238E27FC236}">
                <a16:creationId xmlns:a16="http://schemas.microsoft.com/office/drawing/2014/main" id="{2770AD6B-DFBB-5C3E-493A-FA5FA27F1EC7}"/>
              </a:ext>
            </a:extLst>
          </p:cNvPr>
          <p:cNvSpPr/>
          <p:nvPr/>
        </p:nvSpPr>
        <p:spPr>
          <a:xfrm>
            <a:off x="7339011" y="2932253"/>
            <a:ext cx="169267" cy="991481"/>
          </a:xfrm>
          <a:custGeom>
            <a:avLst/>
            <a:gdLst>
              <a:gd name="csX0" fmla="*/ 79844 w 169267"/>
              <a:gd name="csY0" fmla="*/ 0 h 991481"/>
              <a:gd name="csX1" fmla="*/ 169267 w 169267"/>
              <a:gd name="csY1" fmla="*/ 495748 h 991481"/>
              <a:gd name="csX2" fmla="*/ 79857 w 169267"/>
              <a:gd name="csY2" fmla="*/ 991482 h 991481"/>
              <a:gd name="csX3" fmla="*/ 7 w 169267"/>
              <a:gd name="csY3" fmla="*/ 958406 h 991481"/>
              <a:gd name="csX4" fmla="*/ 82928 w 169267"/>
              <a:gd name="csY4" fmla="*/ 495748 h 991481"/>
              <a:gd name="csX5" fmla="*/ 0 w 169267"/>
              <a:gd name="csY5" fmla="*/ 33069 h 991481"/>
              <a:gd name="csX6" fmla="*/ 79844 w 169267"/>
              <a:gd name="csY6" fmla="*/ 0 h 991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67" h="991481">
                <a:moveTo>
                  <a:pt x="79844" y="0"/>
                </a:moveTo>
                <a:cubicBezTo>
                  <a:pt x="137638" y="154258"/>
                  <a:pt x="169267" y="321310"/>
                  <a:pt x="169267" y="495748"/>
                </a:cubicBezTo>
                <a:cubicBezTo>
                  <a:pt x="169267" y="670179"/>
                  <a:pt x="137652" y="837224"/>
                  <a:pt x="79857" y="991482"/>
                </a:cubicBezTo>
                <a:lnTo>
                  <a:pt x="7" y="958406"/>
                </a:lnTo>
                <a:cubicBezTo>
                  <a:pt x="53610" y="814347"/>
                  <a:pt x="82928" y="658472"/>
                  <a:pt x="82928" y="495748"/>
                </a:cubicBezTo>
                <a:cubicBezTo>
                  <a:pt x="82928" y="333010"/>
                  <a:pt x="53603" y="177129"/>
                  <a:pt x="0" y="33069"/>
                </a:cubicBezTo>
                <a:lnTo>
                  <a:pt x="79844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2" name="Free-form: Shape 81">
            <a:extLst>
              <a:ext uri="{FF2B5EF4-FFF2-40B4-BE49-F238E27FC236}">
                <a16:creationId xmlns:a16="http://schemas.microsoft.com/office/drawing/2014/main" id="{33C4333F-6C7D-F4BA-CAA8-23E855955DCC}"/>
              </a:ext>
            </a:extLst>
          </p:cNvPr>
          <p:cNvSpPr/>
          <p:nvPr/>
        </p:nvSpPr>
        <p:spPr>
          <a:xfrm>
            <a:off x="4681723" y="2932260"/>
            <a:ext cx="169246" cy="991468"/>
          </a:xfrm>
          <a:custGeom>
            <a:avLst/>
            <a:gdLst>
              <a:gd name="csX0" fmla="*/ 169247 w 169246"/>
              <a:gd name="csY0" fmla="*/ 33069 h 991468"/>
              <a:gd name="csX1" fmla="*/ 86339 w 169246"/>
              <a:gd name="csY1" fmla="*/ 495741 h 991468"/>
              <a:gd name="csX2" fmla="*/ 169247 w 169246"/>
              <a:gd name="csY2" fmla="*/ 958392 h 991468"/>
              <a:gd name="csX3" fmla="*/ 89390 w 169246"/>
              <a:gd name="csY3" fmla="*/ 991469 h 991468"/>
              <a:gd name="csX4" fmla="*/ 0 w 169246"/>
              <a:gd name="csY4" fmla="*/ 495741 h 991468"/>
              <a:gd name="csX5" fmla="*/ 89403 w 169246"/>
              <a:gd name="csY5" fmla="*/ 0 h 991468"/>
              <a:gd name="csX6" fmla="*/ 169247 w 169246"/>
              <a:gd name="csY6" fmla="*/ 33069 h 991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246" h="991468">
                <a:moveTo>
                  <a:pt x="169247" y="33069"/>
                </a:moveTo>
                <a:cubicBezTo>
                  <a:pt x="115644" y="177129"/>
                  <a:pt x="86339" y="333010"/>
                  <a:pt x="86339" y="495741"/>
                </a:cubicBezTo>
                <a:cubicBezTo>
                  <a:pt x="86339" y="658465"/>
                  <a:pt x="115651" y="814340"/>
                  <a:pt x="169247" y="958392"/>
                </a:cubicBezTo>
                <a:lnTo>
                  <a:pt x="89390" y="991469"/>
                </a:lnTo>
                <a:cubicBezTo>
                  <a:pt x="31602" y="837217"/>
                  <a:pt x="0" y="670165"/>
                  <a:pt x="0" y="495741"/>
                </a:cubicBezTo>
                <a:cubicBezTo>
                  <a:pt x="0" y="321303"/>
                  <a:pt x="31609" y="154258"/>
                  <a:pt x="89403" y="0"/>
                </a:cubicBezTo>
                <a:lnTo>
                  <a:pt x="169247" y="33069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4" name="Free-form: Shape 83">
            <a:extLst>
              <a:ext uri="{FF2B5EF4-FFF2-40B4-BE49-F238E27FC236}">
                <a16:creationId xmlns:a16="http://schemas.microsoft.com/office/drawing/2014/main" id="{8399AFE7-50AB-AECB-2775-51AA570538EB}"/>
              </a:ext>
            </a:extLst>
          </p:cNvPr>
          <p:cNvSpPr/>
          <p:nvPr/>
        </p:nvSpPr>
        <p:spPr>
          <a:xfrm>
            <a:off x="4808368" y="2141381"/>
            <a:ext cx="734129" cy="734129"/>
          </a:xfrm>
          <a:custGeom>
            <a:avLst/>
            <a:gdLst>
              <a:gd name="csX0" fmla="*/ 734130 w 734129"/>
              <a:gd name="csY0" fmla="*/ 79837 h 734129"/>
              <a:gd name="csX1" fmla="*/ 79850 w 734129"/>
              <a:gd name="csY1" fmla="*/ 734130 h 734129"/>
              <a:gd name="csX2" fmla="*/ 0 w 734129"/>
              <a:gd name="csY2" fmla="*/ 701054 h 734129"/>
              <a:gd name="csX3" fmla="*/ 701067 w 734129"/>
              <a:gd name="csY3" fmla="*/ 0 h 734129"/>
              <a:gd name="csX4" fmla="*/ 734130 w 734129"/>
              <a:gd name="csY4" fmla="*/ 79837 h 7341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9">
                <a:moveTo>
                  <a:pt x="734130" y="79837"/>
                </a:moveTo>
                <a:cubicBezTo>
                  <a:pt x="445332" y="212277"/>
                  <a:pt x="212284" y="445325"/>
                  <a:pt x="79850" y="734130"/>
                </a:cubicBezTo>
                <a:lnTo>
                  <a:pt x="0" y="701054"/>
                </a:lnTo>
                <a:cubicBezTo>
                  <a:pt x="141260" y="391165"/>
                  <a:pt x="391179" y="141260"/>
                  <a:pt x="701067" y="0"/>
                </a:cubicBezTo>
                <a:lnTo>
                  <a:pt x="734130" y="79837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6" name="Free-form: Shape 85">
            <a:extLst>
              <a:ext uri="{FF2B5EF4-FFF2-40B4-BE49-F238E27FC236}">
                <a16:creationId xmlns:a16="http://schemas.microsoft.com/office/drawing/2014/main" id="{17E4117D-6683-E2C8-F087-771DDFD1DEC2}"/>
              </a:ext>
            </a:extLst>
          </p:cNvPr>
          <p:cNvSpPr/>
          <p:nvPr/>
        </p:nvSpPr>
        <p:spPr>
          <a:xfrm>
            <a:off x="6647483" y="2141381"/>
            <a:ext cx="734129" cy="734122"/>
          </a:xfrm>
          <a:custGeom>
            <a:avLst/>
            <a:gdLst>
              <a:gd name="csX0" fmla="*/ 33069 w 734129"/>
              <a:gd name="csY0" fmla="*/ 0 h 734122"/>
              <a:gd name="csX1" fmla="*/ 734130 w 734129"/>
              <a:gd name="csY1" fmla="*/ 701054 h 734122"/>
              <a:gd name="csX2" fmla="*/ 654287 w 734129"/>
              <a:gd name="csY2" fmla="*/ 734123 h 734122"/>
              <a:gd name="csX3" fmla="*/ 0 w 734129"/>
              <a:gd name="csY3" fmla="*/ 79837 h 734122"/>
              <a:gd name="csX4" fmla="*/ 33069 w 734129"/>
              <a:gd name="csY4" fmla="*/ 0 h 734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4129" h="734122">
                <a:moveTo>
                  <a:pt x="33069" y="0"/>
                </a:moveTo>
                <a:cubicBezTo>
                  <a:pt x="342958" y="141260"/>
                  <a:pt x="592870" y="391172"/>
                  <a:pt x="734130" y="701054"/>
                </a:cubicBezTo>
                <a:lnTo>
                  <a:pt x="654287" y="734123"/>
                </a:lnTo>
                <a:cubicBezTo>
                  <a:pt x="521846" y="445318"/>
                  <a:pt x="288805" y="212270"/>
                  <a:pt x="0" y="79837"/>
                </a:cubicBezTo>
                <a:lnTo>
                  <a:pt x="33069" y="0"/>
                </a:lnTo>
                <a:close/>
              </a:path>
            </a:pathLst>
          </a:custGeom>
          <a:solidFill>
            <a:srgbClr val="E74011">
              <a:alpha val="70000"/>
            </a:srgbClr>
          </a:solidFill>
          <a:ln w="6786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Box 87">
            <a:hlinkClick r:id="rId10" action="ppaction://hlinksldjump"/>
            <a:extLst>
              <a:ext uri="{FF2B5EF4-FFF2-40B4-BE49-F238E27FC236}">
                <a16:creationId xmlns:a16="http://schemas.microsoft.com/office/drawing/2014/main" id="{7F19D6E2-F21D-08BB-2856-36F2BCED8AC3}"/>
              </a:ext>
            </a:extLst>
          </p:cNvPr>
          <p:cNvSpPr txBox="1"/>
          <p:nvPr/>
        </p:nvSpPr>
        <p:spPr>
          <a:xfrm>
            <a:off x="5342864" y="852134"/>
            <a:ext cx="155412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Movement</a:t>
            </a:r>
          </a:p>
        </p:txBody>
      </p:sp>
      <p:sp>
        <p:nvSpPr>
          <p:cNvPr id="90" name="TextBox 89">
            <a:hlinkClick r:id="rId6" action="ppaction://hlinksldjump"/>
            <a:extLst>
              <a:ext uri="{FF2B5EF4-FFF2-40B4-BE49-F238E27FC236}">
                <a16:creationId xmlns:a16="http://schemas.microsoft.com/office/drawing/2014/main" id="{ADD2E589-7610-2329-EBD8-01836D2CA0CD}"/>
              </a:ext>
            </a:extLst>
          </p:cNvPr>
          <p:cNvSpPr txBox="1"/>
          <p:nvPr/>
        </p:nvSpPr>
        <p:spPr>
          <a:xfrm>
            <a:off x="7565794" y="3169636"/>
            <a:ext cx="168453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and EM Spectrum</a:t>
            </a:r>
          </a:p>
        </p:txBody>
      </p:sp>
      <p:sp>
        <p:nvSpPr>
          <p:cNvPr id="92" name="TextBox 91">
            <a:hlinkClick r:id="rId3" action="ppaction://hlinksldjump"/>
            <a:extLst>
              <a:ext uri="{FF2B5EF4-FFF2-40B4-BE49-F238E27FC236}">
                <a16:creationId xmlns:a16="http://schemas.microsoft.com/office/drawing/2014/main" id="{85303A1D-5742-DBF9-C475-2BE39DA49813}"/>
              </a:ext>
            </a:extLst>
          </p:cNvPr>
          <p:cNvSpPr txBox="1"/>
          <p:nvPr/>
        </p:nvSpPr>
        <p:spPr>
          <a:xfrm>
            <a:off x="5356634" y="5562891"/>
            <a:ext cx="147873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Integration</a:t>
            </a:r>
          </a:p>
        </p:txBody>
      </p:sp>
      <p:sp>
        <p:nvSpPr>
          <p:cNvPr id="94" name="TextBox 93">
            <a:hlinkClick r:id="rId7" action="ppaction://hlinksldjump"/>
            <a:extLst>
              <a:ext uri="{FF2B5EF4-FFF2-40B4-BE49-F238E27FC236}">
                <a16:creationId xmlns:a16="http://schemas.microsoft.com/office/drawing/2014/main" id="{700E86A6-054F-6152-4F7A-4352E6FB7347}"/>
              </a:ext>
            </a:extLst>
          </p:cNvPr>
          <p:cNvSpPr txBox="1"/>
          <p:nvPr/>
        </p:nvSpPr>
        <p:spPr>
          <a:xfrm>
            <a:off x="2951042" y="3272932"/>
            <a:ext cx="16863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&amp; Simulation</a:t>
            </a:r>
          </a:p>
        </p:txBody>
      </p:sp>
      <p:sp>
        <p:nvSpPr>
          <p:cNvPr id="96" name="TextBox 95">
            <a:hlinkClick r:id="rId9" action="ppaction://hlinksldjump"/>
            <a:extLst>
              <a:ext uri="{FF2B5EF4-FFF2-40B4-BE49-F238E27FC236}">
                <a16:creationId xmlns:a16="http://schemas.microsoft.com/office/drawing/2014/main" id="{9E0510E1-3A35-91CC-1182-7B7EC4EA697C}"/>
              </a:ext>
            </a:extLst>
          </p:cNvPr>
          <p:cNvSpPr txBox="1"/>
          <p:nvPr/>
        </p:nvSpPr>
        <p:spPr>
          <a:xfrm>
            <a:off x="7064912" y="1635079"/>
            <a:ext cx="153402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Multi-Domain Fusion</a:t>
            </a:r>
          </a:p>
        </p:txBody>
      </p:sp>
      <p:sp>
        <p:nvSpPr>
          <p:cNvPr id="98" name="TextBox 97">
            <a:hlinkClick r:id="rId5" action="ppaction://hlinksldjump"/>
            <a:extLst>
              <a:ext uri="{FF2B5EF4-FFF2-40B4-BE49-F238E27FC236}">
                <a16:creationId xmlns:a16="http://schemas.microsoft.com/office/drawing/2014/main" id="{92281726-BE8C-AE87-B5BD-4E6078FFCD5E}"/>
              </a:ext>
            </a:extLst>
          </p:cNvPr>
          <p:cNvSpPr txBox="1"/>
          <p:nvPr/>
        </p:nvSpPr>
        <p:spPr>
          <a:xfrm>
            <a:off x="7037751" y="4896464"/>
            <a:ext cx="158834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Decision Advantage</a:t>
            </a:r>
          </a:p>
        </p:txBody>
      </p:sp>
      <p:sp>
        <p:nvSpPr>
          <p:cNvPr id="100" name="TextBox 99">
            <a:hlinkClick r:id="rId4" action="ppaction://hlinksldjump"/>
            <a:extLst>
              <a:ext uri="{FF2B5EF4-FFF2-40B4-BE49-F238E27FC236}">
                <a16:creationId xmlns:a16="http://schemas.microsoft.com/office/drawing/2014/main" id="{B1375048-8E9B-0925-E370-88506B983392}"/>
              </a:ext>
            </a:extLst>
          </p:cNvPr>
          <p:cNvSpPr txBox="1"/>
          <p:nvPr/>
        </p:nvSpPr>
        <p:spPr>
          <a:xfrm>
            <a:off x="3589806" y="4981102"/>
            <a:ext cx="151242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Tactical Edge</a:t>
            </a:r>
          </a:p>
        </p:txBody>
      </p:sp>
      <p:sp>
        <p:nvSpPr>
          <p:cNvPr id="102" name="TextBox 101">
            <a:hlinkClick r:id="rId8" action="ppaction://hlinksldjump"/>
            <a:extLst>
              <a:ext uri="{FF2B5EF4-FFF2-40B4-BE49-F238E27FC236}">
                <a16:creationId xmlns:a16="http://schemas.microsoft.com/office/drawing/2014/main" id="{1AB507C6-B804-AD90-3D6B-2CA64C1B4542}"/>
              </a:ext>
            </a:extLst>
          </p:cNvPr>
          <p:cNvSpPr txBox="1"/>
          <p:nvPr/>
        </p:nvSpPr>
        <p:spPr>
          <a:xfrm>
            <a:off x="3508822" y="1635079"/>
            <a:ext cx="167439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&amp; Sovereignty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A68ACD0A-AF50-7399-522F-E90725901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8900000">
            <a:off x="2879912" y="212912"/>
            <a:ext cx="6432176" cy="6432176"/>
          </a:xfrm>
          <a:prstGeom prst="rect">
            <a:avLst/>
          </a:prstGeom>
        </p:spPr>
      </p:pic>
      <p:sp>
        <p:nvSpPr>
          <p:cNvPr id="37" name="!!D">
            <a:extLst>
              <a:ext uri="{FF2B5EF4-FFF2-40B4-BE49-F238E27FC236}">
                <a16:creationId xmlns:a16="http://schemas.microsoft.com/office/drawing/2014/main" id="{260D1313-8FC2-2FC6-4024-D025E05415A9}"/>
              </a:ext>
            </a:extLst>
          </p:cNvPr>
          <p:cNvSpPr/>
          <p:nvPr/>
        </p:nvSpPr>
        <p:spPr>
          <a:xfrm>
            <a:off x="-1685581" y="-1122398"/>
            <a:ext cx="951124" cy="709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itle 49">
            <a:extLst>
              <a:ext uri="{FF2B5EF4-FFF2-40B4-BE49-F238E27FC236}">
                <a16:creationId xmlns:a16="http://schemas.microsoft.com/office/drawing/2014/main" id="{BF14D364-598E-EC49-A4EF-96A98B91A937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CW8</a:t>
            </a:r>
          </a:p>
        </p:txBody>
      </p:sp>
      <p:grpSp>
        <p:nvGrpSpPr>
          <p:cNvPr id="2" name="!!Circle">
            <a:extLst>
              <a:ext uri="{FF2B5EF4-FFF2-40B4-BE49-F238E27FC236}">
                <a16:creationId xmlns:a16="http://schemas.microsoft.com/office/drawing/2014/main" id="{3025A742-9364-8464-6B9C-D17E754EEF37}"/>
              </a:ext>
            </a:extLst>
          </p:cNvPr>
          <p:cNvGrpSpPr/>
          <p:nvPr/>
        </p:nvGrpSpPr>
        <p:grpSpPr>
          <a:xfrm>
            <a:off x="4811806" y="2144806"/>
            <a:ext cx="2568388" cy="2568388"/>
            <a:chOff x="4473677" y="1806677"/>
            <a:chExt cx="3244646" cy="3244646"/>
          </a:xfrm>
        </p:grpSpPr>
        <p:sp>
          <p:nvSpPr>
            <p:cNvPr id="3" name="!!Content">
              <a:extLst>
                <a:ext uri="{FF2B5EF4-FFF2-40B4-BE49-F238E27FC236}">
                  <a16:creationId xmlns:a16="http://schemas.microsoft.com/office/drawing/2014/main" id="{5F440807-E3FA-931F-ECCF-292ABDC8F2E0}"/>
                </a:ext>
              </a:extLst>
            </p:cNvPr>
            <p:cNvSpPr/>
            <p:nvPr/>
          </p:nvSpPr>
          <p:spPr>
            <a:xfrm>
              <a:off x="4473677" y="1806677"/>
              <a:ext cx="3244646" cy="3244646"/>
            </a:xfrm>
            <a:prstGeom prst="ellipse">
              <a:avLst/>
            </a:prstGeom>
            <a:solidFill>
              <a:srgbClr val="2728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109D990-7D6B-2F50-2958-56876FD07EFA}"/>
                </a:ext>
              </a:extLst>
            </p:cNvPr>
            <p:cNvGrpSpPr/>
            <p:nvPr/>
          </p:nvGrpSpPr>
          <p:grpSpPr>
            <a:xfrm>
              <a:off x="4734161" y="2548864"/>
              <a:ext cx="2798607" cy="1265839"/>
              <a:chOff x="4690367" y="2591717"/>
              <a:chExt cx="2798607" cy="1265839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AE06F8-450E-C394-2549-45A30B59B1FF}"/>
                  </a:ext>
                </a:extLst>
              </p:cNvPr>
              <p:cNvSpPr txBox="1"/>
              <p:nvPr/>
            </p:nvSpPr>
            <p:spPr>
              <a:xfrm>
                <a:off x="4763904" y="2591717"/>
                <a:ext cx="2576606" cy="349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Trust &amp; Sovereignty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143F95-9D2D-DEEA-E489-03C1EB03C428}"/>
                  </a:ext>
                </a:extLst>
              </p:cNvPr>
              <p:cNvSpPr txBox="1"/>
              <p:nvPr/>
            </p:nvSpPr>
            <p:spPr>
              <a:xfrm>
                <a:off x="4690367" y="2908634"/>
                <a:ext cx="2798607" cy="42769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Trusted, sovereign-controlled capability with no reliance on third-party denial risk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2D5096-287D-03BB-843D-075FF08140AD}"/>
                  </a:ext>
                </a:extLst>
              </p:cNvPr>
              <p:cNvSpPr txBox="1"/>
              <p:nvPr/>
            </p:nvSpPr>
            <p:spPr>
              <a:xfrm>
                <a:off x="4797496" y="3313216"/>
                <a:ext cx="2584353" cy="544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Challenge: Trusted, nation-controlled capability with no reliance on third-party denial risk</a:t>
                </a:r>
                <a:r>
                  <a:rPr lang="en-US" sz="800" b="1" dirty="0">
                    <a:solidFill>
                      <a:schemeClr val="bg1"/>
                    </a:solidFill>
                    <a:latin typeface="BAE Systems" panose="00000500000000000000" pitchFamily="50" charset="0"/>
                  </a:rPr>
                  <a:t>.</a:t>
                </a:r>
              </a:p>
            </p:txBody>
          </p:sp>
        </p:grpSp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E3DD7F9A-9A29-5BAC-D766-E166FC7D8555}"/>
                </a:ext>
              </a:extLst>
            </p:cNvPr>
            <p:cNvSpPr/>
            <p:nvPr/>
          </p:nvSpPr>
          <p:spPr>
            <a:xfrm>
              <a:off x="5353872" y="4082377"/>
              <a:ext cx="1494426" cy="376322"/>
            </a:xfrm>
            <a:prstGeom prst="rect">
              <a:avLst/>
            </a:prstGeom>
            <a:solidFill>
              <a:srgbClr val="E740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Explore solution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6799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DB2020-57F4-B380-FDA5-99A2E7345AEC}"/>
              </a:ext>
            </a:extLst>
          </p:cNvPr>
          <p:cNvSpPr txBox="1"/>
          <p:nvPr/>
        </p:nvSpPr>
        <p:spPr>
          <a:xfrm>
            <a:off x="3308592" y="3105834"/>
            <a:ext cx="527001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 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506DD-2BEC-8F51-C653-BDD13E431E45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sz="4400" kern="1200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+mj-ea"/>
                <a:cs typeface="+mj-cs"/>
              </a:rPr>
              <a:t>---- Challenge 1</a:t>
            </a:r>
            <a:r>
              <a:rPr lang="en-GB" sz="4400" kern="1200" baseline="0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+mj-ea"/>
                <a:cs typeface="+mj-cs"/>
              </a:rPr>
              <a:t> -----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8843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6A281-0A02-07AD-9FC1-5B5042BD8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ackground">
            <a:extLst>
              <a:ext uri="{FF2B5EF4-FFF2-40B4-BE49-F238E27FC236}">
                <a16:creationId xmlns:a16="http://schemas.microsoft.com/office/drawing/2014/main" id="{E4044FA0-4734-9392-34F7-175D395FF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" r="356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!!Azelea">
            <a:extLst>
              <a:ext uri="{FF2B5EF4-FFF2-40B4-BE49-F238E27FC236}">
                <a16:creationId xmlns:a16="http://schemas.microsoft.com/office/drawing/2014/main" id="{F7C471F7-AB70-AF06-F206-23E8B83AC5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5317295" y="0"/>
            <a:ext cx="1720764" cy="1720850"/>
          </a:xfrm>
          <a:prstGeom prst="rect">
            <a:avLst/>
          </a:prstGeom>
        </p:spPr>
      </p:pic>
      <p:pic>
        <p:nvPicPr>
          <p:cNvPr id="4" name="Graphic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E649E1E-8911-AD92-08A8-5E4109C67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381000" cy="381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B4BB590-5DB4-58F2-0945-0A12D5D43FE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Challenge 1 master</a:t>
            </a:r>
          </a:p>
        </p:txBody>
      </p:sp>
      <p:sp>
        <p:nvSpPr>
          <p:cNvPr id="9" name="!!Breakdgsdfgdfsg">
            <a:extLst>
              <a:ext uri="{FF2B5EF4-FFF2-40B4-BE49-F238E27FC236}">
                <a16:creationId xmlns:a16="http://schemas.microsoft.com/office/drawing/2014/main" id="{FB56DCCC-094C-422D-789C-E0CDC8AB1BD0}"/>
              </a:ext>
            </a:extLst>
          </p:cNvPr>
          <p:cNvSpPr/>
          <p:nvPr/>
        </p:nvSpPr>
        <p:spPr>
          <a:xfrm>
            <a:off x="381000" y="0"/>
            <a:ext cx="1720764" cy="379829"/>
          </a:xfrm>
          <a:prstGeom prst="rect">
            <a:avLst/>
          </a:prstGeom>
          <a:solidFill>
            <a:srgbClr val="2728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Secure Data Movement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E60EF8-D24E-AC31-0390-2DDCABE6A58C}"/>
              </a:ext>
            </a:extLst>
          </p:cNvPr>
          <p:cNvGrpSpPr/>
          <p:nvPr/>
        </p:nvGrpSpPr>
        <p:grpSpPr>
          <a:xfrm>
            <a:off x="6830578" y="2692021"/>
            <a:ext cx="2617283" cy="792505"/>
            <a:chOff x="9606225" y="3802345"/>
            <a:chExt cx="2617283" cy="792505"/>
          </a:xfrm>
        </p:grpSpPr>
        <p:sp>
          <p:nvSpPr>
            <p:cNvPr id="7" name="TextBox 6">
              <a:hlinkClick r:id="rId6" action="ppaction://hlinksldjump"/>
              <a:extLst>
                <a:ext uri="{FF2B5EF4-FFF2-40B4-BE49-F238E27FC236}">
                  <a16:creationId xmlns:a16="http://schemas.microsoft.com/office/drawing/2014/main" id="{95BFCB11-DBCA-2CD4-639B-B483C6D101D4}"/>
                </a:ext>
              </a:extLst>
            </p:cNvPr>
            <p:cNvSpPr txBox="1"/>
            <p:nvPr/>
          </p:nvSpPr>
          <p:spPr>
            <a:xfrm>
              <a:off x="9606225" y="3802345"/>
              <a:ext cx="2617283" cy="706821"/>
            </a:xfrm>
            <a:prstGeom prst="rect">
              <a:avLst/>
            </a:prstGeom>
            <a:solidFill>
              <a:srgbClr val="3D41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>
                  <a:solidFill>
                    <a:srgbClr val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en-GB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Possumus </a:t>
              </a:r>
              <a:r>
                <a:rPr lang="en-GB" sz="105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continer</a:t>
              </a:r>
              <a:endParaRPr lang="en-GB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Philosophia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efficiantur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agatur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sapientes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meliore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Sollicitare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privamur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philosopho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Fidem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partus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multoque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fortitudinis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optio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brevis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congue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detracta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Elaborare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populo Tertium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conferebamus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probamus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Praeclara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CDCBF2E-4286-2C9F-E204-AE159E617A97}"/>
                </a:ext>
              </a:extLst>
            </p:cNvPr>
            <p:cNvGrpSpPr/>
            <p:nvPr/>
          </p:nvGrpSpPr>
          <p:grpSpPr>
            <a:xfrm>
              <a:off x="9606225" y="4498810"/>
              <a:ext cx="2617283" cy="96040"/>
              <a:chOff x="5388740" y="4136295"/>
              <a:chExt cx="2617283" cy="9604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8BD2BE6-764A-F2D6-E9BB-F5DC62CDE540}"/>
                  </a:ext>
                </a:extLst>
              </p:cNvPr>
              <p:cNvSpPr/>
              <p:nvPr/>
            </p:nvSpPr>
            <p:spPr>
              <a:xfrm>
                <a:off x="5388740" y="4136295"/>
                <a:ext cx="2617283" cy="45719"/>
              </a:xfrm>
              <a:prstGeom prst="rect">
                <a:avLst/>
              </a:prstGeom>
              <a:solidFill>
                <a:srgbClr val="E7401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Graphic 19">
                <a:extLst>
                  <a:ext uri="{FF2B5EF4-FFF2-40B4-BE49-F238E27FC236}">
                    <a16:creationId xmlns:a16="http://schemas.microsoft.com/office/drawing/2014/main" id="{D032FBDA-C832-BE8C-A7A0-51E09F3F0ED2}"/>
                  </a:ext>
                </a:extLst>
              </p:cNvPr>
              <p:cNvSpPr/>
              <p:nvPr/>
            </p:nvSpPr>
            <p:spPr>
              <a:xfrm>
                <a:off x="5457042" y="4171822"/>
                <a:ext cx="121025" cy="60513"/>
              </a:xfrm>
              <a:custGeom>
                <a:avLst/>
                <a:gdLst>
                  <a:gd name="csX0" fmla="*/ 79063 w 158125"/>
                  <a:gd name="csY0" fmla="*/ 79063 h 79063"/>
                  <a:gd name="csX1" fmla="*/ 0 w 158125"/>
                  <a:gd name="csY1" fmla="*/ 0 h 79063"/>
                  <a:gd name="csX2" fmla="*/ 158125 w 158125"/>
                  <a:gd name="csY2" fmla="*/ 0 h 79063"/>
                  <a:gd name="csX3" fmla="*/ 79063 w 158125"/>
                  <a:gd name="csY3" fmla="*/ 79063 h 79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8125" h="79063">
                    <a:moveTo>
                      <a:pt x="79063" y="79063"/>
                    </a:moveTo>
                    <a:lnTo>
                      <a:pt x="0" y="0"/>
                    </a:lnTo>
                    <a:lnTo>
                      <a:pt x="158125" y="0"/>
                    </a:lnTo>
                    <a:lnTo>
                      <a:pt x="79063" y="79063"/>
                    </a:lnTo>
                    <a:close/>
                  </a:path>
                </a:pathLst>
              </a:custGeom>
              <a:solidFill>
                <a:srgbClr val="E74011"/>
              </a:solidFill>
              <a:ln w="190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B1874CA-A63F-7D20-807B-EF247CD892F1}"/>
              </a:ext>
            </a:extLst>
          </p:cNvPr>
          <p:cNvGrpSpPr/>
          <p:nvPr/>
        </p:nvGrpSpPr>
        <p:grpSpPr>
          <a:xfrm>
            <a:off x="3032079" y="4264640"/>
            <a:ext cx="2285216" cy="943773"/>
            <a:chOff x="9606225" y="3651077"/>
            <a:chExt cx="2285216" cy="943773"/>
          </a:xfrm>
        </p:grpSpPr>
        <p:sp>
          <p:nvSpPr>
            <p:cNvPr id="13" name="TextBox 12">
              <a:hlinkClick r:id="rId7" action="ppaction://hlinksldjump"/>
              <a:extLst>
                <a:ext uri="{FF2B5EF4-FFF2-40B4-BE49-F238E27FC236}">
                  <a16:creationId xmlns:a16="http://schemas.microsoft.com/office/drawing/2014/main" id="{D8FBD97D-9E61-9358-7E09-B6959108F935}"/>
                </a:ext>
              </a:extLst>
            </p:cNvPr>
            <p:cNvSpPr txBox="1"/>
            <p:nvPr/>
          </p:nvSpPr>
          <p:spPr>
            <a:xfrm>
              <a:off x="9606225" y="3651077"/>
              <a:ext cx="2285216" cy="858090"/>
            </a:xfrm>
            <a:prstGeom prst="rect">
              <a:avLst/>
            </a:prstGeom>
            <a:solidFill>
              <a:srgbClr val="3D41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>
                  <a:solidFill>
                    <a:srgbClr val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en-GB" sz="105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Turpe</a:t>
              </a:r>
              <a:r>
                <a:rPr lang="en-GB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5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improbe</a:t>
              </a:r>
              <a:r>
                <a:rPr lang="en-GB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5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Dicitur</a:t>
              </a:r>
              <a:endParaRPr lang="en-GB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Distinguique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iudicante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putavisset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primorum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consequat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ullius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firmissima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Huius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coerceri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huic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apeirian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utramque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Ornatus vera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delectant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nihilo. Sinit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investigandi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longinquitate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postulet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aequi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certe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Quadam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turbulentaeque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habuit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studio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Latinam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genus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Dicat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triarium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partes </a:t>
              </a:r>
              <a:r>
                <a:rPr lang="en-US" sz="7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Summam</a:t>
              </a:r>
              <a:r>
                <a:rPr lang="en-US" sz="7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51A6C9D-1C76-7E97-843B-D788FABD25EE}"/>
                </a:ext>
              </a:extLst>
            </p:cNvPr>
            <p:cNvGrpSpPr/>
            <p:nvPr/>
          </p:nvGrpSpPr>
          <p:grpSpPr>
            <a:xfrm>
              <a:off x="9606225" y="4498810"/>
              <a:ext cx="2285216" cy="96040"/>
              <a:chOff x="5388740" y="4136295"/>
              <a:chExt cx="2285216" cy="9604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C502D11-4D25-66D9-DB4D-2E6651E6EA66}"/>
                  </a:ext>
                </a:extLst>
              </p:cNvPr>
              <p:cNvSpPr/>
              <p:nvPr/>
            </p:nvSpPr>
            <p:spPr>
              <a:xfrm>
                <a:off x="5388740" y="4136295"/>
                <a:ext cx="2285216" cy="45719"/>
              </a:xfrm>
              <a:prstGeom prst="rect">
                <a:avLst/>
              </a:prstGeom>
              <a:solidFill>
                <a:srgbClr val="E7401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Graphic 19">
                <a:extLst>
                  <a:ext uri="{FF2B5EF4-FFF2-40B4-BE49-F238E27FC236}">
                    <a16:creationId xmlns:a16="http://schemas.microsoft.com/office/drawing/2014/main" id="{BA4A5D7A-FFC2-953E-20FA-6917076ADC83}"/>
                  </a:ext>
                </a:extLst>
              </p:cNvPr>
              <p:cNvSpPr/>
              <p:nvPr/>
            </p:nvSpPr>
            <p:spPr>
              <a:xfrm>
                <a:off x="5457042" y="4171822"/>
                <a:ext cx="121025" cy="60513"/>
              </a:xfrm>
              <a:custGeom>
                <a:avLst/>
                <a:gdLst>
                  <a:gd name="csX0" fmla="*/ 79063 w 158125"/>
                  <a:gd name="csY0" fmla="*/ 79063 h 79063"/>
                  <a:gd name="csX1" fmla="*/ 0 w 158125"/>
                  <a:gd name="csY1" fmla="*/ 0 h 79063"/>
                  <a:gd name="csX2" fmla="*/ 158125 w 158125"/>
                  <a:gd name="csY2" fmla="*/ 0 h 79063"/>
                  <a:gd name="csX3" fmla="*/ 79063 w 158125"/>
                  <a:gd name="csY3" fmla="*/ 79063 h 79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8125" h="79063">
                    <a:moveTo>
                      <a:pt x="79063" y="79063"/>
                    </a:moveTo>
                    <a:lnTo>
                      <a:pt x="0" y="0"/>
                    </a:lnTo>
                    <a:lnTo>
                      <a:pt x="158125" y="0"/>
                    </a:lnTo>
                    <a:lnTo>
                      <a:pt x="79063" y="79063"/>
                    </a:lnTo>
                    <a:close/>
                  </a:path>
                </a:pathLst>
              </a:custGeom>
              <a:solidFill>
                <a:srgbClr val="E74011"/>
              </a:solidFill>
              <a:ln w="190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0786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53C6D-3141-8A68-5FE4-EF7C2D574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!!Background">
            <a:extLst>
              <a:ext uri="{FF2B5EF4-FFF2-40B4-BE49-F238E27FC236}">
                <a16:creationId xmlns:a16="http://schemas.microsoft.com/office/drawing/2014/main" id="{5F1EA421-DE22-AD4E-6288-160036553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" t="1637" r="16681" b="16451"/>
          <a:stretch>
            <a:fillRect/>
          </a:stretch>
        </p:blipFill>
        <p:spPr>
          <a:xfrm>
            <a:off x="0" y="26581"/>
            <a:ext cx="12191557" cy="6804837"/>
          </a:xfrm>
          <a:prstGeom prst="rect">
            <a:avLst/>
          </a:prstGeom>
        </p:spPr>
      </p:pic>
      <p:pic>
        <p:nvPicPr>
          <p:cNvPr id="3" name="Graphic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91C69EB-8905-4A79-BD1A-AFDB4BA00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381000" cy="381000"/>
          </a:xfrm>
          <a:prstGeom prst="rect">
            <a:avLst/>
          </a:prstGeom>
        </p:spPr>
      </p:pic>
      <p:sp>
        <p:nvSpPr>
          <p:cNvPr id="4" name="!!Title">
            <a:extLst>
              <a:ext uri="{FF2B5EF4-FFF2-40B4-BE49-F238E27FC236}">
                <a16:creationId xmlns:a16="http://schemas.microsoft.com/office/drawing/2014/main" id="{1E00BD79-B2CB-F1EE-AC2B-5956E37C7BC9}"/>
              </a:ext>
            </a:extLst>
          </p:cNvPr>
          <p:cNvSpPr/>
          <p:nvPr/>
        </p:nvSpPr>
        <p:spPr>
          <a:xfrm>
            <a:off x="755040" y="0"/>
            <a:ext cx="1720850" cy="381000"/>
          </a:xfrm>
          <a:prstGeom prst="rect">
            <a:avLst/>
          </a:prstGeom>
          <a:solidFill>
            <a:srgbClr val="2728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Possumus </a:t>
            </a:r>
            <a:r>
              <a:rPr lang="en-GB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continer</a:t>
            </a:r>
            <a:endParaRPr lang="en-GB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!!dfsgdfsgdfsg">
            <a:hlinkClick r:id="rId5" action="ppaction://hlinksldjump"/>
            <a:extLst>
              <a:ext uri="{FF2B5EF4-FFF2-40B4-BE49-F238E27FC236}">
                <a16:creationId xmlns:a16="http://schemas.microsoft.com/office/drawing/2014/main" id="{2EF28C84-0926-E30B-9C05-96CEEDF6EA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1898" y="0"/>
            <a:ext cx="381000" cy="381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C9E601-6FDB-7C27-44E6-246805E4F8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5" t="17092" r="22129" b="19080"/>
          <a:stretch>
            <a:fillRect/>
          </a:stretch>
        </p:blipFill>
        <p:spPr>
          <a:xfrm>
            <a:off x="3856893" y="1020265"/>
            <a:ext cx="6096000" cy="357059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616E299-DF65-EF17-72EA-84AC3A6E7642}"/>
              </a:ext>
            </a:extLst>
          </p:cNvPr>
          <p:cNvSpPr/>
          <p:nvPr/>
        </p:nvSpPr>
        <p:spPr>
          <a:xfrm>
            <a:off x="189911" y="2238891"/>
            <a:ext cx="2869809" cy="43518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r>
              <a:rPr lang="en-GB" sz="105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Intervalla</a:t>
            </a:r>
            <a:endParaRPr lang="en-GB" sz="105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05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Clr>
                <a:srgbClr val="E74011"/>
              </a:buClr>
              <a:buFont typeface="Wingdings" panose="05000000000000000000" pitchFamily="2" charset="2"/>
              <a:buChar char="§"/>
            </a:pP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Summis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solido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quantus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compositis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synephebos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acuti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ruant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Clr>
                <a:srgbClr val="E74011"/>
              </a:buClr>
            </a:pPr>
            <a:endParaRPr lang="en-GB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05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Luberet</a:t>
            </a:r>
            <a:endParaRPr lang="en-GB" sz="105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05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Clr>
                <a:srgbClr val="E74011"/>
              </a:buClr>
              <a:buFont typeface="Wingdings" panose="05000000000000000000" pitchFamily="2" charset="2"/>
              <a:buChar char="§"/>
            </a:pPr>
            <a:r>
              <a:rPr lang="it-IT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Gravissimas ubi Ornamenta commodis Attulit pro fabulis Difficile imperitos ille.</a:t>
            </a:r>
          </a:p>
          <a:p>
            <a:pPr marL="171450" indent="-171450">
              <a:buClr>
                <a:srgbClr val="E74011"/>
              </a:buClr>
              <a:buFont typeface="Wingdings" panose="05000000000000000000" pitchFamily="2" charset="2"/>
              <a:buChar char="§"/>
            </a:pPr>
            <a:r>
              <a:rPr lang="pt-BR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Naturam grata delectant Magni conscientiam justo albam dicta Iucunditate dictum expetitur Hunc.</a:t>
            </a:r>
          </a:p>
          <a:p>
            <a:pPr marL="171450" indent="-171450">
              <a:buClr>
                <a:srgbClr val="E74011"/>
              </a:buClr>
              <a:buFont typeface="Wingdings" panose="05000000000000000000" pitchFamily="2" charset="2"/>
              <a:buChar char="§"/>
            </a:pPr>
            <a:r>
              <a:rPr lang="pt-BR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Durissimis vester maximis aptissimum Etenim asperner etsi permagna dialectica quietem secundum.</a:t>
            </a:r>
          </a:p>
          <a:p>
            <a:pPr marL="171450" indent="-171450">
              <a:buClr>
                <a:srgbClr val="E74011"/>
              </a:buClr>
              <a:buFont typeface="Wingdings" panose="05000000000000000000" pitchFamily="2" charset="2"/>
              <a:buChar char="§"/>
            </a:pP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Iniucundus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aequitatem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Fabulae facer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legendos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Andriam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scipio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Explicabo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inmensae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Persequeretur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nihilo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maiestatis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familias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Clr>
                <a:srgbClr val="E74011"/>
              </a:buClr>
            </a:pP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E74011"/>
              </a:buClr>
            </a:pP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Efficiendi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E74011"/>
              </a:buClr>
            </a:pP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Clr>
                <a:srgbClr val="E74011"/>
              </a:buClr>
              <a:buFont typeface="Arial" panose="020B0604020202020204" pitchFamily="34" charset="0"/>
              <a:buChar char="•"/>
            </a:pP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Artifex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effluere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Vituperata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significet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Eorumque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vester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Quosdam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adhibenda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Debemus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scripta scilicet Virtus pars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tarentinis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repellere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difficiles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scriptorem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laoreet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B79A02-D61B-96BD-5DAF-EAEBA46C1B57}"/>
              </a:ext>
            </a:extLst>
          </p:cNvPr>
          <p:cNvSpPr/>
          <p:nvPr/>
        </p:nvSpPr>
        <p:spPr>
          <a:xfrm>
            <a:off x="192087" y="5931532"/>
            <a:ext cx="2867015" cy="65918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r>
              <a:rPr lang="en-GB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Utilitas</a:t>
            </a:r>
            <a:r>
              <a:rPr lang="en-GB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hausta</a:t>
            </a:r>
            <a:r>
              <a:rPr lang="en-GB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Inane </a:t>
            </a:r>
            <a:r>
              <a:rPr lang="en-GB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hortensio</a:t>
            </a:r>
            <a:endParaRPr lang="en-GB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D816DBA-4AE9-38B2-E8BB-0CD7B96AD3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/>
        </p:blipFill>
        <p:spPr>
          <a:xfrm>
            <a:off x="189473" y="623871"/>
            <a:ext cx="2869630" cy="1614267"/>
          </a:xfrm>
          <a:prstGeom prst="rect">
            <a:avLst/>
          </a:prstGeom>
        </p:spPr>
      </p:pic>
      <p:pic>
        <p:nvPicPr>
          <p:cNvPr id="5" name="!!Azelea">
            <a:extLst>
              <a:ext uri="{FF2B5EF4-FFF2-40B4-BE49-F238E27FC236}">
                <a16:creationId xmlns:a16="http://schemas.microsoft.com/office/drawing/2014/main" id="{91FBDA56-72A5-BF20-A71C-F0CC207D24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5852221" y="190500"/>
            <a:ext cx="1141454" cy="114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63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AB7EE-BE01-5FBC-645D-3F825C971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1F73512-4DB5-0F12-6B95-7340C8A71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" r="195"/>
          <a:stretch/>
        </p:blipFill>
        <p:spPr>
          <a:xfrm>
            <a:off x="0" y="418"/>
            <a:ext cx="12237715" cy="6857163"/>
          </a:xfrm>
          <a:prstGeom prst="rect">
            <a:avLst/>
          </a:prstGeom>
        </p:spPr>
      </p:pic>
      <p:pic>
        <p:nvPicPr>
          <p:cNvPr id="3" name="Graphic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77FB24C-BA02-FCC1-E3B7-9663D7CD53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381000" cy="381000"/>
          </a:xfrm>
          <a:prstGeom prst="rect">
            <a:avLst/>
          </a:prstGeom>
        </p:spPr>
      </p:pic>
      <p:sp>
        <p:nvSpPr>
          <p:cNvPr id="4" name="!!Title">
            <a:extLst>
              <a:ext uri="{FF2B5EF4-FFF2-40B4-BE49-F238E27FC236}">
                <a16:creationId xmlns:a16="http://schemas.microsoft.com/office/drawing/2014/main" id="{511728FC-9D72-B5FA-6740-E90C05277C0E}"/>
              </a:ext>
            </a:extLst>
          </p:cNvPr>
          <p:cNvSpPr/>
          <p:nvPr/>
        </p:nvSpPr>
        <p:spPr>
          <a:xfrm>
            <a:off x="755039" y="0"/>
            <a:ext cx="2530495" cy="381000"/>
          </a:xfrm>
          <a:prstGeom prst="rect">
            <a:avLst/>
          </a:prstGeom>
          <a:solidFill>
            <a:srgbClr val="2728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Turpe</a:t>
            </a: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improbe</a:t>
            </a: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Dicitur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!!dfsgdfsgdfsg">
            <a:hlinkClick r:id="rId5" action="ppaction://hlinksldjump"/>
            <a:extLst>
              <a:ext uri="{FF2B5EF4-FFF2-40B4-BE49-F238E27FC236}">
                <a16:creationId xmlns:a16="http://schemas.microsoft.com/office/drawing/2014/main" id="{E39CE7D3-DFDB-982C-5616-9B42B09D68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1898" y="0"/>
            <a:ext cx="381000" cy="381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7F34F3-C9CA-61AD-42DA-72C6BFFE2543}"/>
              </a:ext>
            </a:extLst>
          </p:cNvPr>
          <p:cNvSpPr/>
          <p:nvPr/>
        </p:nvSpPr>
        <p:spPr>
          <a:xfrm>
            <a:off x="189911" y="3429000"/>
            <a:ext cx="2869809" cy="3161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r>
              <a:rPr lang="en-GB" sz="105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Intervalla</a:t>
            </a:r>
            <a:endParaRPr lang="en-GB" sz="105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05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Clr>
                <a:srgbClr val="E74011"/>
              </a:buClr>
              <a:buFont typeface="Wingdings" panose="05000000000000000000" pitchFamily="2" charset="2"/>
              <a:buChar char="§"/>
            </a:pP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Genus pro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gaudere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talem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spernat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veniat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artibus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suavitate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ullus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Impetus.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Menandro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leguntur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Centurionum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amicos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nocet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Volumus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sententiae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Omnisque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depravatum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Clr>
                <a:srgbClr val="E74011"/>
              </a:buClr>
              <a:buFont typeface="Wingdings" panose="05000000000000000000" pitchFamily="2" charset="2"/>
              <a:buChar char="§"/>
            </a:pP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Peccant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graeci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docere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laudabilis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utilior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utinam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Discordia dolor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iucundo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sciscat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tantas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imperitos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animumque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tua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Clr>
                <a:srgbClr val="E74011"/>
              </a:buClr>
            </a:pP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E74011"/>
              </a:buClr>
            </a:pP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Efficiendi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numeris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E74011"/>
              </a:buClr>
            </a:pP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Clr>
                <a:srgbClr val="E74011"/>
              </a:buClr>
              <a:buFont typeface="Arial" panose="020B0604020202020204" pitchFamily="34" charset="0"/>
              <a:buChar char="•"/>
            </a:pP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Elaboraret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putant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fuit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Maius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exeduntur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Affecta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momenti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Amicorum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stare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Desperantes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fit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veritus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Amplificarique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nostra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Refert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hosti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7B77D2-9781-FE7A-B5DC-E1FEE953BFA1}"/>
              </a:ext>
            </a:extLst>
          </p:cNvPr>
          <p:cNvSpPr/>
          <p:nvPr/>
        </p:nvSpPr>
        <p:spPr>
          <a:xfrm>
            <a:off x="192088" y="5931532"/>
            <a:ext cx="2866922" cy="65918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r>
              <a:rPr lang="en-GB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Utilitas</a:t>
            </a:r>
            <a:r>
              <a:rPr lang="en-GB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hausta</a:t>
            </a:r>
            <a:r>
              <a:rPr lang="en-GB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Inane </a:t>
            </a:r>
            <a:r>
              <a:rPr lang="en-GB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hortensio</a:t>
            </a:r>
            <a:endParaRPr lang="en-GB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212292-E29D-25B5-EE2B-D57B5E8EAD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189473" y="1814733"/>
            <a:ext cx="2869537" cy="1614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C35DE4-FB38-CED4-5501-C072F54BF8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27" t="18790" r="38927" b="18790"/>
          <a:stretch>
            <a:fillRect/>
          </a:stretch>
        </p:blipFill>
        <p:spPr>
          <a:xfrm>
            <a:off x="4745536" y="1288169"/>
            <a:ext cx="2700036" cy="428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71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"/>
  <p:tag name="GUIDEROWS" val="1"/>
  <p:tag name="GUTTERCOL" val="1.5 cm"/>
  <p:tag name="GUTTERROW" val="0.5 cm"/>
  <p:tag name="GUIDESAPPLIEDTO" val="2"/>
  <p:tag name="MASTERLEFTMARGIN" val="36.36"/>
  <p:tag name="MASTERRIGHTMARGIN" val="36.36"/>
  <p:tag name="MASTERTOPMARGIN" val="122"/>
  <p:tag name="MASTERBOTTOMMARGIN" val="1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STITLESHAPE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SMEASURMENT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113.3858"/>
  <p:tag name="MASTERLEFTMARGIN" val="42.5197"/>
  <p:tag name="MASTERRIGHTMARGIN" val="19.8425"/>
  <p:tag name="MASTERBOTTOMMARGIN" val="7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BOTTOMMARGIN" val="72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  <p:tag name="MASTERTOPMARGIN" val="85.0394"/>
  <p:tag name="CUSTMASTERTOPMARGIN" val="127.5591"/>
  <p:tag name="CUSTMASTERLEFTMARGIN" val="42.5197"/>
  <p:tag name="CUSTMASTERRIGHTMARGIN" val="19.8425"/>
  <p:tag name="CUSTMASTERBOTTOMMARGIN" val="59.527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TOPMARGIN" val="113.3858"/>
  <p:tag name="MASTERBOTTOMMARGIN" val="72"/>
  <p:tag name="CUSTMASTERTOPMARGIN" val="127.5591"/>
  <p:tag name="CUSTMASTERLEFTMARGIN" val="42.5197"/>
  <p:tag name="CUSTMASTERRIGHTMARGIN" val="19.8425"/>
  <p:tag name="CUSTMASTERBOTTOMMARGIN" val="59.5276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Subtitle List"/>
  <p:tag name="MS_PLACEHOLDERID" val="PlaceholderID46112.650682870407055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TOPMARGIN" val="113.3858"/>
  <p:tag name="MASTERBOTTOMMARGIN" val="72"/>
  <p:tag name="CUSTMASTERTOPMARGIN" val="127.5591"/>
  <p:tag name="CUSTMASTERLEFTMARGIN" val="42.5197"/>
  <p:tag name="CUSTMASTERRIGHTMARGIN" val="19.8425"/>
  <p:tag name="CUSTMASTERBOTTOMMARGIN" val="59.5276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Subtitle List"/>
  <p:tag name="MS_PLACEHOLDERID" val="PlaceholderID46112.650682870407055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LEFTMARGIN" val="42.5197"/>
  <p:tag name="MASTERRIGHTMARGIN" val="19.8425"/>
  <p:tag name="MASTERTOPMARGIN" val="113.3858"/>
  <p:tag name="MASTERBOTTOMMARGIN" val="72"/>
  <p:tag name="CUSTMASTERTOPMARGIN" val="127.5591"/>
  <p:tag name="CUSTMASTERLEFTMARGIN" val="42.5197"/>
  <p:tag name="CUSTMASTERRIGHTMARGIN" val="19.8425"/>
  <p:tag name="CUSTMASTERBOTTOMMARGIN" val="59.5276"/>
  <p:tag name="GUIDECOLS" val="1"/>
  <p:tag name="GUIDEROWS" val="1"/>
  <p:tag name="GUTTERCOL" val="0.6 cm"/>
  <p:tag name="GUTTERROW" val="0.6 cm"/>
  <p:tag name="GUIDESAPPLIEDTO" val="2"/>
  <p:tag name="NOGUTTERCOL" val="False"/>
  <p:tag name="NOGUTTERROW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Subtitle List"/>
  <p:tag name="MS_PLACEHOLDERID" val="PlaceholderID46112.650682870407055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Subtitle List"/>
  <p:tag name="MS_PLACEHOLDERID" val="PlaceholderID46112.722314814807055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Subtitle List"/>
  <p:tag name="MS_PLACEHOLDERID" val="PlaceholderID46112.722314814807055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Subtitle List"/>
  <p:tag name="MS_PLACEHOLDERID" val="PlaceholderID46112.722314814807055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Subtitle List"/>
  <p:tag name="MS_PLACEHOLDERID" val="PlaceholderID46112.722314814807055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AE Systems">
  <a:themeElements>
    <a:clrScheme name="__BAE 2026">
      <a:dk1>
        <a:srgbClr val="3D4146"/>
      </a:dk1>
      <a:lt1>
        <a:srgbClr val="FFFFFF"/>
      </a:lt1>
      <a:dk2>
        <a:srgbClr val="5F5F5D"/>
      </a:dk2>
      <a:lt2>
        <a:srgbClr val="9F9F9E"/>
      </a:lt2>
      <a:accent1>
        <a:srgbClr val="086E78"/>
      </a:accent1>
      <a:accent2>
        <a:srgbClr val="3FC0C2"/>
      </a:accent2>
      <a:accent3>
        <a:srgbClr val="AB695D"/>
      </a:accent3>
      <a:accent4>
        <a:srgbClr val="2E2D7D"/>
      </a:accent4>
      <a:accent5>
        <a:srgbClr val="20A5DE"/>
      </a:accent5>
      <a:accent6>
        <a:srgbClr val="4E205D"/>
      </a:accent6>
      <a:hlink>
        <a:srgbClr val="0000EE"/>
      </a:hlink>
      <a:folHlink>
        <a:srgbClr val="0000EE"/>
      </a:folHlink>
    </a:clrScheme>
    <a:fontScheme name="__BAE 2026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custClrLst>
    <a:custClr name="Rich Green">
      <a:srgbClr val="214C43"/>
    </a:custClr>
    <a:custClr name="Rich Teal">
      <a:srgbClr val="086E78"/>
    </a:custClr>
    <a:custClr name="Rich Blue">
      <a:srgbClr val="2E2D7D"/>
    </a:custClr>
    <a:custClr name="Rich Purple">
      <a:srgbClr val="4E205D"/>
    </a:custClr>
    <a:custClr name="Rich Copper">
      <a:srgbClr val="AB695D"/>
    </a:custClr>
    <a:custClr name="Rich Mustard">
      <a:srgbClr val="CC9E05"/>
    </a:custClr>
    <a:custClr name="Dark Grey">
      <a:srgbClr val="5F5F5D"/>
    </a:custClr>
    <a:custClr name="Body Copy Grey">
      <a:srgbClr val="3D4146"/>
    </a:custClr>
    <a:custClr name="Red">
      <a:srgbClr val="D55E00"/>
    </a:custClr>
    <a:custClr name="BLANK">
      <a:srgbClr val="FFFFFF"/>
    </a:custClr>
    <a:custClr name="Rich Green 60%">
      <a:srgbClr val="7A948E"/>
    </a:custClr>
    <a:custClr name="Rich Teal 60%">
      <a:srgbClr val="6BA8AE"/>
    </a:custClr>
    <a:custClr name="Rich Blue 60%">
      <a:srgbClr val="8281B1"/>
    </a:custClr>
    <a:custClr name="Rich Purple 60%">
      <a:srgbClr val="95799E"/>
    </a:custClr>
    <a:custClr name="Rich Copper 60%">
      <a:srgbClr val="CDA59E"/>
    </a:custClr>
    <a:custClr name="Rich Mustard 60%">
      <a:srgbClr val="E0C569"/>
    </a:custClr>
    <a:custClr name="Dark Grey 60%">
      <a:srgbClr val="9F9F9E"/>
    </a:custClr>
    <a:custClr name="Orange Core">
      <a:srgbClr val="FC4C02"/>
    </a:custClr>
    <a:custClr name="Amber">
      <a:srgbClr val="F0E442"/>
    </a:custClr>
    <a:custClr name="BLANK">
      <a:srgbClr val="FFFFFF"/>
    </a:custClr>
    <a:custClr name="Rich Green 20%">
      <a:srgbClr val="D3DBD9"/>
    </a:custClr>
    <a:custClr name="Rich Teal 20%">
      <a:srgbClr val="CEE2E4"/>
    </a:custClr>
    <a:custClr name="Rich Blue 20%">
      <a:srgbClr val="D5D5E5"/>
    </a:custClr>
    <a:custClr name="Rich Purple 20%">
      <a:srgbClr val="DCD2DF"/>
    </a:custClr>
    <a:custClr name="Rich Copper 20%">
      <a:srgbClr val="EEE1DF"/>
    </a:custClr>
    <a:custClr name="Rich Mustard 20%">
      <a:srgbClr val="F5ECCD"/>
    </a:custClr>
    <a:custClr name="Dark Grey 20%">
      <a:srgbClr val="DFDFDF"/>
    </a:custClr>
    <a:custClr name="Light Orange Core">
      <a:srgbClr val="FF6E00"/>
    </a:custClr>
    <a:custClr name="Green">
      <a:srgbClr val="009E73"/>
    </a:custClr>
    <a:custClr name="BLANK">
      <a:srgbClr val="FFFFFF"/>
    </a:custClr>
    <a:custClr name="Light Green">
      <a:srgbClr val="51BD8D"/>
    </a:custClr>
    <a:custClr name="Light Teal">
      <a:srgbClr val="3FC0C2"/>
    </a:custClr>
    <a:custClr name="Light Blue">
      <a:srgbClr val="20A5DE"/>
    </a:custClr>
    <a:custClr name="Light Purple">
      <a:srgbClr val="7475B7"/>
    </a:custClr>
    <a:custClr name="Light Copper">
      <a:srgbClr val="C49C94"/>
    </a:custClr>
    <a:custClr name="Light Mustard">
      <a:srgbClr val="EFBA3C"/>
    </a:custClr>
    <a:custClr name="Light Grey">
      <a:srgbClr val="EAE4E1"/>
    </a:custClr>
    <a:custClr name="Yellow Core">
      <a:srgbClr val="FFCC00"/>
    </a:custClr>
    <a:custClr name="Blue Complete">
      <a:srgbClr val="56B4E9"/>
    </a:custClr>
    <a:custClr name="BLANK">
      <a:srgbClr val="FFFFFF"/>
    </a:custClr>
    <a:custClr name="Light Green 60%">
      <a:srgbClr val="97D7BB"/>
    </a:custClr>
    <a:custClr name="Light Teal 60%">
      <a:srgbClr val="8CD9DA"/>
    </a:custClr>
    <a:custClr name="Light Blue 60%">
      <a:srgbClr val="79C9EC"/>
    </a:custClr>
    <a:custClr name="Light Purple 60%">
      <a:srgbClr val="ACACD4"/>
    </a:custClr>
    <a:custClr name="Light Copper 60%">
      <a:srgbClr val="DCC4BF"/>
    </a:custClr>
    <a:custClr name="Light Mustard 60%">
      <a:srgbClr val="F5D68A"/>
    </a:custClr>
    <a:custClr name="Light Grey 60%">
      <a:srgbClr val="F2EFED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BAE Systems Presentation_(16x9)_box.potx" id="{4D70AD5B-C04D-4B6E-8A13-D31B6E5C8196}" vid="{397D4621-B3C0-4152-BEDA-CFA0B61B93D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10179</TotalTime>
  <Words>688</Words>
  <PresentationFormat>Widescreen</PresentationFormat>
  <Paragraphs>158</Paragraphs>
  <Slides>14</Slides>
  <Notes>3</Notes>
  <HiddenSlides>1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Aptos</vt:lpstr>
      <vt:lpstr>Aptos Display</vt:lpstr>
      <vt:lpstr>Aptos Light</vt:lpstr>
      <vt:lpstr>Arial</vt:lpstr>
      <vt:lpstr>BAE Systems</vt:lpstr>
      <vt:lpstr>Calibri</vt:lpstr>
      <vt:lpstr>tahoma</vt:lpstr>
      <vt:lpstr>Wingdings</vt:lpstr>
      <vt:lpstr>Office Theme</vt:lpstr>
      <vt:lpstr>BAE Systems</vt:lpstr>
      <vt:lpstr>PowerPoint Presentation</vt:lpstr>
      <vt:lpstr>PowerPoint Presentation</vt:lpstr>
      <vt:lpstr>PowerPoint Presentation</vt:lpstr>
      <vt:lpstr>CW 2</vt:lpstr>
      <vt:lpstr>CW3</vt:lpstr>
      <vt:lpstr>CW4</vt:lpstr>
      <vt:lpstr>CW5</vt:lpstr>
      <vt:lpstr>CW6</vt:lpstr>
      <vt:lpstr>CW7</vt:lpstr>
      <vt:lpstr>CW8</vt:lpstr>
      <vt:lpstr>---- Challenge 1 -----</vt:lpstr>
      <vt:lpstr>Challenge 1 master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2026-06-24T11:56:16Z</dcterms:created>
  <dcterms:modified xsi:type="dcterms:W3CDTF">2026-07-27T10:42:12Z</dcterms:modified>
</cp:coreProperties>
</file>