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0E03-9137-5713-B901-6C11C8909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FE762-3941-8727-2B11-9050D99C5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A925C-2795-7017-6B12-B8125C603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8168F-A23D-F9A0-1D86-9A123EA5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CB265-9F64-85A0-80E5-467698F0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19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D789-04CC-D925-4D26-0A35F6A11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4B1AA-CEA0-543B-6FAF-A4B9FE813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2AF2C-A8DC-26DD-AC93-0ED0343E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BCC60-B14D-C5FD-4D6E-3C3D885E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7FBA9-4F58-E086-E459-DF2B156F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F4D8-BD64-9C9D-EBC0-A28CC2EF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8CFF8-AEBF-0416-3A9F-228E3709D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5C308-F727-2817-F36A-BC327BC0D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74283-8D07-0624-1ABC-FFF3CDFA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F92A9-AC05-7E18-BF94-7850A365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6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8BAD-84E6-2F20-F5BF-E829C597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DD8F5-8C6A-89AB-6AF0-C24BC2F9F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6A955-37A2-3D49-A8F0-11C3733DF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F3C74-D61D-8B32-A115-62818FF3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A7583-DEF0-00D7-6F1E-D8F87E40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499FB8-63FB-9887-BDE5-1B324662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9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B707C-74F3-2B9D-2A41-81181838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C9B6D-BDE6-C337-7523-A8A5CE805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9B3DC-E8E3-59E1-F0BF-96D513F00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67DB47-71DE-8FC3-C352-E71EA771D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F06F6-614F-4B3C-2836-E4E9A333C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5DEC8-DDC0-A6E1-DAD9-073A2286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74F3-BC36-55B6-B40F-FAEA02B5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A0D08C-7A9C-A7A4-D443-70B2AB66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2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3EEB-CA5E-D337-37E1-16A54F14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C8EA7-76E1-396E-6C73-C37031D3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1A12CF-8434-D224-2B77-B6357976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9EE7B8-9ECF-C922-BFEF-FFDC5649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4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702BB-0FDC-9EE8-B226-68B91C13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8E994-476E-BA2B-DE16-5A6DA5E6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A3B11-228E-64A8-91A3-77C2E829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2D9D-1BD3-F1FE-6099-9E202669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A6493-E4FD-B055-01F2-EC6A057AC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54623-0E9F-2482-3A39-252A022B1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38530-9B95-FA67-22D5-807444200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C1F26-B5A5-03AA-BF79-F7825704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797FE-C64D-DFC3-41A2-97AB6D7A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5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2888-D978-E321-89F8-53826355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CAB39-EDC9-42CE-0EA0-69E3E7B9EE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F2F4C-9064-103C-9F42-F5A792031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BADDA-9609-FF72-0C03-412E71CA2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C08FA-DC1A-1A1E-D68D-1A0DEAC8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2235E-EB40-9E3F-E879-C2D78D992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3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A0CB-287E-9706-10D8-DD27BB1C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D8DEE-DB48-4EBC-0B53-6FCE05CBC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E9F-BFE2-7D5C-E84F-89AD0D2B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FD020-9FB9-B309-E7DA-6C10FAAB5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EFB33-BA84-BC1E-5DAB-E14D39CA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E27DA-284A-AE75-110F-E68F3C72E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88041-EE2C-54C7-B7B2-BEAD4640C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E9B81-6196-3237-D404-EA439059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00BAC-C446-F216-8DD0-31D2C1E9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E3B81-78C6-6349-6EDC-FF1A3A2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96EF53-9E79-F6EB-D4CC-6F7D74A2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9A06-3FB9-F9BF-B43F-5E0B11F27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E0FC7-0706-C0E8-B099-C8B7AEA92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F9BF4-579A-468C-BE1E-4699C234044F}" type="datetimeFigureOut">
              <a:rPr lang="en-US" smtClean="0"/>
              <a:t>2026-09-25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E70E0-A00F-727B-BBA8-2628E6209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D75E6-50DE-CE5B-9032-9EA136EDB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AB12C-C497-4C8F-AA16-BE9A4DCE2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33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F9599F-E0E6-57F0-D3F1-C07B117506C0}"/>
              </a:ext>
            </a:extLst>
          </p:cNvPr>
          <p:cNvSpPr/>
          <p:nvPr/>
        </p:nvSpPr>
        <p:spPr>
          <a:xfrm>
            <a:off x="8890000" y="2540000"/>
            <a:ext cx="1270000" cy="1270000"/>
          </a:xfrm>
          <a:prstGeom prst="rect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7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B666E-B73D-A57E-E600-35DDE4DEB483}"/>
              </a:ext>
            </a:extLst>
          </p:cNvPr>
          <p:cNvSpPr/>
          <p:nvPr/>
        </p:nvSpPr>
        <p:spPr>
          <a:xfrm>
            <a:off x="4826000" y="2159000"/>
            <a:ext cx="2540000" cy="2540000"/>
          </a:xfrm>
          <a:prstGeom prst="rect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1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2026-09-25T13:06:18Z</dcterms:created>
  <dcterms:modified xsi:type="dcterms:W3CDTF">2026-09-25T13:06:20Z</dcterms:modified>
</cp:coreProperties>
</file>