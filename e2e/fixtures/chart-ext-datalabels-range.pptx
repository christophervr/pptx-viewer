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howVal val="1"/>
              <c:extLst>
                <c:ext xmlns:c15="http://schemas.microsoft.com/office/drawing/2012/chart" uri="{CE6537A1-D6FC-4f65-9D91-7224C49458BB}">
                  <c15:xForSave val="1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datalabelsRange>
                  <c15:f>Sheet1!$D$2:$D$5</c15:f>
                  <c15:dlblRangeCache>
                    <c:ptCount val="4"/>
                    <c:pt idx="0">
                      <c:v>Low</c:v>
                    </c:pt>
                    <c:pt idx="1">
                      <c:v>Medium</c:v>
                    </c:pt>
                    <c:pt idx="2">
                      <c:v>High</c:v>
                    </c:pt>
                    <c:pt idx="3">
                      <c:v>Top</c:v>
                    </c:pt>
                  </c15:dlblRangeCache>
                </c15:datalabelsRange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BF-4150-8A6D-1E1797CEF2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BF-4150-8A6D-1E1797CEF2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Label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BF-4150-8A6D-1E1797CEF2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8666608"/>
        <c:axId val="134555856"/>
      </c:barChart>
      <c:catAx>
        <c:axId val="2058666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555856"/>
        <c:crosses val="autoZero"/>
        <c:auto val="1"/>
        <c:lblAlgn val="ctr"/>
        <c:lblOffset val="100"/>
        <c:noMultiLvlLbl val="0"/>
      </c:catAx>
      <c:valAx>
        <c:axId val="134555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8666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E1447-E12D-DA90-75F6-E7251B5E1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5523D-BF8D-C7EB-CD46-7163942C8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1118E-817F-5D8A-363D-1AE2C2A6D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B608C-3173-190D-EE27-CDD6E6415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26CBF-BFFF-A1A6-58CA-9EB5DD584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7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D59F8-8B55-1457-BC03-80C6C1F69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F1A36-92BB-6BED-92A1-842BB1CCA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A5CFD-FFA9-628C-E68E-27EEB040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069CC-DD58-A10B-3B45-DE21C8BC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6CA1-7EAA-1608-0AC7-96432734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7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2A6F-3281-DF86-1313-751C3074C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7BAD3-2282-A9C0-FD5A-6B513FEE1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8ED07-9C84-4006-7A7C-679ACEA2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D6366-9788-06F5-C089-1CB809D7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094A-A588-727F-60BB-EB50DB1C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9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9483-5E67-1098-21EA-3C8EED50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44E3F-9C87-9E88-E7ED-00A32537E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85741-6700-FF83-C00F-1152D19AD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02D29-C178-E163-5958-B83C7811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C0B68-F2F4-F3F8-519A-FE6862486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47A00-8D32-1B10-AF8A-C9326B6C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1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C44B-B9BF-738C-44AD-7297C114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FF32A-98DB-8A3D-8353-1867332CD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90230-F627-1A03-170D-91A171537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78C9A-E129-9E47-A03D-46A7444D6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9972D4-643D-2DCE-C7D1-A82200FE1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7E3B81-F998-AE38-6784-79F718CC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283F4-3B0F-2955-5C3E-AAC6EACC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DE53CB-C25C-A645-3EEF-A0F739F2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5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1DC9A-6102-B0C3-4864-116E7AC2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69A23-AA79-64AC-3EBA-697C7091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BAE64-2AA7-0CB0-AD02-B7FCAD52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E38ED-6056-3F9E-8DC7-C269E7F7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5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15C34-E734-7066-2C2B-A5C1FDA23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3CBAC8-6D1D-E7DB-0F2B-7168C1D69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8EB93-6FF9-7506-3692-F00FDC45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92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648E-F818-27F6-0DAE-01B2EAB5F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6331-E308-2F78-3BC4-7E0B4579F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911C0-48B1-F5A5-1624-14823113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69236-34C4-5E5E-CBA9-6E6A9058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E1B68-2DAC-1EF2-B730-A12C312C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40449-D49F-A5D4-D606-A9E65604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6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106D-4314-8554-E38C-AAE6E46A3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86B31-A952-C3A1-A7FE-8F46EC91AE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C00A2-57F9-1C10-212F-6619AF581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B0899-FDA2-0BCA-C8C2-E19FAB2A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80916-CD1A-BDF6-0E5E-A426D921D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4E0EA-3E0D-EB3B-3222-7D4DB7AA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4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D0CD-3A6F-5561-86EE-6C5C4F53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E2A62-319E-4FA4-3CE8-6288BB5A0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113A-86D0-4994-FA63-A2478157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E70A9-2C4D-735B-3CAD-4C5F7740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AD118-CA1F-E5A6-9195-BAA0746A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6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46D3E0-7287-CBCC-B80D-C72AC70A7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160C4-A379-93E2-2601-C54F4767D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5B3D1-9ED3-71B3-A4ED-CFCFA4B9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47517-BE3D-0C7B-A729-0FC68E0F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B5B54-B401-2619-2621-492D1237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1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0A6E87-5560-5130-6CF4-9C688DF4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CA2E9-63B8-D664-1C2C-69E978E74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F044E-BB9A-A22C-B53F-8A842227B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30CB4-F3CD-41D5-A317-9CFED7C1011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2C8C2-F3AD-DFF7-4EB6-FDB1AEFFE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B877F-CEEC-6FBC-38C7-1A1801720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D39F5-E86A-443D-BC4F-9286C25D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38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11E3B38-7E81-23BE-0725-13E54A019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0800689"/>
              </p:ext>
            </p:extLst>
          </p:nvPr>
        </p:nvGraphicFramePr>
        <p:xfrm>
          <a:off x="635000" y="635000"/>
          <a:ext cx="6350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00073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2026-09-06T08:28:02Z</dcterms:created>
  <dcterms:modified xsi:type="dcterms:W3CDTF">2026-09-06T08:28:06Z</dcterms:modified>
</cp:coreProperties>
</file>