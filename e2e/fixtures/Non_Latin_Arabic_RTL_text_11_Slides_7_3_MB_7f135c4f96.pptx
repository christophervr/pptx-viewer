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ProximaNova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ProximaNova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roximaNov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bab3a369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bab3a369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42e3e7cd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42e3e7cd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d4400e73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d4400e73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d9c40d9f9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d9c40d9f9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b9a3abeb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b9a3abe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d4400e736_2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d4400e73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d9c40d9f9_0_2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d9c40d9f9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cb9a3abeb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cb9a3abe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742e3e7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742e3e7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d5f4b554c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d5f4b55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loud in front of dark blue star-filled sky" id="104" name="Google Shape;104;p25"/>
          <p:cNvPicPr preferRelativeResize="0"/>
          <p:nvPr/>
        </p:nvPicPr>
        <p:blipFill rotWithShape="1">
          <a:blip r:embed="rId3">
            <a:alphaModFix/>
          </a:blip>
          <a:srcRect b="17068" l="0" r="172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مشروع المعرض العلمي</a:t>
            </a:r>
            <a:endParaRPr sz="6000"/>
          </a:p>
        </p:txBody>
      </p:sp>
      <p:sp>
        <p:nvSpPr>
          <p:cNvPr id="106" name="Google Shape;106;p2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بقلم اسمك</a:t>
            </a:r>
            <a:endParaRPr/>
          </a:p>
        </p:txBody>
      </p:sp>
      <p:sp>
        <p:nvSpPr>
          <p:cNvPr id="107" name="Google Shape;107;p25"/>
          <p:cNvSpPr txBox="1"/>
          <p:nvPr>
            <p:ph idx="1" type="subTitle"/>
          </p:nvPr>
        </p:nvSpPr>
        <p:spPr>
          <a:xfrm>
            <a:off x="510450" y="4370773"/>
            <a:ext cx="8123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no_reply@example.com</a:t>
            </a:r>
            <a:endParaRPr sz="1800"/>
          </a:p>
        </p:txBody>
      </p:sp>
      <p:cxnSp>
        <p:nvCxnSpPr>
          <p:cNvPr id="108" name="Google Shape;108;p25"/>
          <p:cNvCxnSpPr/>
          <p:nvPr/>
        </p:nvCxnSpPr>
        <p:spPr>
          <a:xfrm>
            <a:off x="8133150" y="3080400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لماذا اخترت هذا المجال من العلوم</a:t>
            </a:r>
            <a:endParaRPr sz="3600"/>
          </a:p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يرجى توضيح سبب اختيارك للبحث في هذا الجانب من العلوم أو الحوسبة أو الهندسة.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265500" y="1816950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المشكلة أو التحدي</a:t>
            </a:r>
            <a:endParaRPr/>
          </a:p>
        </p:txBody>
      </p:sp>
      <p:sp>
        <p:nvSpPr>
          <p:cNvPr id="120" name="Google Shape;120;p2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يرجى توضيح السؤال أو المشكلة التي قمت بدراستها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type="title"/>
          </p:nvPr>
        </p:nvSpPr>
        <p:spPr>
          <a:xfrm>
            <a:off x="1673250" y="1802100"/>
            <a:ext cx="5797500" cy="153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الفرضي</a:t>
            </a:r>
            <a:r>
              <a:rPr lang="en" sz="4400"/>
              <a:t>ة (أو التوقع</a:t>
            </a:r>
            <a:r>
              <a:rPr b="1" lang="en" sz="4400"/>
              <a:t>)</a:t>
            </a:r>
            <a:endParaRPr b="1" sz="44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ما الذي تعتقد أنه سيحدث؟</a:t>
            </a:r>
            <a:endParaRPr sz="4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البحث</a:t>
            </a:r>
            <a:endParaRPr sz="3600"/>
          </a:p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اشرح كل الأبحاث التي قمت بها حول هذه القضية/التحدي.</a:t>
            </a:r>
            <a:endParaRPr sz="2400"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ما كان هدف بحثك؟ احرص على توضيح كيف توصلت إليه ومن قد يكون قد ساعدك في ذلك!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طريقة اختباري</a:t>
            </a:r>
            <a:endParaRPr/>
          </a:p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يستخدم كل عالم أساليب مختلفة للتجريب</a:t>
            </a:r>
            <a:endParaRPr/>
          </a:p>
        </p:txBody>
      </p:sp>
      <p:sp>
        <p:nvSpPr>
          <p:cNvPr id="138" name="Google Shape;138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ما هي الأساليب التي استخدمتها في تجربتك؟</a:t>
            </a:r>
            <a:endParaRPr/>
          </a:p>
          <a:p>
            <a:pPr indent="-342900" lvl="0" marL="457200" rtl="1" algn="r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نص تجريبي لا معنى له، يُستخدم لأغراض العرض فقط</a:t>
            </a:r>
            <a:endParaRPr/>
          </a:p>
          <a:p>
            <a:pPr indent="-342900" lvl="0" marL="457200" rtl="1" algn="r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بذل الجهد والمثابرة في العمل</a:t>
            </a:r>
            <a:endParaRPr/>
          </a:p>
          <a:p>
            <a:pPr indent="-342900" lvl="0" marL="457200" rtl="1" algn="r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نص تجريبي آخر يُستخدم لملء الفراغ في التصميم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بيانات التجربة</a:t>
            </a:r>
            <a:endParaRPr/>
          </a:p>
        </p:txBody>
      </p:sp>
      <p:sp>
        <p:nvSpPr>
          <p:cNvPr id="144" name="Google Shape;144;p3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سجّل المعلومات التي تحصل عليها من تجربتك</a:t>
            </a:r>
            <a:endParaRPr/>
          </a:p>
        </p:txBody>
      </p:sp>
      <p:sp>
        <p:nvSpPr>
          <p:cNvPr id="145" name="Google Shape;145;p31"/>
          <p:cNvSpPr txBox="1"/>
          <p:nvPr/>
        </p:nvSpPr>
        <p:spPr>
          <a:xfrm>
            <a:off x="265500" y="4495425"/>
            <a:ext cx="40452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</a:rPr>
              <a:t>أدرج جدولاً أو رسماً بيانياً لعرض ما تلاحظه</a:t>
            </a:r>
            <a:endParaRPr i="1">
              <a:solidFill>
                <a:schemeClr val="accent3"/>
              </a:solidFill>
            </a:endParaRPr>
          </a:p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5282000" y="4091439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10 دقائق</a:t>
            </a:r>
            <a:endParaRPr sz="1300"/>
          </a:p>
        </p:txBody>
      </p:sp>
      <p:sp>
        <p:nvSpPr>
          <p:cNvPr id="147" name="Google Shape;147;p31"/>
          <p:cNvSpPr txBox="1"/>
          <p:nvPr>
            <p:ph idx="2" type="body"/>
          </p:nvPr>
        </p:nvSpPr>
        <p:spPr>
          <a:xfrm>
            <a:off x="5282125" y="22246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5"/>
                </a:solidFill>
              </a:rPr>
              <a:t>20</a:t>
            </a:r>
            <a:endParaRPr sz="1400">
              <a:solidFill>
                <a:schemeClr val="accent5"/>
              </a:solidFill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5281838" y="2539006"/>
            <a:ext cx="689700" cy="371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1"/>
          <p:cNvSpPr txBox="1"/>
          <p:nvPr>
            <p:ph idx="2" type="body"/>
          </p:nvPr>
        </p:nvSpPr>
        <p:spPr>
          <a:xfrm>
            <a:off x="5282150" y="2562125"/>
            <a:ext cx="689400" cy="314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5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5281850" y="2910750"/>
            <a:ext cx="689700" cy="11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1"/>
          <p:cNvSpPr txBox="1"/>
          <p:nvPr>
            <p:ph idx="2" type="body"/>
          </p:nvPr>
        </p:nvSpPr>
        <p:spPr>
          <a:xfrm>
            <a:off x="5282125" y="3292788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15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2" name="Google Shape;152;p31"/>
          <p:cNvSpPr txBox="1"/>
          <p:nvPr>
            <p:ph idx="2" type="body"/>
          </p:nvPr>
        </p:nvSpPr>
        <p:spPr>
          <a:xfrm>
            <a:off x="6127888" y="4091439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20 دقيقة</a:t>
            </a:r>
            <a:endParaRPr sz="1300"/>
          </a:p>
        </p:txBody>
      </p:sp>
      <p:sp>
        <p:nvSpPr>
          <p:cNvPr id="153" name="Google Shape;153;p31"/>
          <p:cNvSpPr txBox="1"/>
          <p:nvPr>
            <p:ph idx="2" type="body"/>
          </p:nvPr>
        </p:nvSpPr>
        <p:spPr>
          <a:xfrm>
            <a:off x="6127900" y="15478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5"/>
                </a:solidFill>
              </a:rPr>
              <a:t>29</a:t>
            </a:r>
            <a:endParaRPr sz="1400">
              <a:solidFill>
                <a:schemeClr val="accent5"/>
              </a:solidFill>
            </a:endParaRPr>
          </a:p>
        </p:txBody>
      </p:sp>
      <p:sp>
        <p:nvSpPr>
          <p:cNvPr id="154" name="Google Shape;154;p31"/>
          <p:cNvSpPr/>
          <p:nvPr/>
        </p:nvSpPr>
        <p:spPr>
          <a:xfrm>
            <a:off x="6127950" y="1862257"/>
            <a:ext cx="689400" cy="30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1"/>
          <p:cNvSpPr txBox="1"/>
          <p:nvPr>
            <p:ph idx="2" type="body"/>
          </p:nvPr>
        </p:nvSpPr>
        <p:spPr>
          <a:xfrm>
            <a:off x="6127950" y="1859263"/>
            <a:ext cx="689400" cy="314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4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6127950" y="2168550"/>
            <a:ext cx="689400" cy="185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1"/>
          <p:cNvSpPr txBox="1"/>
          <p:nvPr>
            <p:ph idx="2" type="body"/>
          </p:nvPr>
        </p:nvSpPr>
        <p:spPr>
          <a:xfrm>
            <a:off x="6127925" y="286210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25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8" name="Google Shape;158;p31"/>
          <p:cNvSpPr txBox="1"/>
          <p:nvPr>
            <p:ph idx="2" type="body"/>
          </p:nvPr>
        </p:nvSpPr>
        <p:spPr>
          <a:xfrm>
            <a:off x="6973875" y="4091439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30 دقيقة</a:t>
            </a:r>
            <a:endParaRPr sz="1300"/>
          </a:p>
        </p:txBody>
      </p:sp>
      <p:sp>
        <p:nvSpPr>
          <p:cNvPr id="159" name="Google Shape;159;p31"/>
          <p:cNvSpPr txBox="1"/>
          <p:nvPr>
            <p:ph idx="2" type="body"/>
          </p:nvPr>
        </p:nvSpPr>
        <p:spPr>
          <a:xfrm>
            <a:off x="6973875" y="8056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5"/>
                </a:solidFill>
              </a:rPr>
              <a:t>39</a:t>
            </a:r>
            <a:endParaRPr sz="1400">
              <a:solidFill>
                <a:schemeClr val="accent5"/>
              </a:solidFill>
            </a:endParaRPr>
          </a:p>
        </p:txBody>
      </p:sp>
      <p:sp>
        <p:nvSpPr>
          <p:cNvPr id="160" name="Google Shape;160;p31"/>
          <p:cNvSpPr/>
          <p:nvPr/>
        </p:nvSpPr>
        <p:spPr>
          <a:xfrm>
            <a:off x="6973775" y="1120057"/>
            <a:ext cx="689400" cy="30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1"/>
          <p:cNvSpPr txBox="1"/>
          <p:nvPr>
            <p:ph idx="2" type="body"/>
          </p:nvPr>
        </p:nvSpPr>
        <p:spPr>
          <a:xfrm>
            <a:off x="6968013" y="1120038"/>
            <a:ext cx="689400" cy="314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4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62" name="Google Shape;162;p31"/>
          <p:cNvSpPr/>
          <p:nvPr/>
        </p:nvSpPr>
        <p:spPr>
          <a:xfrm>
            <a:off x="6973775" y="1426351"/>
            <a:ext cx="689400" cy="259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6967988" y="24145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35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64" name="Google Shape;164;p31"/>
          <p:cNvSpPr txBox="1"/>
          <p:nvPr>
            <p:ph idx="2" type="body"/>
          </p:nvPr>
        </p:nvSpPr>
        <p:spPr>
          <a:xfrm>
            <a:off x="7819850" y="4091439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40 دقيقة</a:t>
            </a:r>
            <a:endParaRPr sz="1300"/>
          </a:p>
        </p:txBody>
      </p:sp>
      <p:sp>
        <p:nvSpPr>
          <p:cNvPr id="165" name="Google Shape;165;p31"/>
          <p:cNvSpPr txBox="1"/>
          <p:nvPr>
            <p:ph idx="2" type="body"/>
          </p:nvPr>
        </p:nvSpPr>
        <p:spPr>
          <a:xfrm>
            <a:off x="7808250" y="17000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5"/>
                </a:solidFill>
              </a:rPr>
              <a:t>27</a:t>
            </a:r>
            <a:endParaRPr sz="1400">
              <a:solidFill>
                <a:schemeClr val="accent5"/>
              </a:solidFill>
            </a:endParaRPr>
          </a:p>
        </p:txBody>
      </p:sp>
      <p:sp>
        <p:nvSpPr>
          <p:cNvPr id="166" name="Google Shape;166;p31"/>
          <p:cNvSpPr/>
          <p:nvPr/>
        </p:nvSpPr>
        <p:spPr>
          <a:xfrm>
            <a:off x="7808088" y="2014456"/>
            <a:ext cx="689700" cy="371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1"/>
          <p:cNvSpPr txBox="1"/>
          <p:nvPr>
            <p:ph idx="2" type="body"/>
          </p:nvPr>
        </p:nvSpPr>
        <p:spPr>
          <a:xfrm>
            <a:off x="7819600" y="2042788"/>
            <a:ext cx="689400" cy="314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5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68" name="Google Shape;168;p31"/>
          <p:cNvSpPr/>
          <p:nvPr/>
        </p:nvSpPr>
        <p:spPr>
          <a:xfrm>
            <a:off x="7808250" y="2385550"/>
            <a:ext cx="689400" cy="163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1"/>
          <p:cNvSpPr txBox="1"/>
          <p:nvPr>
            <p:ph idx="2" type="body"/>
          </p:nvPr>
        </p:nvSpPr>
        <p:spPr>
          <a:xfrm>
            <a:off x="7819600" y="2861750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22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0" name="Google Shape;170;p31"/>
          <p:cNvSpPr txBox="1"/>
          <p:nvPr>
            <p:ph idx="2" type="body"/>
          </p:nvPr>
        </p:nvSpPr>
        <p:spPr>
          <a:xfrm>
            <a:off x="7386600" y="254200"/>
            <a:ext cx="1299000" cy="2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العنصر 1</a:t>
            </a:r>
            <a:endParaRPr sz="1400"/>
          </a:p>
        </p:txBody>
      </p:sp>
      <p:sp>
        <p:nvSpPr>
          <p:cNvPr id="171" name="Google Shape;171;p31"/>
          <p:cNvSpPr/>
          <p:nvPr/>
        </p:nvSpPr>
        <p:spPr>
          <a:xfrm>
            <a:off x="8685573" y="254209"/>
            <a:ext cx="2190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1"/>
          <p:cNvSpPr txBox="1"/>
          <p:nvPr>
            <p:ph idx="2" type="body"/>
          </p:nvPr>
        </p:nvSpPr>
        <p:spPr>
          <a:xfrm>
            <a:off x="7295075" y="602125"/>
            <a:ext cx="1390500" cy="2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العنصر 2</a:t>
            </a:r>
            <a:endParaRPr sz="1400"/>
          </a:p>
        </p:txBody>
      </p:sp>
      <p:sp>
        <p:nvSpPr>
          <p:cNvPr id="173" name="Google Shape;173;p31"/>
          <p:cNvSpPr/>
          <p:nvPr/>
        </p:nvSpPr>
        <p:spPr>
          <a:xfrm>
            <a:off x="8685573" y="602134"/>
            <a:ext cx="219000" cy="21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idx="4294967295" type="title"/>
          </p:nvPr>
        </p:nvSpPr>
        <p:spPr>
          <a:xfrm>
            <a:off x="311700" y="445025"/>
            <a:ext cx="4084500" cy="10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آها!</a:t>
            </a:r>
            <a:endParaRPr sz="18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اكتشافاتي</a:t>
            </a:r>
            <a:endParaRPr sz="4000"/>
          </a:p>
        </p:txBody>
      </p:sp>
      <p:sp>
        <p:nvSpPr>
          <p:cNvPr id="179" name="Google Shape;179;p32"/>
          <p:cNvSpPr txBox="1"/>
          <p:nvPr>
            <p:ph idx="4294967295" type="body"/>
          </p:nvPr>
        </p:nvSpPr>
        <p:spPr>
          <a:xfrm>
            <a:off x="311700" y="1630600"/>
            <a:ext cx="40845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ماذا تعلمت بعد الاختبار؟</a:t>
            </a:r>
            <a:endParaRPr/>
          </a:p>
          <a:p>
            <a:pPr indent="-342900" lvl="0" marL="457200" rtl="1" algn="r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نص تجريبي لا معنى له، يُستخدم لأغراض العرض فقط</a:t>
            </a:r>
            <a:endParaRPr/>
          </a:p>
          <a:p>
            <a:pPr indent="-342900" lvl="0" marL="457200" rtl="1" algn="r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بذل الجهد والمثابرة في العمل</a:t>
            </a:r>
            <a:endParaRPr/>
          </a:p>
          <a:p>
            <a:pPr indent="-342900" lvl="0" marL="457200" rtl="1" algn="r">
              <a:spcBef>
                <a:spcPts val="1600"/>
              </a:spcBef>
              <a:spcAft>
                <a:spcPts val="1600"/>
              </a:spcAft>
              <a:buSzPts val="1800"/>
              <a:buAutoNum type="arabicPeriod"/>
            </a:pPr>
            <a:r>
              <a:rPr lang="en"/>
              <a:t>نص تجريبي آخر يُستخدم لملء الفراغ في التصميم</a:t>
            </a:r>
            <a:endParaRPr/>
          </a:p>
        </p:txBody>
      </p:sp>
      <p:pic>
        <p:nvPicPr>
          <p:cNvPr descr="Screen Shot 2015-10-15 at 9.01.57 PM.png" id="180" name="Google Shape;180;p32"/>
          <p:cNvPicPr preferRelativeResize="0"/>
          <p:nvPr/>
        </p:nvPicPr>
        <p:blipFill rotWithShape="1">
          <a:blip r:embed="rId3">
            <a:alphaModFix/>
          </a:blip>
          <a:srcRect b="0" l="30380" r="30380" t="0"/>
          <a:stretch/>
        </p:blipFill>
        <p:spPr>
          <a:xfrm>
            <a:off x="4705150" y="361926"/>
            <a:ext cx="2035799" cy="195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5-10-16 at 4.59.24 PM.png" id="181" name="Google Shape;181;p32"/>
          <p:cNvPicPr preferRelativeResize="0"/>
          <p:nvPr/>
        </p:nvPicPr>
        <p:blipFill rotWithShape="1">
          <a:blip r:embed="rId4">
            <a:alphaModFix/>
          </a:blip>
          <a:srcRect b="606" l="9912" r="24878" t="13982"/>
          <a:stretch/>
        </p:blipFill>
        <p:spPr>
          <a:xfrm>
            <a:off x="6796425" y="361926"/>
            <a:ext cx="2035800" cy="195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5-10-15 at 9.01.12 PM.png" id="182" name="Google Shape;182;p32"/>
          <p:cNvPicPr preferRelativeResize="0"/>
          <p:nvPr/>
        </p:nvPicPr>
        <p:blipFill rotWithShape="1">
          <a:blip r:embed="rId5">
            <a:alphaModFix/>
          </a:blip>
          <a:srcRect b="0" l="2181" r="2171" t="0"/>
          <a:stretch/>
        </p:blipFill>
        <p:spPr>
          <a:xfrm>
            <a:off x="4705200" y="2366436"/>
            <a:ext cx="4127100" cy="242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2097300" y="1740600"/>
            <a:ext cx="4949400" cy="16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هذه هي أهم فكرة يجب على الجميع تذكرها.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الخاتمة</a:t>
            </a:r>
            <a:endParaRPr sz="3600"/>
          </a:p>
        </p:txBody>
      </p:sp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ما هي خاتمة تجربتك؟ هل دعمت النتائج فرضيتك أو النتيجة المتوقعة؟ كيف ستساعد نتائجك مجال العلم الذي بحثت فيه؟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idx="4294967295" type="title"/>
          </p:nvPr>
        </p:nvSpPr>
        <p:spPr>
          <a:xfrm>
            <a:off x="311700" y="709050"/>
            <a:ext cx="3890100" cy="37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ماذا سأفعل بعد ذلك؟</a:t>
            </a:r>
            <a:endParaRPr sz="4000"/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3200"/>
              <a:t>ماذا ستفعل بنتائجك بعد ذلك؟ كيف ستطور بحثك/نتائجك؟</a:t>
            </a:r>
            <a:endParaRPr sz="3600"/>
          </a:p>
        </p:txBody>
      </p:sp>
      <p:pic>
        <p:nvPicPr>
          <p:cNvPr id="199" name="Google Shape;199;p35"/>
          <p:cNvPicPr preferRelativeResize="0"/>
          <p:nvPr/>
        </p:nvPicPr>
        <p:blipFill rotWithShape="1">
          <a:blip r:embed="rId3">
            <a:alphaModFix/>
          </a:blip>
          <a:srcRect b="0" l="0" r="37826" t="0"/>
          <a:stretch/>
        </p:blipFill>
        <p:spPr>
          <a:xfrm>
            <a:off x="4548455" y="0"/>
            <a:ext cx="4595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