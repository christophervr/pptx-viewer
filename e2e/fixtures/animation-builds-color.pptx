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DC7-46B4-BD79-CDC5457E2E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DC7-46B4-BD79-CDC5457E2E5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DC7-46B4-BD79-CDC5457E2E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73714928"/>
        <c:axId val="473715408"/>
      </c:barChart>
      <c:catAx>
        <c:axId val="473714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3715408"/>
        <c:crosses val="autoZero"/>
        <c:auto val="1"/>
        <c:lblAlgn val="ctr"/>
        <c:lblOffset val="100"/>
        <c:noMultiLvlLbl val="0"/>
      </c:catAx>
      <c:valAx>
        <c:axId val="473715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37149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811B8FD-B393-484F-8C16-0316903B9BC0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en-US"/>
        </a:p>
      </dgm:t>
    </dgm:pt>
    <dgm:pt modelId="{66015F1C-A06D-4AFB-B52C-F7030C9C7302}">
      <dgm:prSet phldrT="[Text]" phldr="1"/>
      <dgm:spPr/>
      <dgm:t>
        <a:bodyPr/>
        <a:lstStyle/>
        <a:p>
          <a:endParaRPr lang="en-US"/>
        </a:p>
      </dgm:t>
    </dgm:pt>
    <dgm:pt modelId="{2802E225-D7C2-4C20-B256-362C94D0D711}" type="parTrans" cxnId="{AF4C0F66-BA81-4F52-A989-F44D82FEC94A}">
      <dgm:prSet/>
      <dgm:spPr/>
      <dgm:t>
        <a:bodyPr/>
        <a:lstStyle/>
        <a:p>
          <a:endParaRPr lang="en-US"/>
        </a:p>
      </dgm:t>
    </dgm:pt>
    <dgm:pt modelId="{B9709B9F-1E3B-424A-8157-3888E6E74863}" type="sibTrans" cxnId="{AF4C0F66-BA81-4F52-A989-F44D82FEC94A}">
      <dgm:prSet/>
      <dgm:spPr/>
      <dgm:t>
        <a:bodyPr/>
        <a:lstStyle/>
        <a:p>
          <a:endParaRPr lang="en-US"/>
        </a:p>
      </dgm:t>
    </dgm:pt>
    <dgm:pt modelId="{EDA46707-1D71-41F4-907F-563BBB539505}">
      <dgm:prSet phldrT="[Text]" phldr="1"/>
      <dgm:spPr/>
      <dgm:t>
        <a:bodyPr/>
        <a:lstStyle/>
        <a:p>
          <a:endParaRPr lang="en-US"/>
        </a:p>
      </dgm:t>
    </dgm:pt>
    <dgm:pt modelId="{D612F926-0416-488B-A94F-25E918259D1A}" type="parTrans" cxnId="{63B53067-E6FC-44C9-9369-9A34A5A26A3A}">
      <dgm:prSet/>
      <dgm:spPr/>
      <dgm:t>
        <a:bodyPr/>
        <a:lstStyle/>
        <a:p>
          <a:endParaRPr lang="en-US"/>
        </a:p>
      </dgm:t>
    </dgm:pt>
    <dgm:pt modelId="{6F32E159-A429-4EC2-B37B-5740AF31571B}" type="sibTrans" cxnId="{63B53067-E6FC-44C9-9369-9A34A5A26A3A}">
      <dgm:prSet/>
      <dgm:spPr/>
      <dgm:t>
        <a:bodyPr/>
        <a:lstStyle/>
        <a:p>
          <a:endParaRPr lang="en-US"/>
        </a:p>
      </dgm:t>
    </dgm:pt>
    <dgm:pt modelId="{2BCC80D9-77B4-47C7-9F45-360F6E9CB3AE}">
      <dgm:prSet phldrT="[Text]" phldr="1"/>
      <dgm:spPr/>
      <dgm:t>
        <a:bodyPr/>
        <a:lstStyle/>
        <a:p>
          <a:endParaRPr lang="en-US"/>
        </a:p>
      </dgm:t>
    </dgm:pt>
    <dgm:pt modelId="{46900669-74FD-41FB-A67A-F8AF7DAA6346}" type="parTrans" cxnId="{9A85755E-A593-4DB2-8195-DE3B4F8A0AB2}">
      <dgm:prSet/>
      <dgm:spPr/>
      <dgm:t>
        <a:bodyPr/>
        <a:lstStyle/>
        <a:p>
          <a:endParaRPr lang="en-US"/>
        </a:p>
      </dgm:t>
    </dgm:pt>
    <dgm:pt modelId="{3BDC5993-AC18-4587-819A-76354D9EC3FB}" type="sibTrans" cxnId="{9A85755E-A593-4DB2-8195-DE3B4F8A0AB2}">
      <dgm:prSet/>
      <dgm:spPr/>
      <dgm:t>
        <a:bodyPr/>
        <a:lstStyle/>
        <a:p>
          <a:endParaRPr lang="en-US"/>
        </a:p>
      </dgm:t>
    </dgm:pt>
    <dgm:pt modelId="{96C4CA0E-0580-439D-AADC-3A284C2BCDAE}">
      <dgm:prSet phldrT="[Text]" phldr="1"/>
      <dgm:spPr/>
      <dgm:t>
        <a:bodyPr/>
        <a:lstStyle/>
        <a:p>
          <a:endParaRPr lang="en-US"/>
        </a:p>
      </dgm:t>
    </dgm:pt>
    <dgm:pt modelId="{43A27C03-8412-4D09-B4A2-AF63B7E1EDA0}" type="parTrans" cxnId="{A24EE360-71F8-4C4F-9E5F-5EE4AB382ADC}">
      <dgm:prSet/>
      <dgm:spPr/>
      <dgm:t>
        <a:bodyPr/>
        <a:lstStyle/>
        <a:p>
          <a:endParaRPr lang="en-US"/>
        </a:p>
      </dgm:t>
    </dgm:pt>
    <dgm:pt modelId="{2DAA5A03-AF29-4944-8354-B18DCD3E5AF2}" type="sibTrans" cxnId="{A24EE360-71F8-4C4F-9E5F-5EE4AB382ADC}">
      <dgm:prSet/>
      <dgm:spPr/>
      <dgm:t>
        <a:bodyPr/>
        <a:lstStyle/>
        <a:p>
          <a:endParaRPr lang="en-US"/>
        </a:p>
      </dgm:t>
    </dgm:pt>
    <dgm:pt modelId="{1D926448-8381-40E1-88BB-0237B8D9FA5D}">
      <dgm:prSet phldrT="[Text]" phldr="1"/>
      <dgm:spPr/>
      <dgm:t>
        <a:bodyPr/>
        <a:lstStyle/>
        <a:p>
          <a:endParaRPr lang="en-US"/>
        </a:p>
      </dgm:t>
    </dgm:pt>
    <dgm:pt modelId="{0094F182-6AAB-40BF-8A37-845917E7740C}" type="parTrans" cxnId="{5982ADBE-B7EC-41AF-92F7-8458764F2576}">
      <dgm:prSet/>
      <dgm:spPr/>
      <dgm:t>
        <a:bodyPr/>
        <a:lstStyle/>
        <a:p>
          <a:endParaRPr lang="en-US"/>
        </a:p>
      </dgm:t>
    </dgm:pt>
    <dgm:pt modelId="{4A37188D-4482-4531-AF8C-38C592D21527}" type="sibTrans" cxnId="{5982ADBE-B7EC-41AF-92F7-8458764F2576}">
      <dgm:prSet/>
      <dgm:spPr/>
      <dgm:t>
        <a:bodyPr/>
        <a:lstStyle/>
        <a:p>
          <a:endParaRPr lang="en-US"/>
        </a:p>
      </dgm:t>
    </dgm:pt>
    <dgm:pt modelId="{2DF7A4A5-7E33-4F33-9E38-0EA64C0A56A8}" type="pres">
      <dgm:prSet presAssocID="{4811B8FD-B393-484F-8C16-0316903B9BC0}" presName="diagram" presStyleCnt="0">
        <dgm:presLayoutVars>
          <dgm:dir/>
          <dgm:resizeHandles val="exact"/>
        </dgm:presLayoutVars>
      </dgm:prSet>
      <dgm:spPr/>
    </dgm:pt>
    <dgm:pt modelId="{A63750CF-CF92-4612-BE76-0B0FFC57B29F}" type="pres">
      <dgm:prSet presAssocID="{66015F1C-A06D-4AFB-B52C-F7030C9C7302}" presName="node" presStyleLbl="node1" presStyleIdx="0" presStyleCnt="5">
        <dgm:presLayoutVars>
          <dgm:bulletEnabled val="1"/>
        </dgm:presLayoutVars>
      </dgm:prSet>
      <dgm:spPr/>
    </dgm:pt>
    <dgm:pt modelId="{586FDD23-0BD0-40A6-AADB-D90F8E679610}" type="pres">
      <dgm:prSet presAssocID="{B9709B9F-1E3B-424A-8157-3888E6E74863}" presName="sibTrans" presStyleCnt="0"/>
      <dgm:spPr/>
    </dgm:pt>
    <dgm:pt modelId="{1B23FE2D-A12E-42DF-8E10-EB2DBB93FF5F}" type="pres">
      <dgm:prSet presAssocID="{EDA46707-1D71-41F4-907F-563BBB539505}" presName="node" presStyleLbl="node1" presStyleIdx="1" presStyleCnt="5">
        <dgm:presLayoutVars>
          <dgm:bulletEnabled val="1"/>
        </dgm:presLayoutVars>
      </dgm:prSet>
      <dgm:spPr/>
    </dgm:pt>
    <dgm:pt modelId="{C8CF4AB8-A15E-44BA-B7F9-E6957524DCD1}" type="pres">
      <dgm:prSet presAssocID="{6F32E159-A429-4EC2-B37B-5740AF31571B}" presName="sibTrans" presStyleCnt="0"/>
      <dgm:spPr/>
    </dgm:pt>
    <dgm:pt modelId="{29E9B170-CB20-4F37-8D80-CB70BB392088}" type="pres">
      <dgm:prSet presAssocID="{2BCC80D9-77B4-47C7-9F45-360F6E9CB3AE}" presName="node" presStyleLbl="node1" presStyleIdx="2" presStyleCnt="5">
        <dgm:presLayoutVars>
          <dgm:bulletEnabled val="1"/>
        </dgm:presLayoutVars>
      </dgm:prSet>
      <dgm:spPr/>
    </dgm:pt>
    <dgm:pt modelId="{D5FB83BF-645D-48D8-AA1D-9D5B0ED27CE5}" type="pres">
      <dgm:prSet presAssocID="{3BDC5993-AC18-4587-819A-76354D9EC3FB}" presName="sibTrans" presStyleCnt="0"/>
      <dgm:spPr/>
    </dgm:pt>
    <dgm:pt modelId="{83BCF00E-6EA6-41C0-83D9-295109D26297}" type="pres">
      <dgm:prSet presAssocID="{96C4CA0E-0580-439D-AADC-3A284C2BCDAE}" presName="node" presStyleLbl="node1" presStyleIdx="3" presStyleCnt="5">
        <dgm:presLayoutVars>
          <dgm:bulletEnabled val="1"/>
        </dgm:presLayoutVars>
      </dgm:prSet>
      <dgm:spPr/>
    </dgm:pt>
    <dgm:pt modelId="{7F446A06-DF6A-4B79-836F-057EE76D1A42}" type="pres">
      <dgm:prSet presAssocID="{2DAA5A03-AF29-4944-8354-B18DCD3E5AF2}" presName="sibTrans" presStyleCnt="0"/>
      <dgm:spPr/>
    </dgm:pt>
    <dgm:pt modelId="{F29CF895-B683-4FFD-B5E7-E9B1CFD72E2F}" type="pres">
      <dgm:prSet presAssocID="{1D926448-8381-40E1-88BB-0237B8D9FA5D}" presName="node" presStyleLbl="node1" presStyleIdx="4" presStyleCnt="5">
        <dgm:presLayoutVars>
          <dgm:bulletEnabled val="1"/>
        </dgm:presLayoutVars>
      </dgm:prSet>
      <dgm:spPr/>
    </dgm:pt>
  </dgm:ptLst>
  <dgm:cxnLst>
    <dgm:cxn modelId="{3F3A8721-6D2C-4FDF-A59D-AB115A69008E}" type="presOf" srcId="{96C4CA0E-0580-439D-AADC-3A284C2BCDAE}" destId="{83BCF00E-6EA6-41C0-83D9-295109D26297}" srcOrd="0" destOrd="0" presId="urn:microsoft.com/office/officeart/2005/8/layout/default"/>
    <dgm:cxn modelId="{9A85755E-A593-4DB2-8195-DE3B4F8A0AB2}" srcId="{4811B8FD-B393-484F-8C16-0316903B9BC0}" destId="{2BCC80D9-77B4-47C7-9F45-360F6E9CB3AE}" srcOrd="2" destOrd="0" parTransId="{46900669-74FD-41FB-A67A-F8AF7DAA6346}" sibTransId="{3BDC5993-AC18-4587-819A-76354D9EC3FB}"/>
    <dgm:cxn modelId="{A24EE360-71F8-4C4F-9E5F-5EE4AB382ADC}" srcId="{4811B8FD-B393-484F-8C16-0316903B9BC0}" destId="{96C4CA0E-0580-439D-AADC-3A284C2BCDAE}" srcOrd="3" destOrd="0" parTransId="{43A27C03-8412-4D09-B4A2-AF63B7E1EDA0}" sibTransId="{2DAA5A03-AF29-4944-8354-B18DCD3E5AF2}"/>
    <dgm:cxn modelId="{AF4C0F66-BA81-4F52-A989-F44D82FEC94A}" srcId="{4811B8FD-B393-484F-8C16-0316903B9BC0}" destId="{66015F1C-A06D-4AFB-B52C-F7030C9C7302}" srcOrd="0" destOrd="0" parTransId="{2802E225-D7C2-4C20-B256-362C94D0D711}" sibTransId="{B9709B9F-1E3B-424A-8157-3888E6E74863}"/>
    <dgm:cxn modelId="{08D37866-F082-4E9E-BCF9-52EE1D38F97F}" type="presOf" srcId="{2BCC80D9-77B4-47C7-9F45-360F6E9CB3AE}" destId="{29E9B170-CB20-4F37-8D80-CB70BB392088}" srcOrd="0" destOrd="0" presId="urn:microsoft.com/office/officeart/2005/8/layout/default"/>
    <dgm:cxn modelId="{63B53067-E6FC-44C9-9369-9A34A5A26A3A}" srcId="{4811B8FD-B393-484F-8C16-0316903B9BC0}" destId="{EDA46707-1D71-41F4-907F-563BBB539505}" srcOrd="1" destOrd="0" parTransId="{D612F926-0416-488B-A94F-25E918259D1A}" sibTransId="{6F32E159-A429-4EC2-B37B-5740AF31571B}"/>
    <dgm:cxn modelId="{7E885455-5D97-4E52-A423-E31AE5DE4F69}" type="presOf" srcId="{EDA46707-1D71-41F4-907F-563BBB539505}" destId="{1B23FE2D-A12E-42DF-8E10-EB2DBB93FF5F}" srcOrd="0" destOrd="0" presId="urn:microsoft.com/office/officeart/2005/8/layout/default"/>
    <dgm:cxn modelId="{BA26DA99-5072-4D09-ADB4-F96049E43C53}" type="presOf" srcId="{4811B8FD-B393-484F-8C16-0316903B9BC0}" destId="{2DF7A4A5-7E33-4F33-9E38-0EA64C0A56A8}" srcOrd="0" destOrd="0" presId="urn:microsoft.com/office/officeart/2005/8/layout/default"/>
    <dgm:cxn modelId="{5982ADBE-B7EC-41AF-92F7-8458764F2576}" srcId="{4811B8FD-B393-484F-8C16-0316903B9BC0}" destId="{1D926448-8381-40E1-88BB-0237B8D9FA5D}" srcOrd="4" destOrd="0" parTransId="{0094F182-6AAB-40BF-8A37-845917E7740C}" sibTransId="{4A37188D-4482-4531-AF8C-38C592D21527}"/>
    <dgm:cxn modelId="{DD33C1DE-3815-4D9B-AF91-A619E3413D26}" type="presOf" srcId="{66015F1C-A06D-4AFB-B52C-F7030C9C7302}" destId="{A63750CF-CF92-4612-BE76-0B0FFC57B29F}" srcOrd="0" destOrd="0" presId="urn:microsoft.com/office/officeart/2005/8/layout/default"/>
    <dgm:cxn modelId="{61DCBAE9-63E5-4472-8108-1CBA91B05D02}" type="presOf" srcId="{1D926448-8381-40E1-88BB-0237B8D9FA5D}" destId="{F29CF895-B683-4FFD-B5E7-E9B1CFD72E2F}" srcOrd="0" destOrd="0" presId="urn:microsoft.com/office/officeart/2005/8/layout/default"/>
    <dgm:cxn modelId="{C07286E2-7125-4863-BA62-6429F875346B}" type="presParOf" srcId="{2DF7A4A5-7E33-4F33-9E38-0EA64C0A56A8}" destId="{A63750CF-CF92-4612-BE76-0B0FFC57B29F}" srcOrd="0" destOrd="0" presId="urn:microsoft.com/office/officeart/2005/8/layout/default"/>
    <dgm:cxn modelId="{0D44B907-4599-4E6D-82E6-B1A1B6C13C25}" type="presParOf" srcId="{2DF7A4A5-7E33-4F33-9E38-0EA64C0A56A8}" destId="{586FDD23-0BD0-40A6-AADB-D90F8E679610}" srcOrd="1" destOrd="0" presId="urn:microsoft.com/office/officeart/2005/8/layout/default"/>
    <dgm:cxn modelId="{A75E4C73-3712-4E28-A770-87A6E02F73A4}" type="presParOf" srcId="{2DF7A4A5-7E33-4F33-9E38-0EA64C0A56A8}" destId="{1B23FE2D-A12E-42DF-8E10-EB2DBB93FF5F}" srcOrd="2" destOrd="0" presId="urn:microsoft.com/office/officeart/2005/8/layout/default"/>
    <dgm:cxn modelId="{785CE89C-898A-491D-9FD5-459D5C6F6248}" type="presParOf" srcId="{2DF7A4A5-7E33-4F33-9E38-0EA64C0A56A8}" destId="{C8CF4AB8-A15E-44BA-B7F9-E6957524DCD1}" srcOrd="3" destOrd="0" presId="urn:microsoft.com/office/officeart/2005/8/layout/default"/>
    <dgm:cxn modelId="{6D272137-9C72-4390-8929-F5F998F4715C}" type="presParOf" srcId="{2DF7A4A5-7E33-4F33-9E38-0EA64C0A56A8}" destId="{29E9B170-CB20-4F37-8D80-CB70BB392088}" srcOrd="4" destOrd="0" presId="urn:microsoft.com/office/officeart/2005/8/layout/default"/>
    <dgm:cxn modelId="{3C5C0D2E-F8D7-4E03-808D-98C808485793}" type="presParOf" srcId="{2DF7A4A5-7E33-4F33-9E38-0EA64C0A56A8}" destId="{D5FB83BF-645D-48D8-AA1D-9D5B0ED27CE5}" srcOrd="5" destOrd="0" presId="urn:microsoft.com/office/officeart/2005/8/layout/default"/>
    <dgm:cxn modelId="{C85C45A3-0C3C-4A1E-85DE-6A6A2ED79147}" type="presParOf" srcId="{2DF7A4A5-7E33-4F33-9E38-0EA64C0A56A8}" destId="{83BCF00E-6EA6-41C0-83D9-295109D26297}" srcOrd="6" destOrd="0" presId="urn:microsoft.com/office/officeart/2005/8/layout/default"/>
    <dgm:cxn modelId="{0089C5D3-11B3-42B3-8FB4-415F1545DB44}" type="presParOf" srcId="{2DF7A4A5-7E33-4F33-9E38-0EA64C0A56A8}" destId="{7F446A06-DF6A-4B79-836F-057EE76D1A42}" srcOrd="7" destOrd="0" presId="urn:microsoft.com/office/officeart/2005/8/layout/default"/>
    <dgm:cxn modelId="{9FD1AA05-FE74-4BEE-86A4-658DDBE1E4DB}" type="presParOf" srcId="{2DF7A4A5-7E33-4F33-9E38-0EA64C0A56A8}" destId="{F29CF895-B683-4FFD-B5E7-E9B1CFD72E2F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3750CF-CF92-4612-BE76-0B0FFC57B29F}">
      <dsp:nvSpPr>
        <dsp:cNvPr id="0" name=""/>
        <dsp:cNvSpPr/>
      </dsp:nvSpPr>
      <dsp:spPr>
        <a:xfrm>
          <a:off x="904825" y="2976"/>
          <a:ext cx="2283023" cy="13698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220" tIns="236220" rIns="236220" bIns="236220" numCol="1" spcCol="1270" anchor="ctr" anchorCtr="0">
          <a:noAutofit/>
        </a:bodyPr>
        <a:lstStyle/>
        <a:p>
          <a:pPr marL="0" lvl="0" indent="0" algn="ctr" defTabSz="2755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200" kern="1200"/>
        </a:p>
      </dsp:txBody>
      <dsp:txXfrm>
        <a:off x="904825" y="2976"/>
        <a:ext cx="2283023" cy="1369814"/>
      </dsp:txXfrm>
    </dsp:sp>
    <dsp:sp modelId="{1B23FE2D-A12E-42DF-8E10-EB2DBB93FF5F}">
      <dsp:nvSpPr>
        <dsp:cNvPr id="0" name=""/>
        <dsp:cNvSpPr/>
      </dsp:nvSpPr>
      <dsp:spPr>
        <a:xfrm>
          <a:off x="3416151" y="2976"/>
          <a:ext cx="2283023" cy="13698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220" tIns="236220" rIns="236220" bIns="236220" numCol="1" spcCol="1270" anchor="ctr" anchorCtr="0">
          <a:noAutofit/>
        </a:bodyPr>
        <a:lstStyle/>
        <a:p>
          <a:pPr marL="0" lvl="0" indent="0" algn="ctr" defTabSz="2755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200" kern="1200"/>
        </a:p>
      </dsp:txBody>
      <dsp:txXfrm>
        <a:off x="3416151" y="2976"/>
        <a:ext cx="2283023" cy="1369814"/>
      </dsp:txXfrm>
    </dsp:sp>
    <dsp:sp modelId="{29E9B170-CB20-4F37-8D80-CB70BB392088}">
      <dsp:nvSpPr>
        <dsp:cNvPr id="0" name=""/>
        <dsp:cNvSpPr/>
      </dsp:nvSpPr>
      <dsp:spPr>
        <a:xfrm>
          <a:off x="904825" y="1601092"/>
          <a:ext cx="2283023" cy="13698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220" tIns="236220" rIns="236220" bIns="236220" numCol="1" spcCol="1270" anchor="ctr" anchorCtr="0">
          <a:noAutofit/>
        </a:bodyPr>
        <a:lstStyle/>
        <a:p>
          <a:pPr marL="0" lvl="0" indent="0" algn="ctr" defTabSz="2755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200" kern="1200"/>
        </a:p>
      </dsp:txBody>
      <dsp:txXfrm>
        <a:off x="904825" y="1601092"/>
        <a:ext cx="2283023" cy="1369814"/>
      </dsp:txXfrm>
    </dsp:sp>
    <dsp:sp modelId="{83BCF00E-6EA6-41C0-83D9-295109D26297}">
      <dsp:nvSpPr>
        <dsp:cNvPr id="0" name=""/>
        <dsp:cNvSpPr/>
      </dsp:nvSpPr>
      <dsp:spPr>
        <a:xfrm>
          <a:off x="3416151" y="1601092"/>
          <a:ext cx="2283023" cy="13698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220" tIns="236220" rIns="236220" bIns="236220" numCol="1" spcCol="1270" anchor="ctr" anchorCtr="0">
          <a:noAutofit/>
        </a:bodyPr>
        <a:lstStyle/>
        <a:p>
          <a:pPr marL="0" lvl="0" indent="0" algn="ctr" defTabSz="2755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200" kern="1200"/>
        </a:p>
      </dsp:txBody>
      <dsp:txXfrm>
        <a:off x="3416151" y="1601092"/>
        <a:ext cx="2283023" cy="1369814"/>
      </dsp:txXfrm>
    </dsp:sp>
    <dsp:sp modelId="{F29CF895-B683-4FFD-B5E7-E9B1CFD72E2F}">
      <dsp:nvSpPr>
        <dsp:cNvPr id="0" name=""/>
        <dsp:cNvSpPr/>
      </dsp:nvSpPr>
      <dsp:spPr>
        <a:xfrm>
          <a:off x="2160488" y="3199209"/>
          <a:ext cx="2283023" cy="13698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220" tIns="236220" rIns="236220" bIns="236220" numCol="1" spcCol="1270" anchor="ctr" anchorCtr="0">
          <a:noAutofit/>
        </a:bodyPr>
        <a:lstStyle/>
        <a:p>
          <a:pPr marL="0" lvl="0" indent="0" algn="ctr" defTabSz="2755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200" kern="1200"/>
        </a:p>
      </dsp:txBody>
      <dsp:txXfrm>
        <a:off x="2160488" y="3199209"/>
        <a:ext cx="2283023" cy="13698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4B9AA-C7F5-F7C6-C45D-E23D204C6F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5907B7-DFDF-88C9-15BA-87AD06DBB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C44403-85F6-7ACC-632C-ABF9A61BC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0DBA1-B260-4C9A-B5A0-D8DFDAF8F44C}" type="datetimeFigureOut">
              <a:rPr lang="en-US" smtClean="0"/>
              <a:t>2026-07-23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BEB19A-F719-36AC-6263-F74956EEF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2E291F-058F-3140-BAB5-56A04DF64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EC104-1EB6-4709-99AD-1B097D015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136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3D855-C632-D7F6-2B6F-6EA73FE67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1DF36-A5A2-87B6-D6CA-0B26D0AB28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C53C-0EF1-CCB4-7AA1-715AF71BE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0DBA1-B260-4C9A-B5A0-D8DFDAF8F44C}" type="datetimeFigureOut">
              <a:rPr lang="en-US" smtClean="0"/>
              <a:t>2026-07-23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E3D408-6CCA-2784-D87B-C116B3431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EC2B00-4ED1-E3A5-324F-BB6964FF6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EC104-1EB6-4709-99AD-1B097D015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608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427AE-2686-9621-8A87-7345E0117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92AFA6-3974-64B7-6313-96AF0E9FC9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EECE92-CE4F-76E3-429E-205F9D2CB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0DBA1-B260-4C9A-B5A0-D8DFDAF8F44C}" type="datetimeFigureOut">
              <a:rPr lang="en-US" smtClean="0"/>
              <a:t>2026-07-23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41E24E-6CFB-306D-D25A-7DCB2FCDA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41149-5D6C-5536-8B05-2215E9F6D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EC104-1EB6-4709-99AD-1B097D015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71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C328B-5666-F180-57F2-F57900FBF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AC2EC-A11C-A92A-A8F9-20FAEC12FE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9835AF-CF82-AE65-A937-7958D79B9E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4426A9-BD15-4B3F-1DEB-C08616FB4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0DBA1-B260-4C9A-B5A0-D8DFDAF8F44C}" type="datetimeFigureOut">
              <a:rPr lang="en-US" smtClean="0"/>
              <a:t>2026-07-23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FE9E89-31BC-6467-9FBA-D1EC3385C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0195B1-88A4-B376-363A-F4B78F3A1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EC104-1EB6-4709-99AD-1B097D015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883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73871-1184-9C00-189A-835AC3D20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103955-FF4D-7061-6C68-E1FCD6E1C8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120F35-E09A-35D4-C9A1-FEAF3474D4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AD8BA2-BC0C-5840-F8BA-0B361BA55E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5F724A-FD2C-92C6-79A0-6B964F7E57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82E2E4-7F97-A546-05C8-20AC399E4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0DBA1-B260-4C9A-B5A0-D8DFDAF8F44C}" type="datetimeFigureOut">
              <a:rPr lang="en-US" smtClean="0"/>
              <a:t>2026-07-23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7826EC-FFBE-5F15-A9DA-9337AFA7F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297123-09F9-083C-B34E-9AC295863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EC104-1EB6-4709-99AD-1B097D015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752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5EEB6-8AE4-1887-3E42-BBCB0451A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737F64-5722-AA18-A40B-F1C9E75E3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0DBA1-B260-4C9A-B5A0-D8DFDAF8F44C}" type="datetimeFigureOut">
              <a:rPr lang="en-US" smtClean="0"/>
              <a:t>2026-07-23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B6F55-04A7-6F15-93C8-396AE4512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277DBA-79C0-BB4A-7D1B-1ADE1DDA9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EC104-1EB6-4709-99AD-1B097D015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078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2746FB-C068-79B6-D43E-3A9DF8505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0DBA1-B260-4C9A-B5A0-D8DFDAF8F44C}" type="datetimeFigureOut">
              <a:rPr lang="en-US" smtClean="0"/>
              <a:t>2026-07-23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4A9BE4-F45D-AE4F-BC2D-3AF82CBC1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E0435B-1ACC-6BD7-3353-CF046898D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EC104-1EB6-4709-99AD-1B097D015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83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B671F-4A62-A07F-804E-623F0F1D3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B8329-47B4-BB94-DDAC-592717D9F0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E824D2-EA53-1B23-0A66-8BE52CC067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53CDC4-00FD-3E5D-5C8D-BFF8141C1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0DBA1-B260-4C9A-B5A0-D8DFDAF8F44C}" type="datetimeFigureOut">
              <a:rPr lang="en-US" smtClean="0"/>
              <a:t>2026-07-23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FD84E3-48E2-FE10-150B-B1798B88A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D70DF5-265B-0719-AAC0-60B9C350C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EC104-1EB6-4709-99AD-1B097D015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151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FFDFB-B50F-A986-373F-3A52DB5E0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2B1B77-4349-4F67-4859-0BBF25527C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013A82-D778-8927-99FE-80F5CFFCDD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8FCE4A-DEBD-4417-D971-21C3F9909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0DBA1-B260-4C9A-B5A0-D8DFDAF8F44C}" type="datetimeFigureOut">
              <a:rPr lang="en-US" smtClean="0"/>
              <a:t>2026-07-23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9D6262-A469-B8C7-B570-0C6335802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A4D1E1-1EB8-5802-7B08-523D1DAC0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EC104-1EB6-4709-99AD-1B097D015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836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7144A-2703-C2B8-D1C2-F79449995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965BA4-4995-D434-4D9A-A16BD14AE0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65B08-50FE-63FA-15CB-2083AFEC2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0DBA1-B260-4C9A-B5A0-D8DFDAF8F44C}" type="datetimeFigureOut">
              <a:rPr lang="en-US" smtClean="0"/>
              <a:t>2026-07-23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F09CC3-DFC0-869E-983D-D4E725FE4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7329C-3717-3C18-796A-D12162E44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EC104-1EB6-4709-99AD-1B097D015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020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1F0B07-4105-ACB9-8B6D-0429D55EE7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F1F833-B6C3-8F40-880D-72907E04A9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53020-43B6-E5F4-667B-B6572395D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0DBA1-B260-4C9A-B5A0-D8DFDAF8F44C}" type="datetimeFigureOut">
              <a:rPr lang="en-US" smtClean="0"/>
              <a:t>2026-07-23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F9DCD3-894E-F53F-7F0A-95C65A438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FA7942-F75A-0F26-90CF-F5BD5E3C7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EC104-1EB6-4709-99AD-1B097D015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327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709245-03B0-A930-F2B5-116AC2E1C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879BCC-66DD-81D6-BFA0-AF6AC5343A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E540CF-F4B6-300F-1FC7-27935AF1F4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10DBA1-B260-4C9A-B5A0-D8DFDAF8F44C}" type="datetimeFigureOut">
              <a:rPr lang="en-US" smtClean="0"/>
              <a:t>2026-07-23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F1098F-F97E-00FC-2B2F-D456893F95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F49EFE-0E3E-2027-0FDB-A700E03633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3EC104-1EB6-4709-99AD-1B097D015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926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3006979E-2588-1578-3328-CA28D15260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93886624"/>
              </p:ext>
            </p:extLst>
          </p:nvPr>
        </p:nvGraphicFramePr>
        <p:xfrm>
          <a:off x="762000" y="762000"/>
          <a:ext cx="6604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37437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Sub>
          <a:bldChart bld="series"/>
        </p:bldSub>
      </p:bldGraphic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24F53198-E7EE-0890-CA96-2FA4939BCB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40003100"/>
              </p:ext>
            </p:extLst>
          </p:nvPr>
        </p:nvGraphicFramePr>
        <p:xfrm>
          <a:off x="762000" y="762000"/>
          <a:ext cx="66040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20587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6EB8125-08BE-1FAA-0715-9620D91E0ADE}"/>
              </a:ext>
            </a:extLst>
          </p:cNvPr>
          <p:cNvSpPr/>
          <p:nvPr/>
        </p:nvSpPr>
        <p:spPr>
          <a:xfrm>
            <a:off x="2032000" y="1778000"/>
            <a:ext cx="4064000" cy="3048000"/>
          </a:xfrm>
          <a:prstGeom prst="rect">
            <a:avLst/>
          </a:prstGeom>
          <a:solidFill>
            <a:srgbClr val="3B82F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258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FF00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2026-07-23T04:59:09Z</dcterms:created>
  <dcterms:modified xsi:type="dcterms:W3CDTF">2026-07-23T04:59:11Z</dcterms:modified>
</cp:coreProperties>
</file>