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99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7FA-49AD-9F88-FFE60A693B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7FA-49AD-9F88-FFE60A693B4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7FA-49AD-9F88-FFE60A693B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2909264"/>
        <c:axId val="1868226672"/>
      </c:barChart>
      <c:catAx>
        <c:axId val="492909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68226672"/>
        <c:crosses val="autoZero"/>
        <c:auto val="1"/>
        <c:lblAlgn val="ctr"/>
        <c:lblOffset val="100"/>
        <c:noMultiLvlLbl val="0"/>
      </c:catAx>
      <c:valAx>
        <c:axId val="18682266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2909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FE7E047-0A11-4029-BFF1-CC67C2FD8B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0"/>
      <dgm:spPr/>
      <dgm:t>
        <a:bodyPr/>
        <a:lstStyle/>
        <a:p>
          <a:endParaRPr lang="en-US"/>
        </a:p>
      </dgm:t>
    </dgm:pt>
    <dgm:pt modelId="{0226E201-763C-4284-8D00-F8E7764E6732}">
      <dgm:prSet phldrT="[Text]" phldr="1"/>
      <dgm:spPr/>
      <dgm:t>
        <a:bodyPr/>
        <a:lstStyle/>
        <a:p>
          <a:endParaRPr lang="en-US"/>
        </a:p>
      </dgm:t>
    </dgm:pt>
    <dgm:pt modelId="{057F5208-2115-44B4-BD2A-72CF27E4BE66}" type="parTrans" cxnId="{995AF60E-1FA5-4FA9-B79E-97F9EA180FB6}">
      <dgm:prSet/>
      <dgm:spPr/>
      <dgm:t>
        <a:bodyPr/>
        <a:lstStyle/>
        <a:p>
          <a:endParaRPr lang="en-US"/>
        </a:p>
      </dgm:t>
    </dgm:pt>
    <dgm:pt modelId="{C4D968BC-BB41-4D64-A341-49AA3C4D3F21}" type="sibTrans" cxnId="{995AF60E-1FA5-4FA9-B79E-97F9EA180FB6}">
      <dgm:prSet/>
      <dgm:spPr/>
      <dgm:t>
        <a:bodyPr/>
        <a:lstStyle/>
        <a:p>
          <a:endParaRPr lang="en-US"/>
        </a:p>
      </dgm:t>
    </dgm:pt>
    <dgm:pt modelId="{B2532C47-25A1-46FC-8A6C-8BF26FA64D1E}">
      <dgm:prSet phldrT="[Text]" phldr="1"/>
      <dgm:spPr/>
      <dgm:t>
        <a:bodyPr/>
        <a:lstStyle/>
        <a:p>
          <a:endParaRPr lang="en-US"/>
        </a:p>
      </dgm:t>
    </dgm:pt>
    <dgm:pt modelId="{CD025766-524B-4941-96D6-3452368D1989}" type="parTrans" cxnId="{0EBEA0D2-FB11-4AA2-8E74-B7C86D4CFFC8}">
      <dgm:prSet/>
      <dgm:spPr/>
      <dgm:t>
        <a:bodyPr/>
        <a:lstStyle/>
        <a:p>
          <a:endParaRPr lang="en-US"/>
        </a:p>
      </dgm:t>
    </dgm:pt>
    <dgm:pt modelId="{A6AC9869-374E-4700-A74A-7912B465E45A}" type="sibTrans" cxnId="{0EBEA0D2-FB11-4AA2-8E74-B7C86D4CFFC8}">
      <dgm:prSet/>
      <dgm:spPr/>
      <dgm:t>
        <a:bodyPr/>
        <a:lstStyle/>
        <a:p>
          <a:endParaRPr lang="en-US"/>
        </a:p>
      </dgm:t>
    </dgm:pt>
    <dgm:pt modelId="{A90A660D-F572-43F2-B768-6E837FA3726A}">
      <dgm:prSet phldrT="[Text]" phldr="1"/>
      <dgm:spPr/>
      <dgm:t>
        <a:bodyPr/>
        <a:lstStyle/>
        <a:p>
          <a:endParaRPr lang="en-US"/>
        </a:p>
      </dgm:t>
    </dgm:pt>
    <dgm:pt modelId="{25C7ACAB-4C4E-4CB3-B3B0-2E6A23D34692}" type="parTrans" cxnId="{DF0E7ADA-7418-40F3-837B-C79F885AAA70}">
      <dgm:prSet/>
      <dgm:spPr/>
      <dgm:t>
        <a:bodyPr/>
        <a:lstStyle/>
        <a:p>
          <a:endParaRPr lang="en-US"/>
        </a:p>
      </dgm:t>
    </dgm:pt>
    <dgm:pt modelId="{479911EE-8740-498C-9130-23814B2EE6A1}" type="sibTrans" cxnId="{DF0E7ADA-7418-40F3-837B-C79F885AAA70}">
      <dgm:prSet/>
      <dgm:spPr/>
      <dgm:t>
        <a:bodyPr/>
        <a:lstStyle/>
        <a:p>
          <a:endParaRPr lang="en-US"/>
        </a:p>
      </dgm:t>
    </dgm:pt>
    <dgm:pt modelId="{E16A678E-571D-4A67-8A48-67E9D8919621}">
      <dgm:prSet phldrT="[Text]" phldr="1"/>
      <dgm:spPr/>
      <dgm:t>
        <a:bodyPr/>
        <a:lstStyle/>
        <a:p>
          <a:endParaRPr lang="en-US"/>
        </a:p>
      </dgm:t>
    </dgm:pt>
    <dgm:pt modelId="{366DDF70-AAEE-4F6C-A65E-1CA841E9BD2A}" type="parTrans" cxnId="{CC4892A7-AB23-40F4-8100-ED9CF2E8B375}">
      <dgm:prSet/>
      <dgm:spPr/>
      <dgm:t>
        <a:bodyPr/>
        <a:lstStyle/>
        <a:p>
          <a:endParaRPr lang="en-US"/>
        </a:p>
      </dgm:t>
    </dgm:pt>
    <dgm:pt modelId="{82E08AE6-05CE-4A10-AD6D-0D1396AB42E8}" type="sibTrans" cxnId="{CC4892A7-AB23-40F4-8100-ED9CF2E8B375}">
      <dgm:prSet/>
      <dgm:spPr/>
      <dgm:t>
        <a:bodyPr/>
        <a:lstStyle/>
        <a:p>
          <a:endParaRPr lang="en-US"/>
        </a:p>
      </dgm:t>
    </dgm:pt>
    <dgm:pt modelId="{018750A5-CF6C-4FF2-A71F-6E28429C8CD5}">
      <dgm:prSet phldrT="[Text]" phldr="1"/>
      <dgm:spPr/>
      <dgm:t>
        <a:bodyPr/>
        <a:lstStyle/>
        <a:p>
          <a:endParaRPr lang="en-US"/>
        </a:p>
      </dgm:t>
    </dgm:pt>
    <dgm:pt modelId="{A3C03C39-E677-4DEE-995E-796A2C9D7942}" type="parTrans" cxnId="{065E29CC-4124-4A74-B309-B1BB8C6BB6A8}">
      <dgm:prSet/>
      <dgm:spPr/>
      <dgm:t>
        <a:bodyPr/>
        <a:lstStyle/>
        <a:p>
          <a:endParaRPr lang="en-US"/>
        </a:p>
      </dgm:t>
    </dgm:pt>
    <dgm:pt modelId="{6CBB37D4-E449-46BD-8D51-D42FDFA3FCCE}" type="sibTrans" cxnId="{065E29CC-4124-4A74-B309-B1BB8C6BB6A8}">
      <dgm:prSet/>
      <dgm:spPr/>
      <dgm:t>
        <a:bodyPr/>
        <a:lstStyle/>
        <a:p>
          <a:endParaRPr lang="en-US"/>
        </a:p>
      </dgm:t>
    </dgm:pt>
    <dgm:pt modelId="{DCB7562D-B22F-443D-80B2-3E111F6806C6}" type="pres">
      <dgm:prSet presAssocID="{1FE7E047-0A11-4029-BFF1-CC67C2FD8B9C}" presName="diagram" presStyleCnt="0">
        <dgm:presLayoutVars>
          <dgm:dir/>
          <dgm:resizeHandles val="exact"/>
        </dgm:presLayoutVars>
      </dgm:prSet>
      <dgm:spPr/>
    </dgm:pt>
    <dgm:pt modelId="{1F55CCF8-CF93-4880-A199-6B92E47F3C72}" type="pres">
      <dgm:prSet presAssocID="{0226E201-763C-4284-8D00-F8E7764E6732}" presName="node" presStyleLbl="node1" presStyleIdx="0" presStyleCnt="5">
        <dgm:presLayoutVars>
          <dgm:bulletEnabled val="1"/>
        </dgm:presLayoutVars>
      </dgm:prSet>
      <dgm:spPr/>
    </dgm:pt>
    <dgm:pt modelId="{003DEC4D-D9FA-41DB-8296-03C01CD62CFC}" type="pres">
      <dgm:prSet presAssocID="{C4D968BC-BB41-4D64-A341-49AA3C4D3F21}" presName="sibTrans" presStyleCnt="0"/>
      <dgm:spPr/>
    </dgm:pt>
    <dgm:pt modelId="{AEFEFF65-2B6B-49AD-9BBE-F69ADBC409B3}" type="pres">
      <dgm:prSet presAssocID="{B2532C47-25A1-46FC-8A6C-8BF26FA64D1E}" presName="node" presStyleLbl="node1" presStyleIdx="1" presStyleCnt="5">
        <dgm:presLayoutVars>
          <dgm:bulletEnabled val="1"/>
        </dgm:presLayoutVars>
      </dgm:prSet>
      <dgm:spPr/>
    </dgm:pt>
    <dgm:pt modelId="{D03D1E8F-6B05-4BB6-A15E-D34045A7785D}" type="pres">
      <dgm:prSet presAssocID="{A6AC9869-374E-4700-A74A-7912B465E45A}" presName="sibTrans" presStyleCnt="0"/>
      <dgm:spPr/>
    </dgm:pt>
    <dgm:pt modelId="{B0076D32-3A80-4DFE-BFB6-E5115B4588E3}" type="pres">
      <dgm:prSet presAssocID="{A90A660D-F572-43F2-B768-6E837FA3726A}" presName="node" presStyleLbl="node1" presStyleIdx="2" presStyleCnt="5">
        <dgm:presLayoutVars>
          <dgm:bulletEnabled val="1"/>
        </dgm:presLayoutVars>
      </dgm:prSet>
      <dgm:spPr/>
    </dgm:pt>
    <dgm:pt modelId="{881577AA-6CE0-4300-94FD-7EB927A517FF}" type="pres">
      <dgm:prSet presAssocID="{479911EE-8740-498C-9130-23814B2EE6A1}" presName="sibTrans" presStyleCnt="0"/>
      <dgm:spPr/>
    </dgm:pt>
    <dgm:pt modelId="{7FBE29A4-D366-46F2-B3C5-355DE09CA2CF}" type="pres">
      <dgm:prSet presAssocID="{E16A678E-571D-4A67-8A48-67E9D8919621}" presName="node" presStyleLbl="node1" presStyleIdx="3" presStyleCnt="5">
        <dgm:presLayoutVars>
          <dgm:bulletEnabled val="1"/>
        </dgm:presLayoutVars>
      </dgm:prSet>
      <dgm:spPr/>
    </dgm:pt>
    <dgm:pt modelId="{AB4F864A-6E41-461B-83FC-FD59F4AE7E2D}" type="pres">
      <dgm:prSet presAssocID="{82E08AE6-05CE-4A10-AD6D-0D1396AB42E8}" presName="sibTrans" presStyleCnt="0"/>
      <dgm:spPr/>
    </dgm:pt>
    <dgm:pt modelId="{4143995B-ECD7-45B9-B0BE-9FFB5719AB3D}" type="pres">
      <dgm:prSet presAssocID="{018750A5-CF6C-4FF2-A71F-6E28429C8CD5}" presName="node" presStyleLbl="node1" presStyleIdx="4" presStyleCnt="5">
        <dgm:presLayoutVars>
          <dgm:bulletEnabled val="1"/>
        </dgm:presLayoutVars>
      </dgm:prSet>
      <dgm:spPr/>
    </dgm:pt>
  </dgm:ptLst>
  <dgm:cxnLst>
    <dgm:cxn modelId="{995AF60E-1FA5-4FA9-B79E-97F9EA180FB6}" srcId="{1FE7E047-0A11-4029-BFF1-CC67C2FD8B9C}" destId="{0226E201-763C-4284-8D00-F8E7764E6732}" srcOrd="0" destOrd="0" parTransId="{057F5208-2115-44B4-BD2A-72CF27E4BE66}" sibTransId="{C4D968BC-BB41-4D64-A341-49AA3C4D3F21}"/>
    <dgm:cxn modelId="{4C113C27-D999-4513-B701-6554E982A4D5}" type="presOf" srcId="{B2532C47-25A1-46FC-8A6C-8BF26FA64D1E}" destId="{AEFEFF65-2B6B-49AD-9BBE-F69ADBC409B3}" srcOrd="0" destOrd="0" presId="urn:microsoft.com/office/officeart/2005/8/layout/default"/>
    <dgm:cxn modelId="{D766846A-E27E-4304-939B-D1A688D94E80}" type="presOf" srcId="{E16A678E-571D-4A67-8A48-67E9D8919621}" destId="{7FBE29A4-D366-46F2-B3C5-355DE09CA2CF}" srcOrd="0" destOrd="0" presId="urn:microsoft.com/office/officeart/2005/8/layout/default"/>
    <dgm:cxn modelId="{7EBE7578-FA58-42F6-8EBD-21B6A459B365}" type="presOf" srcId="{018750A5-CF6C-4FF2-A71F-6E28429C8CD5}" destId="{4143995B-ECD7-45B9-B0BE-9FFB5719AB3D}" srcOrd="0" destOrd="0" presId="urn:microsoft.com/office/officeart/2005/8/layout/default"/>
    <dgm:cxn modelId="{70BF5C7A-9CBC-4E4B-9F90-74E34BE03073}" type="presOf" srcId="{0226E201-763C-4284-8D00-F8E7764E6732}" destId="{1F55CCF8-CF93-4880-A199-6B92E47F3C72}" srcOrd="0" destOrd="0" presId="urn:microsoft.com/office/officeart/2005/8/layout/default"/>
    <dgm:cxn modelId="{8F8E54A2-FCB9-4543-8509-2B16F312CF31}" type="presOf" srcId="{1FE7E047-0A11-4029-BFF1-CC67C2FD8B9C}" destId="{DCB7562D-B22F-443D-80B2-3E111F6806C6}" srcOrd="0" destOrd="0" presId="urn:microsoft.com/office/officeart/2005/8/layout/default"/>
    <dgm:cxn modelId="{CC4892A7-AB23-40F4-8100-ED9CF2E8B375}" srcId="{1FE7E047-0A11-4029-BFF1-CC67C2FD8B9C}" destId="{E16A678E-571D-4A67-8A48-67E9D8919621}" srcOrd="3" destOrd="0" parTransId="{366DDF70-AAEE-4F6C-A65E-1CA841E9BD2A}" sibTransId="{82E08AE6-05CE-4A10-AD6D-0D1396AB42E8}"/>
    <dgm:cxn modelId="{065E29CC-4124-4A74-B309-B1BB8C6BB6A8}" srcId="{1FE7E047-0A11-4029-BFF1-CC67C2FD8B9C}" destId="{018750A5-CF6C-4FF2-A71F-6E28429C8CD5}" srcOrd="4" destOrd="0" parTransId="{A3C03C39-E677-4DEE-995E-796A2C9D7942}" sibTransId="{6CBB37D4-E449-46BD-8D51-D42FDFA3FCCE}"/>
    <dgm:cxn modelId="{0EBEA0D2-FB11-4AA2-8E74-B7C86D4CFFC8}" srcId="{1FE7E047-0A11-4029-BFF1-CC67C2FD8B9C}" destId="{B2532C47-25A1-46FC-8A6C-8BF26FA64D1E}" srcOrd="1" destOrd="0" parTransId="{CD025766-524B-4941-96D6-3452368D1989}" sibTransId="{A6AC9869-374E-4700-A74A-7912B465E45A}"/>
    <dgm:cxn modelId="{DF0E7ADA-7418-40F3-837B-C79F885AAA70}" srcId="{1FE7E047-0A11-4029-BFF1-CC67C2FD8B9C}" destId="{A90A660D-F572-43F2-B768-6E837FA3726A}" srcOrd="2" destOrd="0" parTransId="{25C7ACAB-4C4E-4CB3-B3B0-2E6A23D34692}" sibTransId="{479911EE-8740-498C-9130-23814B2EE6A1}"/>
    <dgm:cxn modelId="{4DE600F5-BDCA-4FDB-A01E-E3D58192FDD8}" type="presOf" srcId="{A90A660D-F572-43F2-B768-6E837FA3726A}" destId="{B0076D32-3A80-4DFE-BFB6-E5115B4588E3}" srcOrd="0" destOrd="0" presId="urn:microsoft.com/office/officeart/2005/8/layout/default"/>
    <dgm:cxn modelId="{829A1FC6-E62E-4851-AC6D-ADE6C921388F}" type="presParOf" srcId="{DCB7562D-B22F-443D-80B2-3E111F6806C6}" destId="{1F55CCF8-CF93-4880-A199-6B92E47F3C72}" srcOrd="0" destOrd="0" presId="urn:microsoft.com/office/officeart/2005/8/layout/default"/>
    <dgm:cxn modelId="{1A36FFF5-52C0-42C8-B02E-401998BA679C}" type="presParOf" srcId="{DCB7562D-B22F-443D-80B2-3E111F6806C6}" destId="{003DEC4D-D9FA-41DB-8296-03C01CD62CFC}" srcOrd="1" destOrd="0" presId="urn:microsoft.com/office/officeart/2005/8/layout/default"/>
    <dgm:cxn modelId="{CF817375-5D02-41CA-9C8C-D9BBF8439BA6}" type="presParOf" srcId="{DCB7562D-B22F-443D-80B2-3E111F6806C6}" destId="{AEFEFF65-2B6B-49AD-9BBE-F69ADBC409B3}" srcOrd="2" destOrd="0" presId="urn:microsoft.com/office/officeart/2005/8/layout/default"/>
    <dgm:cxn modelId="{25710875-863B-419E-8F33-037636DD1B34}" type="presParOf" srcId="{DCB7562D-B22F-443D-80B2-3E111F6806C6}" destId="{D03D1E8F-6B05-4BB6-A15E-D34045A7785D}" srcOrd="3" destOrd="0" presId="urn:microsoft.com/office/officeart/2005/8/layout/default"/>
    <dgm:cxn modelId="{B6E54A95-D0BE-445F-8D01-C02DCE0F9D1D}" type="presParOf" srcId="{DCB7562D-B22F-443D-80B2-3E111F6806C6}" destId="{B0076D32-3A80-4DFE-BFB6-E5115B4588E3}" srcOrd="4" destOrd="0" presId="urn:microsoft.com/office/officeart/2005/8/layout/default"/>
    <dgm:cxn modelId="{DFF72813-6ADF-4D33-A0AB-0CCE9502734E}" type="presParOf" srcId="{DCB7562D-B22F-443D-80B2-3E111F6806C6}" destId="{881577AA-6CE0-4300-94FD-7EB927A517FF}" srcOrd="5" destOrd="0" presId="urn:microsoft.com/office/officeart/2005/8/layout/default"/>
    <dgm:cxn modelId="{623B1ED8-9F0A-456E-9DA6-9E9FFF9E89BE}" type="presParOf" srcId="{DCB7562D-B22F-443D-80B2-3E111F6806C6}" destId="{7FBE29A4-D366-46F2-B3C5-355DE09CA2CF}" srcOrd="6" destOrd="0" presId="urn:microsoft.com/office/officeart/2005/8/layout/default"/>
    <dgm:cxn modelId="{CD33C63F-3B40-4B4B-92C1-CDA713D93126}" type="presParOf" srcId="{DCB7562D-B22F-443D-80B2-3E111F6806C6}" destId="{AB4F864A-6E41-461B-83FC-FD59F4AE7E2D}" srcOrd="7" destOrd="0" presId="urn:microsoft.com/office/officeart/2005/8/layout/default"/>
    <dgm:cxn modelId="{DB3CAE3D-66B6-4773-82E5-D0B824FDC6FB}" type="presParOf" srcId="{DCB7562D-B22F-443D-80B2-3E111F6806C6}" destId="{4143995B-ECD7-45B9-B0BE-9FFB5719AB3D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55CCF8-CF93-4880-A199-6B92E47F3C72}">
      <dsp:nvSpPr>
        <dsp:cNvPr id="0" name=""/>
        <dsp:cNvSpPr/>
      </dsp:nvSpPr>
      <dsp:spPr>
        <a:xfrm>
          <a:off x="1104589" y="2728"/>
          <a:ext cx="2092771" cy="12556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7170" tIns="217170" rIns="217170" bIns="217170" numCol="1" spcCol="1270" anchor="ctr" anchorCtr="0">
          <a:noAutofit/>
        </a:bodyPr>
        <a:lstStyle/>
        <a:p>
          <a:pPr marL="0" lvl="0" indent="0" algn="ctr" defTabSz="2533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700" kern="1200"/>
        </a:p>
      </dsp:txBody>
      <dsp:txXfrm>
        <a:off x="1104589" y="2728"/>
        <a:ext cx="2092771" cy="1255662"/>
      </dsp:txXfrm>
    </dsp:sp>
    <dsp:sp modelId="{AEFEFF65-2B6B-49AD-9BBE-F69ADBC409B3}">
      <dsp:nvSpPr>
        <dsp:cNvPr id="0" name=""/>
        <dsp:cNvSpPr/>
      </dsp:nvSpPr>
      <dsp:spPr>
        <a:xfrm>
          <a:off x="3406638" y="2728"/>
          <a:ext cx="2092771" cy="12556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7170" tIns="217170" rIns="217170" bIns="217170" numCol="1" spcCol="1270" anchor="ctr" anchorCtr="0">
          <a:noAutofit/>
        </a:bodyPr>
        <a:lstStyle/>
        <a:p>
          <a:pPr marL="0" lvl="0" indent="0" algn="ctr" defTabSz="2533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700" kern="1200"/>
        </a:p>
      </dsp:txBody>
      <dsp:txXfrm>
        <a:off x="3406638" y="2728"/>
        <a:ext cx="2092771" cy="1255662"/>
      </dsp:txXfrm>
    </dsp:sp>
    <dsp:sp modelId="{B0076D32-3A80-4DFE-BFB6-E5115B4588E3}">
      <dsp:nvSpPr>
        <dsp:cNvPr id="0" name=""/>
        <dsp:cNvSpPr/>
      </dsp:nvSpPr>
      <dsp:spPr>
        <a:xfrm>
          <a:off x="1104589" y="1467668"/>
          <a:ext cx="2092771" cy="12556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7170" tIns="217170" rIns="217170" bIns="217170" numCol="1" spcCol="1270" anchor="ctr" anchorCtr="0">
          <a:noAutofit/>
        </a:bodyPr>
        <a:lstStyle/>
        <a:p>
          <a:pPr marL="0" lvl="0" indent="0" algn="ctr" defTabSz="2533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700" kern="1200"/>
        </a:p>
      </dsp:txBody>
      <dsp:txXfrm>
        <a:off x="1104589" y="1467668"/>
        <a:ext cx="2092771" cy="1255662"/>
      </dsp:txXfrm>
    </dsp:sp>
    <dsp:sp modelId="{7FBE29A4-D366-46F2-B3C5-355DE09CA2CF}">
      <dsp:nvSpPr>
        <dsp:cNvPr id="0" name=""/>
        <dsp:cNvSpPr/>
      </dsp:nvSpPr>
      <dsp:spPr>
        <a:xfrm>
          <a:off x="3406638" y="1467668"/>
          <a:ext cx="2092771" cy="12556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7170" tIns="217170" rIns="217170" bIns="217170" numCol="1" spcCol="1270" anchor="ctr" anchorCtr="0">
          <a:noAutofit/>
        </a:bodyPr>
        <a:lstStyle/>
        <a:p>
          <a:pPr marL="0" lvl="0" indent="0" algn="ctr" defTabSz="2533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700" kern="1200"/>
        </a:p>
      </dsp:txBody>
      <dsp:txXfrm>
        <a:off x="3406638" y="1467668"/>
        <a:ext cx="2092771" cy="1255662"/>
      </dsp:txXfrm>
    </dsp:sp>
    <dsp:sp modelId="{4143995B-ECD7-45B9-B0BE-9FFB5719AB3D}">
      <dsp:nvSpPr>
        <dsp:cNvPr id="0" name=""/>
        <dsp:cNvSpPr/>
      </dsp:nvSpPr>
      <dsp:spPr>
        <a:xfrm>
          <a:off x="2255614" y="2932608"/>
          <a:ext cx="2092771" cy="12556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7170" tIns="217170" rIns="217170" bIns="217170" numCol="1" spcCol="1270" anchor="ctr" anchorCtr="0">
          <a:noAutofit/>
        </a:bodyPr>
        <a:lstStyle/>
        <a:p>
          <a:pPr marL="0" lvl="0" indent="0" algn="ctr" defTabSz="2533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700" kern="1200"/>
        </a:p>
      </dsp:txBody>
      <dsp:txXfrm>
        <a:off x="2255614" y="2932608"/>
        <a:ext cx="2092771" cy="12556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34957-3ACD-E8F8-43B7-837CE37CB5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1B891A-0188-CB30-35F1-35EA2C53A1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954536-32C4-6698-A875-BAED27B22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72EDE-F85A-4F2B-B9E0-665BB0BB45EB}" type="datetimeFigureOut">
              <a:rPr lang="en-US" smtClean="0"/>
              <a:t>2026-07-23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F3A8AA-F730-3878-7F37-7B963CFD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9202F-24BB-FA3F-DB03-93AD71B81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63E8A-7FC4-4D37-AA23-5DF556F6A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648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E96E4-7CD9-95E6-04D1-935B95CB8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620B7-FE32-17EA-9C99-F30573177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A120CA-D05B-3B35-E905-898809280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72EDE-F85A-4F2B-B9E0-665BB0BB45EB}" type="datetimeFigureOut">
              <a:rPr lang="en-US" smtClean="0"/>
              <a:t>2026-07-23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342E3-9EA9-D5F6-2588-27743270B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577FA0-B1F3-3168-BA53-DDB4CE532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63E8A-7FC4-4D37-AA23-5DF556F6A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0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F80DE-3D02-E860-4A84-30F686772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547E22-2B54-DB49-DCAD-8899B2C2A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69987-1758-AAC3-AAFC-3ADCC9318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72EDE-F85A-4F2B-B9E0-665BB0BB45EB}" type="datetimeFigureOut">
              <a:rPr lang="en-US" smtClean="0"/>
              <a:t>2026-07-23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F9D397-5910-ED28-961E-1FEE8192D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54A2D9-AB27-A2A1-2B43-72C08E538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63E8A-7FC4-4D37-AA23-5DF556F6A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14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51E1C-8D5B-431C-07DC-ECBDD2592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1DA4B6-CCDC-E138-59EA-4E8255DFAC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6851B-AF4A-2151-5FB9-2FBFBBFDE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4F0FBF-3CD5-7FA7-BDD7-7FF715E84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72EDE-F85A-4F2B-B9E0-665BB0BB45EB}" type="datetimeFigureOut">
              <a:rPr lang="en-US" smtClean="0"/>
              <a:t>2026-07-23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5B4E76-0332-C86E-4ACA-8F7CB55CB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C3F77A-7785-99D6-CA15-85C6B1C9E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63E8A-7FC4-4D37-AA23-5DF556F6A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5261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42073-5993-7E10-F6A5-C50C08572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25695-2AA6-AD80-4053-CBEB8FB623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C39DAF-2C6C-3703-BE8A-2F2E952D92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C6B5E4-4A44-3F56-6ABE-26D0AB8BAE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CC9E53-019C-0E62-6842-D302DD38BF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902808-A7C1-AA1A-A9A3-1CE6D7176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72EDE-F85A-4F2B-B9E0-665BB0BB45EB}" type="datetimeFigureOut">
              <a:rPr lang="en-US" smtClean="0"/>
              <a:t>2026-07-23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FFB50C-4F51-A05D-8C34-4B196DABB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FD1144-F68E-1329-225E-6D5AAAB8B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63E8A-7FC4-4D37-AA23-5DF556F6A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298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0AA4-995F-1DA6-6670-5AD7F2DA3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F5F79B-BC92-916C-6F44-0BB5D713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72EDE-F85A-4F2B-B9E0-665BB0BB45EB}" type="datetimeFigureOut">
              <a:rPr lang="en-US" smtClean="0"/>
              <a:t>2026-07-23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EDCCD7-221A-A3E8-FCC3-133886C04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F61DC5-46D3-17AB-18EF-1EB7A6AA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63E8A-7FC4-4D37-AA23-5DF556F6A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43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147895-22C8-3E9C-FA38-6270B7A0D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72EDE-F85A-4F2B-B9E0-665BB0BB45EB}" type="datetimeFigureOut">
              <a:rPr lang="en-US" smtClean="0"/>
              <a:t>2026-07-23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471F63-B590-9F4C-118A-2ADB93661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1B59F-EDF3-EB05-D6B6-F26A35C5A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63E8A-7FC4-4D37-AA23-5DF556F6A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625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03474-4015-550C-032B-29432A1D0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854CA-8824-F29F-2243-84A5726CD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FA871E-E031-A443-1666-A9F47188E6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D6122-35E3-6CCB-EA67-F47B75E69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72EDE-F85A-4F2B-B9E0-665BB0BB45EB}" type="datetimeFigureOut">
              <a:rPr lang="en-US" smtClean="0"/>
              <a:t>2026-07-23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D1E917-6538-B221-CDE0-E4F35CC55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89ACF-013B-D275-45B6-52770FDB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63E8A-7FC4-4D37-AA23-5DF556F6A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157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74C05-5A24-0AFA-EA04-B53180B69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2D13C7-9871-F94E-05A7-D363552336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21AF30-919C-9A99-8902-995FFBE255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E40465-068E-0FBC-96F0-E58843647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72EDE-F85A-4F2B-B9E0-665BB0BB45EB}" type="datetimeFigureOut">
              <a:rPr lang="en-US" smtClean="0"/>
              <a:t>2026-07-23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0307DA-677E-9A12-5420-923D94B57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4EFE3-4E10-75E9-4594-AEE90E8D6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63E8A-7FC4-4D37-AA23-5DF556F6A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444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453F4-B1C9-2A74-0263-F4BD7AC8B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063AA-44FC-207A-7B0C-BA9D7A1E6E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E8B1C-17DE-7983-ADBC-CACE04081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72EDE-F85A-4F2B-B9E0-665BB0BB45EB}" type="datetimeFigureOut">
              <a:rPr lang="en-US" smtClean="0"/>
              <a:t>2026-07-23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A0DF6-6187-3C53-F401-54F35EB00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2CDBA-2EB5-EF07-96D4-7CB4D1F1B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63E8A-7FC4-4D37-AA23-5DF556F6A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47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8D30AC-F03F-1992-D904-A5FCD06AA4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D7F9E2-D694-CF74-D787-23A14BC261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7C6878-6B16-18D5-6342-237436856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72EDE-F85A-4F2B-B9E0-665BB0BB45EB}" type="datetimeFigureOut">
              <a:rPr lang="en-US" smtClean="0"/>
              <a:t>2026-07-23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F8E058-D32E-EA72-6584-C37222E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2C22CF-9088-FF09-54C1-E1D212278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63E8A-7FC4-4D37-AA23-5DF556F6A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077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037A91-7C8B-B0D8-317F-7DAFE73A5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0ACB0B-C8FC-5FA9-7186-B7B438A20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5F6A2-ADBE-82F0-BBC4-D6CA1D06F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B72EDE-F85A-4F2B-B9E0-665BB0BB45EB}" type="datetimeFigureOut">
              <a:rPr lang="en-US" smtClean="0"/>
              <a:t>2026-07-23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CB0D4-1538-BC1D-59D4-30158FFDDC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CE371-59FF-7454-430E-BD0D8E1D3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563E8A-7FC4-4D37-AA23-5DF556F6A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096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8BD57D-9C23-BED7-1F09-A0D2336B32F8}"/>
              </a:ext>
            </a:extLst>
          </p:cNvPr>
          <p:cNvSpPr txBox="1"/>
          <p:nvPr/>
        </p:nvSpPr>
        <p:spPr>
          <a:xfrm>
            <a:off x="508000" y="254000"/>
            <a:ext cx="7620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/>
              <a:t>Chart Build Slide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46A47274-25CE-7BA2-931F-F46D76F37A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51031580"/>
              </p:ext>
            </p:extLst>
          </p:nvPr>
        </p:nvGraphicFramePr>
        <p:xfrm>
          <a:off x="762000" y="1143000"/>
          <a:ext cx="66040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90887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Sub>
          <a:bldChart bld="series"/>
        </p:bldSub>
      </p:bldGraphic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8604B0-6845-5EB1-5AA3-3C37D7B5E11E}"/>
              </a:ext>
            </a:extLst>
          </p:cNvPr>
          <p:cNvSpPr txBox="1"/>
          <p:nvPr/>
        </p:nvSpPr>
        <p:spPr>
          <a:xfrm>
            <a:off x="508000" y="254000"/>
            <a:ext cx="7620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/>
              <a:t>SmartArt Build Slide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820FD47-473C-EEEF-E890-C640494FD11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87384684"/>
              </p:ext>
            </p:extLst>
          </p:nvPr>
        </p:nvGraphicFramePr>
        <p:xfrm>
          <a:off x="762000" y="1143000"/>
          <a:ext cx="6604000" cy="4191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02212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D2AF8A-3969-2583-204B-CA0DD049DE56}"/>
              </a:ext>
            </a:extLst>
          </p:cNvPr>
          <p:cNvSpPr txBox="1"/>
          <p:nvPr/>
        </p:nvSpPr>
        <p:spPr>
          <a:xfrm>
            <a:off x="508000" y="254000"/>
            <a:ext cx="7620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/>
              <a:t>Color Emphasis Slide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7AB468-896D-8EDF-4550-B7ACC4A98F11}"/>
              </a:ext>
            </a:extLst>
          </p:cNvPr>
          <p:cNvSpPr/>
          <p:nvPr/>
        </p:nvSpPr>
        <p:spPr>
          <a:xfrm>
            <a:off x="2286000" y="1905000"/>
            <a:ext cx="4064000" cy="2794000"/>
          </a:xfrm>
          <a:prstGeom prst="rect">
            <a:avLst/>
          </a:prstGeom>
          <a:solidFill>
            <a:srgbClr val="3B82F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/>
              <a:t>COLOR ME</a:t>
            </a:r>
          </a:p>
        </p:txBody>
      </p:sp>
    </p:spTree>
    <p:extLst>
      <p:ext uri="{BB962C8B-B14F-4D97-AF65-F5344CB8AC3E}">
        <p14:creationId xmlns:p14="http://schemas.microsoft.com/office/powerpoint/2010/main" val="1063420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FF0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van Rooyen</dc:creator>
  <cp:lastModifiedBy>Christopher van Rooyen</cp:lastModifiedBy>
  <cp:revision>1</cp:revision>
  <dcterms:created xsi:type="dcterms:W3CDTF">2026-07-23T05:38:41Z</dcterms:created>
  <dcterms:modified xsi:type="dcterms:W3CDTF">2026-07-23T05:38:43Z</dcterms:modified>
</cp:coreProperties>
</file>