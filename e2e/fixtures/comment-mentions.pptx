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CF1FB34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B9FA75-1C47-8B46-7EF8-F68BE8341DBD}" name="Christopher van Rooyen" initials="Cv" userId="e9c2c608ef68442b" providerId="Windows Live"/>
  <p188:author id="{7C9E4A21-5F30-4C88-9B1E-2D6A0F4B7E15}" name="Bob Grant" initials="BG" userId="a71f0c32bd984e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CF1FB3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C2C100-3B15-44D8-A446-D56EE47B9BA6}" authorId="{59B9FA75-1C47-8B46-7EF8-F68BE8341DBD}" created="2026-08-13T11:40:40.653">
    <pc:sldMkLst xmlns:pc="http://schemas.microsoft.com/office/powerpoint/2013/main/command">
      <pc:docMk/>
      <pc:sldMk cId="3474961217" sldId="256"/>
    </pc:sldMkLst>
    <p188:pos x="762000" y="3302000"/>
    <p188:txBody>
      <a:bodyPr/>
      <a:lstStyle/>
      <a:p>
        <a:r>
          <a:rPr lang="en-US"/>
          <a:t>Please check this with @Bob Grant before Friday</a:t>
        </a:r>
      </a:p>
    </p188:txBody>
    <p188:mentionLst>
      <p188:mention mentionpersonId="{7C9E4A21-5F30-4C88-9B1E-2D6A0F4B7E15}" mentionId="{3B0D9F52-8A14-4E77-B2C6-91EF5A0D3C48}" startIndex="23" length="10"/>
    </p188:mentionLst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16CD-82E8-9F0A-78E0-2E0DC32F2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39037-87E5-091C-0A83-63C83B9DA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EDF76-FAD2-6E63-7E6F-5F31BB8B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F72C8-8058-730C-31DD-9123E06C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59FB9-83F3-687A-1BBF-3A4FB5C7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1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9E2B-5E96-E6E3-CF14-C5AA657B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689F0-7A8D-38C9-0F47-7CC051121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20B9B-6499-F539-E3DF-CA06BE17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468C8-468A-AF7C-9E8A-F35E439A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44945-681B-ADF7-F712-CFD8FB0E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0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5A3F-97ED-2664-BC95-389347A5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074BF-1BA8-B737-AB24-DC5000E82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06E11-9421-431E-3268-415D1029B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8C73A-F887-B165-B38F-73EF3A21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07C84-D00D-756E-7F81-DC427F9F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8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DFC8-E157-A54C-85BB-694097E0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9E1E6-8181-13B3-BAF1-D4259C2E2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13646-E265-02E7-D6EA-2B9409BD7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A64C3-50C9-9C21-F10D-861F7461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B4C48-5247-CD56-A7F2-FC61BCCE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D6EF3-6873-FDF6-90F1-F9BCD0EA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4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01D3-2D4E-77F4-23AA-78732FDE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FF593-993C-D62B-C5B1-223BDC7C0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7EB5B-B251-01B8-CBFC-C4306175E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4B7A4-C683-2FAE-03A5-1E6D21F1D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C6FE9-E1AB-0650-CFE4-B722F9BE9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DBACF-8C85-11EE-682C-F0B5D0B1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1C7A5-479C-B51A-5E81-8564E4C6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41774-F1EA-9211-D64B-BB6C2F8C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5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4D01-4843-1421-D3E8-C12EA679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41895-8B03-7330-1D77-25B6D709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29798-A9F1-E3C6-965D-CE5F8CF9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FCB1E-936F-D340-D94F-5BBA9AE1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18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4754A-1677-4766-BEB0-9BA0B0A2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129B6-2791-0F80-C586-56F790E9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6A5BB-F452-6030-1D04-7FCE485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79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F570-448A-742E-4B12-8D41DD5E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103E-2182-075D-088D-2EF4EC05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96841-2D69-4766-38E0-7E8F752DE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4EAD6-BCCB-E973-0463-87BE0B0A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9633E-E017-4CC9-4B2D-BDB19E1F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B1ADB-8C69-9E6D-C8BB-7E5B3584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9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4766-48B3-1374-26872E1E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E4CA8-FF38-8D02-4FA7-1613CD0DF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884AB-FBD7-FE8C-D14A-8236B017F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9AF32-D466-AB0F-7E55-20B2520D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751F4-E135-13F8-9609-1E059670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090D3-1175-7982-D1CE-02AE8FCB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89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75BF-EC96-17C9-3C7C-6B2F486F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C0822-3C24-8E5C-0DBE-442F96CAE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F30B7-35D6-914A-12C4-EC3D9B4E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4A597-5A2D-CDA2-C5FF-E1938CD0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AD2A8-F836-1CD2-23CD-341358AD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60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B0171-5A38-9272-8E18-070BD9BC0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5EABB-5C81-F90D-274C-BD5576608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7A2C2-754D-E268-9E53-519E2157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8B164-3CD6-ADCD-5CD5-E1E49A6C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F63DB-1C5D-4C23-D71C-B3EBD6CC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3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91088-32AB-9920-7CE9-0C03210C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3B911-4196-297E-2EB7-9B32A8FE9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420AF-382F-FF0F-DCFF-45E7E5F16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BCC0A-7BFB-4FDD-8A55-68B4DB69F281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DF67D-E1D0-D6D4-E77B-96E099C51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94D80-D000-DCD7-0BA5-C1663C0FA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EB724-D3E1-4107-A8D6-52800B71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1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CF1FB3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92BDAB-2CE3-B9B8-4A14-21130676D452}"/>
              </a:ext>
            </a:extLst>
          </p:cNvPr>
          <p:cNvSpPr/>
          <p:nvPr/>
        </p:nvSpPr>
        <p:spPr>
          <a:xfrm>
            <a:off x="1016000" y="1016000"/>
            <a:ext cx="6096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612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2026-08-13T11:40:39Z</dcterms:created>
  <dcterms:modified xsi:type="dcterms:W3CDTF">2026-08-13T11:40:40Z</dcterms:modified>
</cp:coreProperties>
</file>