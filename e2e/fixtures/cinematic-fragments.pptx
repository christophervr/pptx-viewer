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Relationship Id="rId10" Type="http://schemas.openxmlformats.org/officeDocument/2006/relationships/slide" Target="slides/slide5.xml"></Relationship><Relationship Id="rId11" Type="http://schemas.openxmlformats.org/officeDocument/2006/relationships/slide" Target="slides/slide6.xml"></Relationship><Relationship Id="rId12" Type="http://schemas.openxmlformats.org/officeDocument/2006/relationships/slide" Target="slides/slide7.xml"></Relationship><Relationship Id="rId13" Type="http://schemas.openxmlformats.org/officeDocument/2006/relationships/slide" Target="slides/slide8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Base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Vortex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vortex xmlns:p14="http://schemas.microsoft.com/office/powerpoint/2010/main" dir="l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Honeycomb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honeycomb xmlns:p14="http://schemas.microsoft.com/office/powerpoint/2010/main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Glitter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glitter xmlns:p14="http://schemas.microsoft.com/office/powerpoint/2010/main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Shred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shred xmlns:p14="http://schemas.microsoft.com/office/powerpoint/2010/main" dir="in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Fracture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Requires="p15">
      <p:transition p14:dur="1800">
        <p15:prstTrans xmlns:p15="http://schemas.microsoft.com/office/powerpoint/2012/main" prst="fracture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Curtains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Requires="p15">
      <p:transition p14:dur="1800">
        <p15:prstTrans xmlns:p15="http://schemas.microsoft.com/office/powerpoint/2012/main" prst="curtains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Airplane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Requires="p15">
      <p:transition p14:dur="1800">
        <p15:prstTrans xmlns:p15="http://schemas.microsoft.com/office/powerpoint/2012/main" prst="airplane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8</Slides>
  <ScaleCrop>false</ScaleCrop>
  <LinksUpToDate>false</LinksUpToDate>
  <SharedDoc>false</SharedDoc>
  <HyperlinksChanged>false</HyperlinksChanged>
  <AppVersion>1.0000</AppVersion>
  <HiddenSlides>0</HiddenSlides>
  <Notes>0</Notes>
  <Words>16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Cinematic Fragment Transitions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