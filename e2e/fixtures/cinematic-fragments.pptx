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Relationship Id="rId7" Type="http://schemas.openxmlformats.org/officeDocument/2006/relationships/slide" Target="slides/slide2.xml"></Relationship><Relationship Id="rId8" Type="http://schemas.openxmlformats.org/officeDocument/2006/relationships/slide" Target="slides/slide3.xml"></Relationship><Relationship Id="rId9" Type="http://schemas.openxmlformats.org/officeDocument/2006/relationships/slide" Target="slides/slide4.xml"></Relationship><Relationship Id="rId10" Type="http://schemas.openxmlformats.org/officeDocument/2006/relationships/slide" Target="slides/slide5.xml"></Relationship><Relationship Id="rId11" Type="http://schemas.openxmlformats.org/officeDocument/2006/relationships/slide" Target="slides/slide6.xml"></Relationship><Relationship Id="rId12" Type="http://schemas.openxmlformats.org/officeDocument/2006/relationships/slide" Target="slides/slide7.xml"></Relationship><Relationship Id="rId13" Type="http://schemas.openxmlformats.org/officeDocument/2006/relationships/slide" Target="slides/slide8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2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3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4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5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6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7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8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400" b="1"/>
              <a:t>Base Slide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400" b="1"/>
              <a:t>Vortex Slide</a:t>
            </a: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800">
        <p14:vortex xmlns:p14="http://schemas.microsoft.com/office/powerpoint/2010/main" dir="l"/>
      </p:transition>
    </mc:Choice>
    <mc:Fallback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400" b="1"/>
              <a:t>Honeycomb Slide</a:t>
            </a: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800">
        <p14:honeycomb xmlns:p14="http://schemas.microsoft.com/office/powerpoint/2010/main"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400" b="1"/>
              <a:t>Glitter Slide</a:t>
            </a: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800">
        <p14:glitter xmlns:p14="http://schemas.microsoft.com/office/powerpoint/2010/main"/>
      </p:transition>
    </mc:Choice>
    <mc:Fallback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5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400" b="1"/>
              <a:t>Shred Slide</a:t>
            </a: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800">
        <p14:shred xmlns:p14="http://schemas.microsoft.com/office/powerpoint/2010/main" dir="in"/>
      </p:transition>
    </mc:Choice>
    <mc:Fallback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400" b="1"/>
              <a:t>Fracture Slide</a:t>
            </a: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xmlns:p14="http://schemas.microsoft.com/office/powerpoint/2010/main" Requires="p15">
      <p:transition p14:dur="1800">
        <p15:prstTrans xmlns:p15="http://schemas.microsoft.com/office/powerpoint/2012/main" prst="fracture"/>
      </p:transition>
    </mc:Choice>
    <mc:Fallback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7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400" b="1"/>
              <a:t>Curtains Slide</a:t>
            </a: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xmlns:p14="http://schemas.microsoft.com/office/powerpoint/2010/main" Requires="p15">
      <p:transition p14:dur="1800">
        <p15:prstTrans xmlns:p15="http://schemas.microsoft.com/office/powerpoint/2012/main" prst="curtains"/>
      </p:transition>
    </mc:Choice>
    <mc:Fallback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8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400" b="1"/>
              <a:t>Airplane Slide</a:t>
            </a: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xmlns:p14="http://schemas.microsoft.com/office/powerpoint/2010/main" Requires="p15">
      <p:transition p14:dur="1800">
        <p15:prstTrans xmlns:p15="http://schemas.microsoft.com/office/powerpoint/2012/main" prst="airplane"/>
      </p:transition>
    </mc:Choice>
    <mc:Fallback>
      <p:transition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8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Cinematic Fragment Transitions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