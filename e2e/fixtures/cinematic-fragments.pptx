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Base Slide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Vortex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vortex xmlns:p14="http://schemas.microsoft.com/office/powerpoint/2010/main" dir="l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Honeycomb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honeycomb xmlns:p14="http://schemas.microsoft.com/office/powerpoint/2010/main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Glitter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glitter xmlns:p14="http://schemas.microsoft.com/office/powerpoint/2010/main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Shred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shred xmlns:p14="http://schemas.microsoft.com/office/powerpoint/2010/main" dir="in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Fracture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fracture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Curtains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curtains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Airplane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airplane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8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Cinematic Fragment Transitions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