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0F3">
            <a:alpha val="43211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rker"/>
          <p:cNvSpPr txBox="1"/>
          <p:nvPr/>
        </p:nvSpPr>
        <p:spPr>
          <a:xfrm>
            <a:off x="508000" y="508000"/>
            <a:ext cx="3810000" cy="50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Background alpha 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