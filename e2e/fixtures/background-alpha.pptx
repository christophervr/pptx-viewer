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9144000" cy="5143500"/>
  <p:notesSz cx="51435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E0F3">
            <a:alpha val="43211"/>
          </a:srgbClr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er"/>
          <p:cNvSpPr txBox="1"/>
          <p:nvPr/>
        </p:nvSpPr>
        <p:spPr>
          <a:xfrm>
            <a:off x="508000" y="508000"/>
            <a:ext cx="3810000" cy="50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Background alpha marker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0">
          <a:fgClr>
            <a:srgbClr val="CEE0F3">
              <a:alpha val="43211"/>
            </a:srgbClr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Marker"/>
          <p:cNvSpPr txBox="1"/>
          <p:nvPr/>
        </p:nvSpPr>
        <p:spPr>
          <a:xfrm>
            <a:off x="508000" y="508000"/>
            <a:ext cx="3810000" cy="50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Pattern background alpha marker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">
  <a:themeElements>
    <a:clrScheme name="T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