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Alpha</a:t>
            </a:r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Beta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Gamma</a:t>
            </a:r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Delta</a:t>
            </a:r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 Substitution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