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Beta</a:t>
            </a:r>
          </a:p>
        </p:txBody>
      </p:sp>
      <p:sp>
        <p:nvSpPr>
          <p:cNvPr id="3" name="TextBox 4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Gamma</a:t>
            </a:r>
          </a:p>
        </p:txBody>
      </p:sp>
      <p:sp>
        <p:nvSpPr>
          <p:cNvPr id="3" name="TextBox 6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>
            <p:ph type="title"/>
          </p:nvPr>
        </p:nvSpPr>
        <p:spPr>
          <a:xfrm>
            <a:off x="571500" y="3810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700" b="1" dirty="0"/>
              <a:t>Delta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571500" y="28575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000" dirty="0"/>
              <a:t>Slide </a:t>
            </a:r>
            <a:fld id="{B4B0C1F0-0000-4000-A000-000000000001}" type="slidenum">
              <a:rPr lang="en-US" sz="2000" dirty="0"/>
              <a:t>#</a:t>
            </a:fld>
            <a:r>
              <a:rPr lang="en-US" sz="2000" dirty="0"/>
              <a:t> - </a:t>
            </a:r>
            <a:fld id="{B4B0C1F0-0000-4000-A000-000000000002}" type="slidetitle">
              <a:rPr lang="en-US" sz="2000" dirty="0"/>
              <a:t>Title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4</Slides>
  <ScaleCrop>false</ScaleCrop>
  <LinksUpToDate>false</LinksUpToDate>
  <SharedDoc>false</SharedDoc>
  <HyperlinksChanged>false</HyperlinksChanged>
  <AppVersion>1.0000</AppVersion>
  <HiddenSlides>0</HiddenSlides>
  <Notes>0</Notes>
  <Words>8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Substitution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