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>
            <p:ph type="title"/>
          </p:nvPr>
        </p:nvSpPr>
        <p:spPr>
          <a:xfrm>
            <a:off x="571500" y="3810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700" b="1"/>
              <a:t>Alpha</a:t>
            </a:r>
            <a:endParaRPr lang="en-US"/>
          </a:p>
        </p:txBody>
      </p:sp>
      <p:sp>
        <p:nvSpPr>
          <p:cNvPr id="2" name="TextBox 2"/>
          <p:cNvSpPr txBox="1"/>
          <p:nvPr/>
        </p:nvSpPr>
        <p:spPr>
          <a:xfrm>
            <a:off x="571500" y="2857500"/>
            <a:ext cx="5715000" cy="5715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sz="2000" dirty="0"/>
              <a:t>Slide </a:t>
            </a:r>
            <a:fld id="{B4B0C1F0-0000-4000-A000-000000000001}" type="slidenum">
              <a:rPr lang="en-US" sz="2000" dirty="0"/>
              <a:t>#</a:t>
            </a:fld>
            <a:r>
              <a:rPr lang="en-US" sz="2000" dirty="0"/>
              <a:t> - </a:t>
            </a:r>
            <a:fld id="{B4B0C1F0-0000-4000-A000-000000000002}" type="slidetitle">
              <a:rPr lang="en-US" sz="2000" dirty="0"/>
              <a:t>Title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>
            <p:ph type="title"/>
          </p:nvPr>
        </p:nvSpPr>
        <p:spPr>
          <a:xfrm>
            <a:off x="571500" y="3810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700" b="1"/>
              <a:t>Beta</a:t>
            </a:r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571500" y="2857500"/>
            <a:ext cx="5715000" cy="5715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sz="2000" dirty="0"/>
              <a:t>Slide </a:t>
            </a:r>
            <a:fld id="{B4B0C1F0-0000-4000-A000-000000000001}" type="slidenum">
              <a:rPr lang="en-US" sz="2000" dirty="0"/>
              <a:t>#</a:t>
            </a:fld>
            <a:r>
              <a:rPr lang="en-US" sz="2000" dirty="0"/>
              <a:t> - </a:t>
            </a:r>
            <a:fld id="{B4B0C1F0-0000-4000-A000-000000000002}" type="slidetitle">
              <a:rPr lang="en-US" sz="2000" dirty="0"/>
              <a:t>Title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/>
          <p:nvPr>
            <p:ph type="title"/>
          </p:nvPr>
        </p:nvSpPr>
        <p:spPr>
          <a:xfrm>
            <a:off x="571500" y="3810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700" b="1"/>
              <a:t>Gamma</a:t>
            </a:r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571500" y="2857500"/>
            <a:ext cx="5715000" cy="5715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sz="2000" dirty="0"/>
              <a:t>Slide </a:t>
            </a:r>
            <a:fld id="{B4B0C1F0-0000-4000-A000-000000000001}" type="slidenum">
              <a:rPr lang="en-US" sz="2000" dirty="0"/>
              <a:t>#</a:t>
            </a:fld>
            <a:r>
              <a:rPr lang="en-US" sz="2000" dirty="0"/>
              <a:t> - </a:t>
            </a:r>
            <a:fld id="{B4B0C1F0-0000-4000-A000-000000000002}" type="slidetitle">
              <a:rPr lang="en-US" sz="2000" dirty="0"/>
              <a:t>Title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7"/>
          <p:cNvSpPr txBox="1"/>
          <p:nvPr>
            <p:ph type="title"/>
          </p:nvPr>
        </p:nvSpPr>
        <p:spPr>
          <a:xfrm>
            <a:off x="571500" y="3810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700" b="1"/>
              <a:t>Delta</a:t>
            </a:r>
            <a:endParaRPr lang="en-US"/>
          </a:p>
        </p:txBody>
      </p:sp>
      <p:sp>
        <p:nvSpPr>
          <p:cNvPr id="8" name="TextBox 8"/>
          <p:cNvSpPr txBox="1"/>
          <p:nvPr/>
        </p:nvSpPr>
        <p:spPr>
          <a:xfrm>
            <a:off x="571500" y="2857500"/>
            <a:ext cx="5715000" cy="5715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sz="2000" dirty="0"/>
              <a:t>Slide </a:t>
            </a:r>
            <a:fld id="{B4B0C1F0-0000-4000-A000-000000000001}" type="slidenum">
              <a:rPr lang="en-US" sz="2000" dirty="0"/>
              <a:t>#</a:t>
            </a:fld>
            <a:r>
              <a:rPr lang="en-US" sz="2000" dirty="0"/>
              <a:t> - </a:t>
            </a:r>
            <a:fld id="{B4B0C1F0-0000-4000-A000-000000000002}" type="slidetitle">
              <a:rPr lang="en-US" sz="2000" dirty="0"/>
              <a:t>Title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4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Field Substitution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