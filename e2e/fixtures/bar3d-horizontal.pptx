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3D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hape val="box"/>
        <c:axId val="111111111"/>
        <c:axId val="222222222"/>
        <c:axId val="333333333"/>
      </c:bar3D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  <c:serAx>
        <c:axId val="333333333"/>
        <c:scaling>
          <c:orientation val="minMax"/>
        </c:scaling>
        <c:delete val="1"/>
        <c:axPos val="b"/>
        <c:crossAx val="222222222"/>
      </c:serAx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HorizontalBar3D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Horizontal Bar3D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