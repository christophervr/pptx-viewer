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200" units="cm"/>
        </inkml:traceFormat>
        <inkml:channelProperties>
          <inkml:channelProperty channel="X" name="resolution" value="56.73759" units="1/cm"/>
          <inkml:channelProperty channel="Y" name="resolution" value="56.73759" units="1/cm"/>
        </inkml:channelProperties>
      </inkml:inkSource>
      <inkml:timestamp xml:id="ts0" timeString="2026-08-13T07:42:17.055"/>
    </inkml:context>
    <inkml:brush xml:id="br0">
      <inkml:brushProperty name="width" value="0.05" units="cm"/>
      <inkml:brushProperty name="height" value="0.05" units="cm"/>
      <inkml:brushProperty name="color" value="#E81123"/>
    </inkml:brush>
    <inkml:brush xml:id="br1">
      <inkml:brushProperty name="width" value="0.1" units="cm"/>
      <inkml:brushProperty name="height" value="0.1" units="cm"/>
      <inkml:brushProperty name="color" value="#0078D7"/>
    </inkml:brush>
  </inkml:definitions>
  <inkml:trace contextRef="#ctx0" brushRef="#br0">100 200,'40'46,"0"-5,0-10,0-13,0-15,0-15,0-14,0-11,0-7,0-3,0 4,0 7,0 12,0 14,0 16,0 14,0 13,0 9,0 4,0-1,0-5,0-11,0-12,0-16,0-16,0-13,0-10,0-7,0-2,0 5</inkml:trace>
  <inkml:trace contextRef="#ctx0" brushRef="#br1">1360 200,'60'120,"80"-380</inkml:trace>
  <inkml:trace contextRef="#ctx0" brushRef="#br1">1650 80,'130'240</inkml:trace>
  <inkml:trace contextRef="#ctx0" brushRef="#br1">1780 80,'-130'240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200" units="cm"/>
        </inkml:traceFormat>
        <inkml:channelProperties>
          <inkml:channelProperty channel="X" name="resolution" value="56.73759" units="1/cm"/>
          <inkml:channelProperty channel="Y" name="resolution" value="56.73759" units="1/cm"/>
        </inkml:channelProperties>
      </inkml:inkSource>
      <inkml:timestamp xml:id="ts0" timeString="2026-08-13T07:42:17.055"/>
    </inkml:context>
    <inkml:brush xml:id="br0">
      <inkml:brushProperty name="width" value="0.05" units="cm"/>
      <inkml:brushProperty name="height" value="0.05" units="cm"/>
      <inkml:brushProperty name="color" value="#E81123"/>
    </inkml:brush>
  </inkml:definitions>
  <inkml:trace contextRef="#ctx0" brushRef="#br0">80 300,'1420'-4,"-1400"8</inkml:trace>
  <inkml:trace contextRef="#ctx0" brushRef="#br0">1520 300,'-120'-80</inkml:trace>
  <inkml:trace contextRef="#ctx0" brushRef="#br0">1520 300,'-120'80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2D43-F40D-B24E-668D-56F391D34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F88DD-E4F1-549A-3CB6-BD1BA112A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7F490-2390-D62B-CA2D-C2CBDA8E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D414F-5CA8-5907-975C-43CB1479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3E6F4-62D6-F497-A327-71069E76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8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D1DE9-EB20-D085-2F30-202AADDE6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23FF-EEFF-A083-175C-CA1978D34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7AD24-7523-414D-851A-E2DF7C16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3ED8F-C614-A191-0387-988B2BE7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115DE-785B-5C4F-CBDF-390727A98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0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0502-14CD-50CC-EF88-4017494A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2498C-F149-0457-1AAF-C71020089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FD087-20F1-B4DB-4317-B64E659B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E31C4-07C1-3E38-2A10-CCD88A49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00627-C8CE-5457-A65C-B9672540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3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BC9B2-2918-07D9-86BF-5B19A7C95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E0727-AFE5-1FAB-BD61-456830E57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34AE3-BB37-79F4-39F8-4609CB5AF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DD532-04B1-81EB-B517-7EA5E9C7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72627-506C-EC7B-A749-D8AC0991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A6761-564D-60CB-A0A5-5329A8E9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9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80AD-E8E6-ED1B-8819-355949A19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CAC75-4FBD-A7C7-A650-E52C69C2F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AC7C1-645D-F358-4992-2A512382D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89EFE-B61D-9509-4F6A-D0409605D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A9F-254D-4097-6B8C-F99D3D9B5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86D35-3A5C-B4C7-F3A9-74DBFA05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9B747E-C6D8-F456-C06D-CF2424C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575C0C-0E65-91E7-8529-79D7E672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4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15FB-D3E3-D145-38B9-9783D9EE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EB154-7650-A46A-F3F1-23C92170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2FC1F-32E6-8866-2FCD-55C2E2A1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A7970-5E04-A4BB-C410-0E598BFA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48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B4F71F-BA93-BD80-9177-7B863F14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16CB1-78EF-2EF2-77D0-AA347615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F9238-EA31-EC2E-E3BF-FABC85DE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1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DFE79-1EE1-E188-0C32-4EECE359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CBE7-1923-DD99-7A54-77848836E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F783A-F1E7-9642-3538-8B3AEDC16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C7F06-C4FC-063E-C056-F5730725F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0571D-5B44-DDE0-0D20-BED8C34AC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4901A-4789-AA29-DFB9-5178EF97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3A21-D136-173A-EF03-32C019855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4EA37-C09E-8D7D-368C-FA584695D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16BC7-F0CB-28E3-89D9-D7674029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6D25E-9602-9CDD-5B5E-78E4815A6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E2715-8824-0A11-1587-7419CF54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DFF27-5594-3227-CFE3-61ED69D70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9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564A-0232-682B-6E85-2510A484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CCE63-1782-48B2-AAF9-54E7AC475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3703B-B79E-1C62-3A31-43C9E3EF1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0B934-B318-B7F9-6C23-821611DA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39756-97FF-C1A7-45C6-2DA0BAF9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8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E1E2A-A999-09EE-9F7A-BFCC157FE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FE77E-09A1-E15F-3465-6453D2C40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09AFD-CA14-B4AF-1EBB-E41841275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0B341-F630-E6EC-092A-684D18215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17C7-FE30-179C-3FCA-99C9D992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8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1C4F39-83F3-4E07-4955-D75B6C825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5746B-6867-4F18-9550-B69A495A7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E62D8-C28E-C802-0E07-D3B839B9D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21C41-0C58-411A-990B-E164F684551E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2386C-B375-1B44-960B-C4ADB801E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19AE0-51AA-70E0-D7EE-7C618A98A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6265E-C83E-49A5-A744-FE479633A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4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074DEE-639F-2A6F-258A-7D12A22EA1C2}"/>
              </a:ext>
            </a:extLst>
          </p:cNvPr>
          <p:cNvSpPr/>
          <p:nvPr/>
        </p:nvSpPr>
        <p:spPr>
          <a:xfrm>
            <a:off x="762000" y="508000"/>
            <a:ext cx="6350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1524000" y="1905000"/>
              <a:ext cx="3240000" cy="1224000"/>
            </p14:xfrm>
          </p:contentPart>
        </mc:Choice>
        <mc:Fallback xmlns="">
          <p:sp>
            <p:nvSpPr>
              <p:cNvPr id="7" name="Ink 6"/>
              <p:cNvSpPr/>
              <p:nvPr/>
            </p:nvSpPr>
            <p:spPr>
              <a:xfrm>
                <a:off x="1524000" y="1905000"/>
                <a:ext cx="3240000" cy="1224000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/>
              <a:lstStyle/>
              <a:p>
                <a:r>
                  <a:rPr lang="en-US"/>
                  <a:t>ink fallback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396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953991-D721-BC33-9A0C-2540A9E13216}"/>
              </a:ext>
            </a:extLst>
          </p:cNvPr>
          <p:cNvSpPr/>
          <p:nvPr/>
        </p:nvSpPr>
        <p:spPr>
          <a:xfrm>
            <a:off x="1016000" y="1524000"/>
            <a:ext cx="4572000" cy="20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914400" y="2743200"/>
              <a:ext cx="4572000" cy="914400"/>
            </p14:xfrm>
          </p:contentPart>
        </mc:Choice>
        <mc:Fallback xmlns="">
          <p:sp>
            <p:nvSpPr>
              <p:cNvPr id="9" name="Ink 8"/>
              <p:cNvSpPr/>
              <p:nvPr/>
            </p:nvSpPr>
            <p:spPr>
              <a:xfrm>
                <a:off x="914400" y="2743200"/>
                <a:ext cx="4572000" cy="914400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/>
              <a:lstStyle/>
              <a:p>
                <a:r>
                  <a:rPr lang="en-US"/>
                  <a:t>ink fallback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9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2026-08-13T07:36:54Z</dcterms:created>
  <dcterms:modified xsi:type="dcterms:W3CDTF">2026-08-13T07:47:07Z</dcterms:modified>
</cp:coreProperties>
</file>