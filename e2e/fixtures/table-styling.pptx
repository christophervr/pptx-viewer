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999B-FE18-B8D2-3A68-FB34CF9EC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DF4E3-C419-1C34-0AB5-0C5EB7C8E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02A9E-A882-5C01-A4CF-609A10B2D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4AA3E-CDDE-8209-471F-19C4E410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34FF9-9B41-3C79-7DE4-26E7BF24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10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DC85-AA94-53A3-5073-1AA4B36C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FEA0B-B2A5-3B0A-6F35-67B9BEC08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0161-6E77-98F1-E1AA-3CACF197A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5FA03-5670-8032-1B6B-AC33F63F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075B0-68AF-748E-DF0A-D48A48FB5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55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13E6A-4B34-5667-0466-50235710D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0774C-FFAF-C7BC-8736-882C4C5BB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8BBD9-B88A-1061-B618-00F79059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2E0EC-5A15-E091-DC8C-527E2930A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312C9-CB08-5C86-510C-1A2B2707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31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D594-E6DA-8F9F-0C7E-581B7FBF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D4298-F878-46CD-63F7-18BC9483F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DA549-49E5-38BF-670E-70D65D1BE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F9B9E-2DBD-BC14-0C9E-63E3A37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0AB04-606C-C92C-B54D-93D1B4C4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29AEA-A367-AC4E-5136-446626EF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AA182-50DF-A7D0-66AE-032DF6003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A4398-6340-9C2A-9039-D10F438D1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E8585-F0F0-5BE5-E306-373EBDD67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46CB03-EDFC-837D-281F-31DB8DD32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6AA640-81D6-A8C2-293B-4AEAF80A1F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4D6E8-A40E-DA6D-D7EC-19C2CCF5A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DA470-30E3-FC3E-DE9D-B4B441EBB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5AF0DF-182F-D304-F15C-E1467DCA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67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095D7-E21E-2A26-46A0-0A958B7B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2F2817-EB87-498C-31D1-37B9003E8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BD349-47B2-645D-5ED2-26CBCE04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57E0E6-629E-5438-DC55-E46716DD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5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4AA54-505E-29F5-B21E-6DD1ECCD3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01C075-D6FC-0D11-E013-EBCAA70DE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CFF6C-0FF4-F359-29F4-9B5929CC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44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933CA-93DC-3F93-ABC3-2BDB29A7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D6984-1F93-E30B-78B1-CBD026BAB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3114DB-66FE-4F61-CF61-AD0E4A71C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F4214-5411-48EC-4E5D-E41C4B5C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AC046-446A-DDE8-FD5B-338B9FB0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AEC60-D1C7-4664-40C6-6875A197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81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CA72F-7899-FAEA-1638-BBFDD58D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193D5-8F47-778C-2992-913FA16FD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92A64-C0DD-DF36-0ED4-44070A42C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00166-2947-9345-24A3-2848267B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F6F8A-5929-2DB8-4D1A-A5043882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D45D1-A0E6-F444-8471-B43E342C3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39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42AA-8923-CABA-94E0-48CAFFAC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FEB4DC-1769-2F3C-F7C4-2992C7EFE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5A3D9-E331-8E47-7C5E-95B8A5CFF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70079-B167-07EA-AA1F-11A8FAC1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40CEB-C3CA-A437-A027-6C6C0CFA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83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9AF2F7-4E38-198D-C0E8-2C5CCF6982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32BC8-BD8D-CAAD-37BD-3F4C6C5CF9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1A711-288E-E0F8-6E62-5DCA45B58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37F48-9752-3F4C-455C-298418849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713BB-057A-D359-1E15-1D70D90BF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952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E78A0-EBCF-A6B4-20C2-01479A121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2BB00-2C30-FB19-606D-53E2701B1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60DC8-4605-CBB2-A9E8-5A75849B7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BBA3A-1C64-4CB8-A9ED-58EA81E299C9}" type="datetimeFigureOut">
              <a:rPr lang="en-US" smtClean="0"/>
              <a:t>2026-08-13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FC614-F791-4B5B-366E-447EAB2A8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AB526-CB32-8ED2-F5CC-F35D1C3A7C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D198B-2412-4220-B895-1F30E4DB98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3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B41C18-0C90-9B73-3585-8EE9B9064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9643041"/>
              </p:ext>
            </p:extLst>
          </p:nvPr>
        </p:nvGraphicFramePr>
        <p:xfrm>
          <a:off x="508000" y="762000"/>
          <a:ext cx="8128000" cy="3302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8509896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796420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811394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40219654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103976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36743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450939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13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34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ACEE58-62E7-DB56-670A-34204ADB8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816999"/>
              </p:ext>
            </p:extLst>
          </p:nvPr>
        </p:nvGraphicFramePr>
        <p:xfrm>
          <a:off x="508000" y="762000"/>
          <a:ext cx="8128000" cy="3302000"/>
        </p:xfrm>
        <a:graphic>
          <a:graphicData uri="http://schemas.openxmlformats.org/drawingml/2006/table">
            <a:tbl>
              <a:tblPr firstRow="1" firstCol="1">
                <a:tableStyleId>{125E5076-3810-47DD-B79F-674D7AD40C01}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4323639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2565184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812443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28964262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73584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68888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83361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92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00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228FBA-D227-A53F-D829-9073D2B53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361445"/>
              </p:ext>
            </p:extLst>
          </p:nvPr>
        </p:nvGraphicFramePr>
        <p:xfrm>
          <a:off x="508000" y="762000"/>
          <a:ext cx="8128000" cy="3302000"/>
        </p:xfrm>
        <a:graphic>
          <a:graphicData uri="http://schemas.openxmlformats.org/drawingml/2006/table">
            <a:tbl>
              <a:tblPr rtl="1" first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58750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966647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9404839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18850255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599016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67756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023878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882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90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373ED9-905C-F573-D2BA-3FAC950A8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869812"/>
              </p:ext>
            </p:extLst>
          </p:nvPr>
        </p:nvGraphicFramePr>
        <p:xfrm>
          <a:off x="508000" y="762000"/>
          <a:ext cx="8128000" cy="3302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8731809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383339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6914437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22629376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58797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latin typeface="Arial" panose="020B0604020202020204" pitchFamily="34" charset="0"/>
                        </a:rPr>
                        <a:t>Revenue </a:t>
                      </a:r>
                      <a:r>
                        <a:rPr lang="en-US" sz="2400" b="1">
                          <a:solidFill>
                            <a:srgbClr val="C00000"/>
                          </a:solidFill>
                          <a:latin typeface="Georgia" panose="02040502050405020303" pitchFamily="18" charset="0"/>
                        </a:rPr>
                        <a:t>grew 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442366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01331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4315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799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E3F0A8-6C67-5A4C-DFB4-20490A920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79607"/>
              </p:ext>
            </p:extLst>
          </p:nvPr>
        </p:nvGraphicFramePr>
        <p:xfrm>
          <a:off x="508000" y="762000"/>
          <a:ext cx="8128000" cy="330200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6302328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09177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458935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26930742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R1C4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946766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R2C4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283226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R3C4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28547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lang="en-US"/>
                        <a:t>R4C1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R4C4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181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592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</Words>
  <Application>Microsoft Office PowerPoint</Application>
  <PresentationFormat>Widescreen</PresentationFormat>
  <Paragraphs>80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2026-08-13T04:11:10Z</dcterms:created>
  <dcterms:modified xsi:type="dcterms:W3CDTF">2026-08-13T04:11:12Z</dcterms:modified>
</cp:coreProperties>
</file>