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erge A"/>
          <p:cNvSpPr/>
          <p:nvPr/>
        </p:nvSpPr>
        <p:spPr>
          <a:xfrm>
            <a:off x="762000" y="1143000"/>
            <a:ext cx="2476500" cy="1714500"/>
          </a:xfrm>
          <a:prstGeom prst="rect">
            <a:avLst/>
          </a:prstGeom>
          <a:solidFill>
            <a:srgbClr val="C00000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Merge A</a:t>
            </a:r>
          </a:p>
        </p:txBody>
      </p:sp>
      <p:sp>
        <p:nvSpPr>
          <p:cNvPr id="3" name="Merge B"/>
          <p:cNvSpPr/>
          <p:nvPr/>
        </p:nvSpPr>
        <p:spPr>
          <a:xfrm>
            <a:off x="2095500" y="2095500"/>
            <a:ext cx="2476500" cy="17145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Merge B</a:t>
            </a:r>
          </a:p>
        </p:txBody>
      </p:sp>
      <p:pic>
        <p:nvPicPr>
          <p:cNvPr id="4" name="Crop Pic" descr="Crop Pic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0" y="1524000"/>
            <a:ext cx="3810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