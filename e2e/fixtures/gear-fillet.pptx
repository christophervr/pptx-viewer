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Gear6 Adj2 Zero"/>
          <p:cNvSpPr/>
          <p:nvPr/>
        </p:nvSpPr>
        <p:spPr>
          <a:xfrm>
            <a:off x="508000" y="508000"/>
            <a:ext cx="2540000" cy="2540000"/>
          </a:xfrm>
          <a:prstGeom prst="gear6">
            <a:avLst>
              <a:gd name="adj1" fmla="val 15000"/>
              <a:gd name="adj2" fmla="val 0"/>
            </a:avLst>
          </a:prstGeom>
          <a:solidFill>
            <a:srgbClr val="4472C4"/>
          </a:solidFill>
          <a:ln w="9525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200"/>
              <a:t>Gear6 Adj2 Zero</a:t>
            </a:r>
          </a:p>
        </p:txBody>
      </p:sp>
      <p:sp>
        <p:nvSpPr>
          <p:cNvPr id="3" name="Gear6 Adj2 Large"/>
          <p:cNvSpPr/>
          <p:nvPr/>
        </p:nvSpPr>
        <p:spPr>
          <a:xfrm>
            <a:off x="3556000" y="508000"/>
            <a:ext cx="2540000" cy="2540000"/>
          </a:xfrm>
          <a:prstGeom prst="gear6">
            <a:avLst>
              <a:gd name="adj1" fmla="val 15000"/>
              <a:gd name="adj2" fmla="val 5358"/>
            </a:avLst>
          </a:prstGeom>
          <a:solidFill>
            <a:srgbClr val="4472C4"/>
          </a:solidFill>
          <a:ln w="9525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200"/>
              <a:t>Gear6 Adj2 Large</a:t>
            </a:r>
          </a:p>
        </p:txBody>
      </p:sp>
      <p:sp>
        <p:nvSpPr>
          <p:cNvPr id="4" name="Gear9 Adj2 Zero"/>
          <p:cNvSpPr/>
          <p:nvPr/>
        </p:nvSpPr>
        <p:spPr>
          <a:xfrm>
            <a:off x="508000" y="3556000"/>
            <a:ext cx="2540000" cy="2540000"/>
          </a:xfrm>
          <a:prstGeom prst="gear9">
            <a:avLst>
              <a:gd name="adj1" fmla="val 10000"/>
              <a:gd name="adj2" fmla="val 0"/>
            </a:avLst>
          </a:prstGeom>
          <a:solidFill>
            <a:srgbClr val="4472C4"/>
          </a:solidFill>
          <a:ln w="9525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200"/>
              <a:t>Gear9 Adj2 Zero</a:t>
            </a:r>
          </a:p>
        </p:txBody>
      </p:sp>
      <p:sp>
        <p:nvSpPr>
          <p:cNvPr id="5" name="Gear9 Adj2 Large"/>
          <p:cNvSpPr/>
          <p:nvPr/>
        </p:nvSpPr>
        <p:spPr>
          <a:xfrm>
            <a:off x="3556000" y="3556000"/>
            <a:ext cx="2540000" cy="2540000"/>
          </a:xfrm>
          <a:prstGeom prst="gear9">
            <a:avLst>
              <a:gd name="adj1" fmla="val 10000"/>
              <a:gd name="adj2" fmla="val 2679"/>
            </a:avLst>
          </a:prstGeom>
          <a:solidFill>
            <a:srgbClr val="4472C4"/>
          </a:solidFill>
          <a:ln w="9525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200"/>
              <a:t>Gear9 Adj2 Large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