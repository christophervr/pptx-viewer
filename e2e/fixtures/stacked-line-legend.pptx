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p>
            <a:r>
              <a:t>Stacked Line Legend Repro</a:t>
            </a:r>
          </a:p>
        </c:rich>
      </c:tx>
      <c:overlay val="0"/>
    </c:title>
    <c:autoTitleDeleted val="0"/>
    <c:plotArea>
      <c:layout/>
      <c:lineChart>
        <c:grouping val="stack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spPr>
            <a:ln w="28575">
              <a:solidFill>
                <a:srgbClr val="00B0F0"/>
              </a:solidFill>
            </a:ln>
          </c:spPr>
          <c:marker>
            <c:spPr>
              <a:solidFill>
                <a:srgbClr val="00B0F0"/>
              </a:solidFill>
            </c:spPr>
          </c:marker>
          <c:dPt>
            <c:idx val="1"/>
            <c:marker>
              <c:spPr>
                <a:solidFill>
                  <a:srgbClr val="00B0F0"/>
                </a:solidFill>
              </c:spPr>
            </c:marker>
            <c:bubble3D val="0"/>
          </c:dPt>
          <c:dPt>
            <c:idx val="2"/>
            <c:marker>
              <c:spPr>
                <a:solidFill>
                  <a:srgbClr val="00B0F0"/>
                </a:solidFill>
              </c:spPr>
            </c:marker>
            <c:bubble3D val="0"/>
          </c:dPt>
          <c:dPt>
            <c:idx val="3"/>
            <c:marker>
              <c:spPr>
                <a:solidFill>
                  <a:srgbClr val="00B0F0"/>
                </a:solidFill>
              </c:spPr>
            </c:marker>
            <c:bubble3D val="0"/>
          </c:dPt>
          <c:dPt>
            <c:idx val="4"/>
            <c:marker>
              <c:spPr>
                <a:solidFill>
                  <a:srgbClr val="00B0F0"/>
                </a:solidFill>
              </c:spPr>
            </c:marker>
            <c:bubble3D val="0"/>
          </c:dPt>
          <c:cat>
            <c:strRef>
              <c:f>Sheet1!$A$2:$A$6</c:f>
              <c:strCache>
                <c:ptCount val="5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  <c:pt idx="4">
                  <c:v>5.6</c:v>
                </c:pt>
              </c:numCache>
            </c:numRef>
          </c:val>
          <c:smooth val="0"/>
        </c:ser>
        <c:ser>
          <c:idx val="2"/>
          <c:order val="1"/>
          <c:tx>
            <c:strRef>
              <c:f>Sheet1!$B$1</c:f>
              <c:strCache>
                <c:ptCount val="1"/>
                <c:pt idx="0">
                  <c:v>B</c:v>
                </c:pt>
              </c:strCache>
            </c:strRef>
          </c:tx>
          <c:spPr>
            <a:ln w="28575">
              <a:solidFill>
                <a:srgbClr val="404040"/>
              </a:solidFill>
            </a:ln>
          </c:spPr>
          <c:marker>
            <c:spPr>
              <a:solidFill>
                <a:srgbClr val="404040"/>
              </a:solidFill>
            </c:spPr>
          </c:marker>
          <c:cat>
            <c:strRef>
              <c:f>Sheet1!$A$2:$A$6</c:f>
              <c:strCache>
                <c:ptCount val="5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6.4</c:v>
                </c:pt>
              </c:numCache>
            </c:numRef>
          </c:val>
          <c:smooth val="0"/>
        </c:ser>
        <c:marker val="1"/>
        <c:axId val="111111111"/>
        <c:axId val="222222222"/>
      </c:line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</c:chart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 txBox="0"/>
          <p:nvPr/>
        </p:nvSpPr>
        <p:spPr>
          <a:xfrm>
            <a:off x="0" y="0"/>
            <a:ext cx="9525" cy="9525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/>
              <a:t/>
            </a:r>
          </a:p>
        </p:txBody>
      </p:sp>
      <p:graphicFrame>
        <p:nvGraphicFramePr>
          <p:cNvPr id="101" name="Stacked Line Chart"/>
          <p:cNvGraphicFramePr/>
          <p:nvPr/>
        </p:nvGraphicFramePr>
        <p:xfrm>
          <a:off x="571500" y="571500"/>
          <a:ext cx="66675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1</Slides>
  <ScaleCrop>false</ScaleCrop>
  <LinksUpToDate>false</LinksUpToDate>
  <SharedDoc>false</SharedDoc>
  <HyperlinksChanged>false</HyperlinksChanged>
  <AppVersion>1.0000</AppVersion>
  <HiddenSlides>0</HiddenSlides>
  <Notes>0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Stacked Line Legend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