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xmlns:p14="http://schemas.microsoft.com/office/powerpoint/2010/main" xmlns:p15="http://schemas.microsoft.com/office/powerpoint/2012/main" saveSubsetFonts="1">
  <p:sldMasterIdLst>
    <p:sldMasterId id="2147483648" r:id="rId1"/>
  </p:sldMasterIdLst>
  <p:sldIdLst>
    <p:sldId id="256" r:id="rId6"/>
  </p:sldIdLst>
  <p:sldSz cx="12192000" cy="6858000"/>
  <p:notesSz cx="6858000" cy="12192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>
      <p:cViewPr varScale="1">
        <p:scale>
          <a:sx n="100" d="100"/>
          <a:sy n="100" d="100"/>
        </p:scale>
        <p:origin x="0" y="0"/>
      </p:cViewPr>
    </p:cSldViewPr>
  </p:slideViewPr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></Relationship><Relationship Id="rId2" Type="http://schemas.openxmlformats.org/officeDocument/2006/relationships/theme" Target="theme/theme1.xml"></Relationship><Relationship Id="rId3" Type="http://schemas.openxmlformats.org/officeDocument/2006/relationships/presProps" Target="presProps.xml"></Relationship><Relationship Id="rId4" Type="http://schemas.openxmlformats.org/officeDocument/2006/relationships/viewProps" Target="viewProps.xml"></Relationship><Relationship Id="rId5" Type="http://schemas.openxmlformats.org/officeDocument/2006/relationships/tableStyles" Target="tableStyles.xml"></Relationship><Relationship Id="rId6" Type="http://schemas.openxmlformats.org/officeDocument/2006/relationships/slide" Target="slides/slide1.xml"></Relationship></Relationships>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2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3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4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5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6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7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8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9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10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1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slideLayout" Target="../slideLayouts/slideLayout2.xml"/>
  <Relationship Id="rId3" Type="http://schemas.openxmlformats.org/officeDocument/2006/relationships/slideLayout" Target="../slideLayouts/slideLayout3.xml"/>
  <Relationship Id="rId4" Type="http://schemas.openxmlformats.org/officeDocument/2006/relationships/slideLayout" Target="../slideLayouts/slideLayout4.xml"/>
  <Relationship Id="rId5" Type="http://schemas.openxmlformats.org/officeDocument/2006/relationships/slideLayout" Target="../slideLayouts/slideLayout5.xml"/>
  <Relationship Id="rId6" Type="http://schemas.openxmlformats.org/officeDocument/2006/relationships/slideLayout" Target="../slideLayouts/slideLayout6.xml"/>
  <Relationship Id="rId7" Type="http://schemas.openxmlformats.org/officeDocument/2006/relationships/slideLayout" Target="../slideLayouts/slideLayout7.xml"/>
  <Relationship Id="rId8" Type="http://schemas.openxmlformats.org/officeDocument/2006/relationships/slideLayout" Target="../slideLayouts/slideLayout8.xml"/>
  <Relationship Id="rId9" Type="http://schemas.openxmlformats.org/officeDocument/2006/relationships/slideLayout" Target="../slideLayouts/slideLayout9.xml"/>
  <Relationship Id="rId10" Type="http://schemas.openxmlformats.org/officeDocument/2006/relationships/slideLayout" Target="../slideLayouts/slideLayout10.xml"/>
  <Relationship Id="rId11" Type="http://schemas.openxmlformats.org/officeDocument/2006/relationships/slideLayout" Target="../slideLayouts/slideLayout11.xml"/>
  <Relationship Id="rId12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spcBef>
          <a:spcPct val="0"/>
        </a:spcBef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</p:bodyStyle>
    <p:otherStyle>
      <a:defPPr>
        <a:defRPr lang="en-US"/>
      </a:defPPr>
    </p:otherStyle>
  </p:txStyles>
</p:sldMaster>
</file>

<file path=ppt/slides/_rels/slide1.xml.rels><Relationships xmlns="http://schemas.openxmlformats.org/package/2006/relationships"><Relationship Id="rId1" Type="http://schemas.openxmlformats.org/officeDocument/2006/relationships/slideLayout" Target="../slideLayouts/slideLayout7.xml"></Relationship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yWords"/>
          <p:cNvSpPr/>
          <p:nvPr/>
        </p:nvSpPr>
        <p:spPr>
          <a:xfrm>
            <a:off x="457200" y="457200"/>
            <a:ext cx="4572000" cy="914400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r>
              <a:rPr lang="ja-JP" sz="2400" u="words" dirty="0">
                <a:latin typeface="Arial"/>
              </a:rPr>
              <a:ruby>
                <a:rubyPr algn="ctr" hps="1200"/>
                <a:rt>
                  <a:r>
                    <a:rPr lang="ja-JP" sz="1200"/>
                    <a:t>あるふぁべと</a:t>
                  </a:r>
                </a:rt>
                <a:rubyBase>
                  <a:r>
                    <a:rPr lang="en-US" sz="2400" u="words" dirty="0">
                      <a:latin typeface="Arial"/>
                    </a:rPr>
                    <a:t>ALFA BETO</a:t>
                  </a:r>
                </a:rubyBase>
              </a:ruby>
            </a:r>
          </a:p>
        </p:txBody>
      </p:sp>
      <p:sp>
        <p:nvSpPr>
          <p:cNvPr id="3" name="TabWords"/>
          <p:cNvSpPr/>
          <p:nvPr/>
        </p:nvSpPr>
        <p:spPr>
          <a:xfrm>
            <a:off x="457200" y="1600200"/>
            <a:ext cx="4572000" cy="914400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>
              <a:tabLst>
                <a:tab pos="2743200" algn="l"/>
              </a:tabLst>
            </a:pPr>
            <a:r>
              <a:rPr lang="en-US" sz="2400" u="words" dirty="0">
                <a:latin typeface="Arial"/>
              </a:rPr>
              <a:t>GAMA DELTO	EPSI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pptx-viewer-sdk</Application>
  <Slides>1</Slides>
  <ScaleCrop>false</ScaleCrop>
  <LinksUpToDate>false</LinksUpToDate>
  <SharedDoc>false</SharedDoc>
  <HyperlinksChanged>false</HyperlinksChanged>
  <AppVersion>1.0000</AppVersion>
  <HiddenSlides>0</HiddenSlides>
  <Notes>0</Notes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Underline Words (ruby + tab) Fixture</dc:title>
  <dc:creator>pptx-viewer-sdk</dc:creator>
  <cp:lastModifiedBy>pptx-viewer-sdk</cp:lastModifiedBy>
  <cp:revision>2</cp:revision>
  <dcterms:created xsi:type="dcterms:W3CDTF">2000-01-01T00:00:00Z</dcterms:created>
  <dcterms:modified xsi:type="dcterms:W3CDTF">2000-01-01T00:00:00Z</dcterms:modified>
</cp:coreProperties>
</file>