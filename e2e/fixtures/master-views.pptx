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handoutMasters/_rels/handoutMaster1.xml.rels><?xml version="1.0" encoding="UTF-8" standalone="yes"?><Relationships xmlns="http://schemas.openxmlformats.org/package/2006/relationships"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NDOUT-MASTER-ORIG"/>
          <p:cNvSpPr/>
          <p:nvPr>
            <p:ph type="hdr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HANDOUT-MASTER-ORIG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hf hdr="1" ftr="1" dt="1" sldNum="1"/>
</p:handoutMaster>
</file>

<file path=ppt/notesMasters/_rels/notesMaster1.xml.rels><?xml version="1.0" encoding="UTF-8" standalone="yes"?><Relationships xmlns="http://schemas.openxmlformats.org/package/2006/relationships"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MASTER-ORIG"/>
          <p:cNvSpPr/>
          <p:nvPr>
            <p:ph type="body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NOTES-MASTER-ORIG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hf hdr="1" ftr="1" dt="1" sldNum="1"/>
  <p:notesStyle/>
</p:notesMaster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952500"/>
            <a:ext cx="47625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MASTER-VIEWS-SLIDE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1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Views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