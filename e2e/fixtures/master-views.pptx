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  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p14="http://schemas.microsoft.com/office/powerpoint/2010/main" xmlns:p15="http://schemas.microsoft.com/office/powerpoint/2012/main" saveSubsetFonts="1">
  <p:sldMasterIdLst>
    <p:sldMasterId id="2147483648" r:id="rId1"/>
  </p:sldMasterIdLst>
  <p:sldIdLst>
    <p:sldId id="256" r:id="rId6"/>
  </p:sldIdLst>
  <p:sldSz cx="12192000" cy="6858000"/>
  <p:notesSz cx="6858000" cy="12192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>
      <p:cViewPr varScale="1">
        <p:scale>
          <a:sx n="100" d="100"/>
          <a:sy n="100" d="100"/>
        </p:scale>
        <p:origin x="0" y="0"/>
      </p:cViewPr>
    </p:cSldViewPr>
  </p:slideViewPr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></Relationship><Relationship Id="rId2" Type="http://schemas.openxmlformats.org/officeDocument/2006/relationships/theme" Target="theme/theme1.xml"></Relationship><Relationship Id="rId3" Type="http://schemas.openxmlformats.org/officeDocument/2006/relationships/presProps" Target="presProps.xml"></Relationship><Relationship Id="rId4" Type="http://schemas.openxmlformats.org/officeDocument/2006/relationships/viewProps" Target="viewProps.xml"></Relationship><Relationship Id="rId5" Type="http://schemas.openxmlformats.org/officeDocument/2006/relationships/tableStyles" Target="tableStyles.xml"></Relationship><Relationship Id="rId6" Type="http://schemas.openxmlformats.org/officeDocument/2006/relationships/slide" Target="slides/slide1.xml"></Relationship></Relationships>
</file>

<file path=ppt/handoutMasters/_rels/handoutMaster1.xml.rels><?xml version="1.0" encoding="UTF-8" standalone="yes"?><Relationships xmlns="http://schemas.openxmlformats.org/package/2006/relationships"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4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ANDOUT-MASTER-ORIG"/>
          <p:cNvSpPr/>
          <p:nvPr>
            <p:ph type="hdr"/>
          </p:nvPr>
        </p:nvSpPr>
        <p:spPr>
          <a:xfrm>
            <a:off x="914400" y="914400"/>
            <a:ext cx="5486400" cy="914400"/>
          </a:xfrm>
          <a:prstGeom prst="rect">
            <a:avLst/>
          </a:prstGeom>
          <a:solidFill>
            <a:srgbClr val="4472C4"/>
          </a:solidFill>
        </p:spPr>
        <p:txBody>
          <a:bodyPr/>
          <a:lstStyle/>
          <a:p>
            <a:r>
              <a:rPr lang="en-US"/>
              <a:t>HANDOUT-MASTER-ORIG</a:t>
            </a:r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hf hdr="1" ftr="1" dt="1" sldNum="1"/>
</p:handoutMaster>
</file>

<file path=ppt/notesMasters/_rels/notesMaster1.xml.rels><?xml version="1.0" encoding="UTF-8" standalone="yes"?><Relationships xmlns="http://schemas.openxmlformats.org/package/2006/relationships"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7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-MASTER-ORIG"/>
          <p:cNvSpPr/>
          <p:nvPr>
            <p:ph type="body"/>
          </p:nvPr>
        </p:nvSpPr>
        <p:spPr>
          <a:xfrm>
            <a:off x="914400" y="914400"/>
            <a:ext cx="5486400" cy="914400"/>
          </a:xfrm>
          <a:prstGeom prst="rect">
            <a:avLst/>
          </a:prstGeom>
          <a:solidFill>
            <a:srgbClr val="4472C4"/>
          </a:solidFill>
        </p:spPr>
        <p:txBody>
          <a:bodyPr/>
          <a:lstStyle/>
          <a:p>
            <a:r>
              <a:rPr lang="en-US"/>
              <a:t>NOTES-MASTER-ORIG</a:t>
            </a:r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hf hdr="1" ftr="1" dt="1" sldNum="1"/>
  <p:notesStyle/>
</p:notesMaster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2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3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4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5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6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7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8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9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10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1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slideLayout" Target="../slideLayouts/slideLayout2.xml"/>
  <Relationship Id="rId3" Type="http://schemas.openxmlformats.org/officeDocument/2006/relationships/slideLayout" Target="../slideLayouts/slideLayout3.xml"/>
  <Relationship Id="rId4" Type="http://schemas.openxmlformats.org/officeDocument/2006/relationships/slideLayout" Target="../slideLayouts/slideLayout4.xml"/>
  <Relationship Id="rId5" Type="http://schemas.openxmlformats.org/officeDocument/2006/relationships/slideLayout" Target="../slideLayouts/slideLayout5.xml"/>
  <Relationship Id="rId6" Type="http://schemas.openxmlformats.org/officeDocument/2006/relationships/slideLayout" Target="../slideLayouts/slideLayout6.xml"/>
  <Relationship Id="rId7" Type="http://schemas.openxmlformats.org/officeDocument/2006/relationships/slideLayout" Target="../slideLayouts/slideLayout7.xml"/>
  <Relationship Id="rId8" Type="http://schemas.openxmlformats.org/officeDocument/2006/relationships/slideLayout" Target="../slideLayouts/slideLayout8.xml"/>
  <Relationship Id="rId9" Type="http://schemas.openxmlformats.org/officeDocument/2006/relationships/slideLayout" Target="../slideLayouts/slideLayout9.xml"/>
  <Relationship Id="rId10" Type="http://schemas.openxmlformats.org/officeDocument/2006/relationships/slideLayout" Target="../slideLayouts/slideLayout10.xml"/>
  <Relationship Id="rId11" Type="http://schemas.openxmlformats.org/officeDocument/2006/relationships/slideLayout" Target="../slideLayouts/slideLayout11.xml"/>
  <Relationship Id="rId1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spcBef>
          <a:spcPct val="0"/>
        </a:spcBef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&amp;#x2022;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</p:bodyStyle>
    <p:otherStyle>
      <a:defPPr>
        <a:defRPr lang="en-US"/>
      </a:defPPr>
    </p:otherStyle>
  </p:txStyles>
</p:sldMaster>
</file>

<file path=ppt/slides/_rels/slide1.xml.rels><Relationships xmlns="http://schemas.openxmlformats.org/package/2006/relationships"><Relationship Id="rId1" Type="http://schemas.openxmlformats.org/officeDocument/2006/relationships/slideLayout" Target="../slideLayouts/slideLayout1.xml"></Relationship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52500" y="952500"/>
            <a:ext cx="4762500" cy="762000"/>
          </a:xfrm>
          <a:prstGeom prst="rect">
            <a:avLst/>
          </a:prstGeom>
        </p:spPr>
        <p:txBody>
          <a:bodyPr wrap="square"/>
          <a:lstStyle/>
          <a:p>
            <a:pPr/>
            <a:r>
              <a:rPr lang="en-US" dirty="0"/>
              <a:t>MASTER-VIEWS-SLIDE</a:t>
            </a:r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pptx-viewer-sdk</Application>
  <Slides>1</Slides>
  <ScaleCrop>false</ScaleCrop>
  <LinksUpToDate>false</LinksUpToDate>
  <SharedDoc>false</SharedDoc>
  <HyperlinksChanged>false</HyperlinksChanged>
  <AppVersion>1.0000</AppVersion>
  <HiddenSlides>0</HiddenSlides>
  <Notes>0</Not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Master Views Fixture</dc:title>
  <dc:creator>pptx-viewer-sdk</dc:creator>
  <cp:lastModifiedBy>pptx-viewer-sdk</cp:lastModifiedBy>
  <cp:revision>2</cp:revision>
  <dcterms:created xsi:type="dcterms:W3CDTF">2026-07-15T12:24:33Z</dcterms:created>
  <dcterms:modified xsi:type="dcterms:W3CDTF">2026-07-15T12:24:33Z</dcterms:modified>
</cp:coreProperties>
</file>