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handoutMasters/_rels/handoutMaster1.xml.rels><?xml version="1.0" encoding="UTF-8" standalone="yes"?><Relationships xmlns="http://schemas.openxmlformats.org/package/2006/relationships"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NDOUT-MASTER-ORIG"/>
          <p:cNvSpPr/>
          <p:nvPr>
            <p:ph type="hdr"/>
          </p:nvPr>
        </p:nvSpPr>
        <p:spPr>
          <a:xfrm>
            <a:off x="914400" y="914400"/>
            <a:ext cx="5486400" cy="9144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r>
              <a:rPr lang="en-US"/>
              <a:t>HANDOUT-MASTER-ORIG</a:t>
            </a:r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hf hdr="1" ftr="1" dt="1" sldNum="1"/>
</p:handoutMaster>
</file>

<file path=ppt/notesMasters/_rels/notesMaster1.xml.rels><?xml version="1.0" encoding="UTF-8" standalone="yes"?><Relationships xmlns="http://schemas.openxmlformats.org/package/2006/relationships"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-MASTER-ORIG"/>
          <p:cNvSpPr/>
          <p:nvPr>
            <p:ph type="body"/>
          </p:nvPr>
        </p:nvSpPr>
        <p:spPr>
          <a:xfrm>
            <a:off x="914400" y="914400"/>
            <a:ext cx="5486400" cy="9144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r>
              <a:rPr lang="en-US"/>
              <a:t>NOTES-MASTER-ORIG</a:t>
            </a:r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hf hdr="1" ftr="1" dt="1" sldNum="1"/>
  <p:notesStyle/>
</p:notesMaster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500" y="952500"/>
            <a:ext cx="47625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/>
              <a:t>MASTER-VIEWS-SLIDE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 Views Fixture</dc:title>
  <dc:creator>pptx-viewer-sdk</dc:creator>
  <cp:lastModifiedBy>pptx-viewer-sdk</cp:lastModifiedBy>
  <cp:revision>2</cp:revision>
  <dcterms:created xsi:type="dcterms:W3CDTF">2026-07-15T19:45:47Z</dcterms:created>
  <dcterms:modified xsi:type="dcterms:W3CDTF">2026-07-15T19:45:47Z</dcterms:modified>
</cp:coreProperties>
</file>