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view3D>
      <c:rotX val="30"/>
      <c:rotY val="0"/>
    </c:view3D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71</c:v>
                </c:pt>
              </c:numCache>
            </c:numRef>
          </c:val>
        </c:ser>
      </c:pie3DChart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100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graphicFrame>
        <p:nvGraphicFramePr>
          <p:cNvPr id="200" name="Pie3D"/>
          <p:cNvGraphicFramePr/>
          <p:nvPr/>
        </p:nvGraphicFramePr>
        <p:xfrm>
          <a:off x="571500" y="571500"/>
          <a:ext cx="5715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0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Pie3D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